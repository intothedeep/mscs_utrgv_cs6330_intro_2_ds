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955" r:id="rId3"/>
    <p:sldId id="967" r:id="rId4"/>
    <p:sldId id="975" r:id="rId5"/>
    <p:sldId id="976" r:id="rId6"/>
    <p:sldId id="977" r:id="rId7"/>
    <p:sldId id="978" r:id="rId8"/>
    <p:sldId id="979" r:id="rId9"/>
    <p:sldId id="981" r:id="rId10"/>
    <p:sldId id="1008" r:id="rId11"/>
    <p:sldId id="1007" r:id="rId12"/>
    <p:sldId id="972" r:id="rId13"/>
    <p:sldId id="987" r:id="rId14"/>
    <p:sldId id="982" r:id="rId15"/>
    <p:sldId id="983" r:id="rId16"/>
    <p:sldId id="984" r:id="rId17"/>
    <p:sldId id="985" r:id="rId18"/>
    <p:sldId id="986" r:id="rId19"/>
    <p:sldId id="988" r:id="rId20"/>
    <p:sldId id="989" r:id="rId21"/>
    <p:sldId id="990" r:id="rId22"/>
    <p:sldId id="1000" r:id="rId23"/>
    <p:sldId id="9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zieh Ayati" userId="719e7aeb-c3b5-48e5-801b-084d43cd09ac" providerId="ADAL" clId="{769F3F41-69DC-459E-B53F-8BF60531AE35}"/>
    <pc:docChg chg="modSld">
      <pc:chgData name="Marzieh Ayati" userId="719e7aeb-c3b5-48e5-801b-084d43cd09ac" providerId="ADAL" clId="{769F3F41-69DC-459E-B53F-8BF60531AE35}" dt="2023-09-12T22:57:33.866" v="21" actId="20577"/>
      <pc:docMkLst>
        <pc:docMk/>
      </pc:docMkLst>
      <pc:sldChg chg="modSp mod">
        <pc:chgData name="Marzieh Ayati" userId="719e7aeb-c3b5-48e5-801b-084d43cd09ac" providerId="ADAL" clId="{769F3F41-69DC-459E-B53F-8BF60531AE35}" dt="2023-09-12T22:57:33.866" v="21" actId="20577"/>
        <pc:sldMkLst>
          <pc:docMk/>
          <pc:sldMk cId="1574177343" sldId="990"/>
        </pc:sldMkLst>
        <pc:spChg chg="mod">
          <ac:chgData name="Marzieh Ayati" userId="719e7aeb-c3b5-48e5-801b-084d43cd09ac" providerId="ADAL" clId="{769F3F41-69DC-459E-B53F-8BF60531AE35}" dt="2023-09-12T22:57:33.866" v="21" actId="20577"/>
          <ac:spMkLst>
            <pc:docMk/>
            <pc:sldMk cId="1574177343" sldId="990"/>
            <ac:spMk id="3" creationId="{26CECAD8-E3C4-427A-8F16-457F1CFC53D9}"/>
          </ac:spMkLst>
        </pc:spChg>
      </pc:sldChg>
    </pc:docChg>
  </pc:docChgLst>
  <pc:docChgLst>
    <pc:chgData name="Marzieh Ayati" userId="719e7aeb-c3b5-48e5-801b-084d43cd09ac" providerId="ADAL" clId="{A6B5D7DE-1A09-47E6-9C4E-97F3488982D4}"/>
    <pc:docChg chg="undo custSel addSld delSld modSld">
      <pc:chgData name="Marzieh Ayati" userId="719e7aeb-c3b5-48e5-801b-084d43cd09ac" providerId="ADAL" clId="{A6B5D7DE-1A09-47E6-9C4E-97F3488982D4}" dt="2020-08-29T01:22:41.356" v="140" actId="680"/>
      <pc:docMkLst>
        <pc:docMk/>
      </pc:docMkLst>
      <pc:sldChg chg="add del">
        <pc:chgData name="Marzieh Ayati" userId="719e7aeb-c3b5-48e5-801b-084d43cd09ac" providerId="ADAL" clId="{A6B5D7DE-1A09-47E6-9C4E-97F3488982D4}" dt="2020-08-28T21:49:46.962" v="2" actId="47"/>
        <pc:sldMkLst>
          <pc:docMk/>
          <pc:sldMk cId="0" sldId="279"/>
        </pc:sldMkLst>
      </pc:sldChg>
      <pc:sldChg chg="delSp mod">
        <pc:chgData name="Marzieh Ayati" userId="719e7aeb-c3b5-48e5-801b-084d43cd09ac" providerId="ADAL" clId="{A6B5D7DE-1A09-47E6-9C4E-97F3488982D4}" dt="2020-08-28T20:37:58.249" v="0" actId="478"/>
        <pc:sldMkLst>
          <pc:docMk/>
          <pc:sldMk cId="455031361" sldId="976"/>
        </pc:sldMkLst>
        <pc:spChg chg="del">
          <ac:chgData name="Marzieh Ayati" userId="719e7aeb-c3b5-48e5-801b-084d43cd09ac" providerId="ADAL" clId="{A6B5D7DE-1A09-47E6-9C4E-97F3488982D4}" dt="2020-08-28T20:37:58.249" v="0" actId="478"/>
          <ac:spMkLst>
            <pc:docMk/>
            <pc:sldMk cId="455031361" sldId="976"/>
            <ac:spMk id="3" creationId="{BDA5C2E5-DECE-4DCD-BB3A-A17F5DBDC928}"/>
          </ac:spMkLst>
        </pc:spChg>
      </pc:sldChg>
      <pc:sldChg chg="addSp modSp new mod modAnim">
        <pc:chgData name="Marzieh Ayati" userId="719e7aeb-c3b5-48e5-801b-084d43cd09ac" providerId="ADAL" clId="{A6B5D7DE-1A09-47E6-9C4E-97F3488982D4}" dt="2020-08-28T21:57:36.822" v="70" actId="5793"/>
        <pc:sldMkLst>
          <pc:docMk/>
          <pc:sldMk cId="50350846" sldId="989"/>
        </pc:sldMkLst>
        <pc:spChg chg="mod">
          <ac:chgData name="Marzieh Ayati" userId="719e7aeb-c3b5-48e5-801b-084d43cd09ac" providerId="ADAL" clId="{A6B5D7DE-1A09-47E6-9C4E-97F3488982D4}" dt="2020-08-28T21:50:01.429" v="8" actId="20577"/>
          <ac:spMkLst>
            <pc:docMk/>
            <pc:sldMk cId="50350846" sldId="989"/>
            <ac:spMk id="2" creationId="{B3111033-90ED-473C-BB15-1346003B78D6}"/>
          </ac:spMkLst>
        </pc:spChg>
        <pc:spChg chg="mod">
          <ac:chgData name="Marzieh Ayati" userId="719e7aeb-c3b5-48e5-801b-084d43cd09ac" providerId="ADAL" clId="{A6B5D7DE-1A09-47E6-9C4E-97F3488982D4}" dt="2020-08-28T21:57:36.822" v="70" actId="5793"/>
          <ac:spMkLst>
            <pc:docMk/>
            <pc:sldMk cId="50350846" sldId="989"/>
            <ac:spMk id="3" creationId="{53A86053-0BA6-45C5-94E3-F4191457D08F}"/>
          </ac:spMkLst>
        </pc:spChg>
        <pc:spChg chg="add mod">
          <ac:chgData name="Marzieh Ayati" userId="719e7aeb-c3b5-48e5-801b-084d43cd09ac" providerId="ADAL" clId="{A6B5D7DE-1A09-47E6-9C4E-97F3488982D4}" dt="2020-08-28T21:55:15.779" v="15" actId="20577"/>
          <ac:spMkLst>
            <pc:docMk/>
            <pc:sldMk cId="50350846" sldId="989"/>
            <ac:spMk id="4" creationId="{0672BF49-7139-45BD-87D6-BC221EF9DD96}"/>
          </ac:spMkLst>
        </pc:spChg>
        <pc:spChg chg="add mod">
          <ac:chgData name="Marzieh Ayati" userId="719e7aeb-c3b5-48e5-801b-084d43cd09ac" providerId="ADAL" clId="{A6B5D7DE-1A09-47E6-9C4E-97F3488982D4}" dt="2020-08-28T21:55:46.229" v="69" actId="6549"/>
          <ac:spMkLst>
            <pc:docMk/>
            <pc:sldMk cId="50350846" sldId="989"/>
            <ac:spMk id="5" creationId="{A3BF384A-E048-40DA-8248-F66E2D2A7F8D}"/>
          </ac:spMkLst>
        </pc:spChg>
      </pc:sldChg>
      <pc:sldChg chg="addSp delSp modSp new mod">
        <pc:chgData name="Marzieh Ayati" userId="719e7aeb-c3b5-48e5-801b-084d43cd09ac" providerId="ADAL" clId="{A6B5D7DE-1A09-47E6-9C4E-97F3488982D4}" dt="2020-08-28T22:03:52.247" v="139" actId="5793"/>
        <pc:sldMkLst>
          <pc:docMk/>
          <pc:sldMk cId="1574177343" sldId="990"/>
        </pc:sldMkLst>
        <pc:spChg chg="mod">
          <ac:chgData name="Marzieh Ayati" userId="719e7aeb-c3b5-48e5-801b-084d43cd09ac" providerId="ADAL" clId="{A6B5D7DE-1A09-47E6-9C4E-97F3488982D4}" dt="2020-08-28T22:02:17.443" v="120" actId="1076"/>
          <ac:spMkLst>
            <pc:docMk/>
            <pc:sldMk cId="1574177343" sldId="990"/>
            <ac:spMk id="2" creationId="{902CFE82-3380-4A5C-8B13-E069EFBC2CD8}"/>
          </ac:spMkLst>
        </pc:spChg>
        <pc:spChg chg="add del mod">
          <ac:chgData name="Marzieh Ayati" userId="719e7aeb-c3b5-48e5-801b-084d43cd09ac" providerId="ADAL" clId="{A6B5D7DE-1A09-47E6-9C4E-97F3488982D4}" dt="2020-08-28T22:03:52.247" v="139" actId="5793"/>
          <ac:spMkLst>
            <pc:docMk/>
            <pc:sldMk cId="1574177343" sldId="990"/>
            <ac:spMk id="3" creationId="{26CECAD8-E3C4-427A-8F16-457F1CFC53D9}"/>
          </ac:spMkLst>
        </pc:spChg>
        <pc:spChg chg="add del">
          <ac:chgData name="Marzieh Ayati" userId="719e7aeb-c3b5-48e5-801b-084d43cd09ac" providerId="ADAL" clId="{A6B5D7DE-1A09-47E6-9C4E-97F3488982D4}" dt="2020-08-28T21:59:24.196" v="106"/>
          <ac:spMkLst>
            <pc:docMk/>
            <pc:sldMk cId="1574177343" sldId="990"/>
            <ac:spMk id="4" creationId="{F398B5F6-AEEB-4204-96AA-6DE02498E255}"/>
          </ac:spMkLst>
        </pc:spChg>
        <pc:picChg chg="add mod">
          <ac:chgData name="Marzieh Ayati" userId="719e7aeb-c3b5-48e5-801b-084d43cd09ac" providerId="ADAL" clId="{A6B5D7DE-1A09-47E6-9C4E-97F3488982D4}" dt="2020-08-28T22:02:23.124" v="124" actId="1076"/>
          <ac:picMkLst>
            <pc:docMk/>
            <pc:sldMk cId="1574177343" sldId="990"/>
            <ac:picMk id="5" creationId="{3F9AC8F0-4002-4D42-8EC4-47FB01A826F4}"/>
          </ac:picMkLst>
        </pc:picChg>
        <pc:picChg chg="add mod">
          <ac:chgData name="Marzieh Ayati" userId="719e7aeb-c3b5-48e5-801b-084d43cd09ac" providerId="ADAL" clId="{A6B5D7DE-1A09-47E6-9C4E-97F3488982D4}" dt="2020-08-28T22:03:24.211" v="133" actId="14100"/>
          <ac:picMkLst>
            <pc:docMk/>
            <pc:sldMk cId="1574177343" sldId="990"/>
            <ac:picMk id="6" creationId="{0174C815-D307-44E6-AFE1-7009BE115B3D}"/>
          </ac:picMkLst>
        </pc:picChg>
        <pc:picChg chg="add mod">
          <ac:chgData name="Marzieh Ayati" userId="719e7aeb-c3b5-48e5-801b-084d43cd09ac" providerId="ADAL" clId="{A6B5D7DE-1A09-47E6-9C4E-97F3488982D4}" dt="2020-08-28T22:03:29.771" v="134" actId="14100"/>
          <ac:picMkLst>
            <pc:docMk/>
            <pc:sldMk cId="1574177343" sldId="990"/>
            <ac:picMk id="7" creationId="{328EE63F-800E-45A6-A914-C7EAF24F86DE}"/>
          </ac:picMkLst>
        </pc:picChg>
      </pc:sldChg>
      <pc:sldChg chg="new">
        <pc:chgData name="Marzieh Ayati" userId="719e7aeb-c3b5-48e5-801b-084d43cd09ac" providerId="ADAL" clId="{A6B5D7DE-1A09-47E6-9C4E-97F3488982D4}" dt="2020-08-29T01:22:41.356" v="140" actId="680"/>
        <pc:sldMkLst>
          <pc:docMk/>
          <pc:sldMk cId="364118356" sldId="991"/>
        </pc:sldMkLst>
      </pc:sldChg>
      <pc:sldMasterChg chg="delSldLayout">
        <pc:chgData name="Marzieh Ayati" userId="719e7aeb-c3b5-48e5-801b-084d43cd09ac" providerId="ADAL" clId="{A6B5D7DE-1A09-47E6-9C4E-97F3488982D4}" dt="2020-08-28T21:49:46.962" v="2" actId="47"/>
        <pc:sldMasterMkLst>
          <pc:docMk/>
          <pc:sldMasterMk cId="2658897523" sldId="2147483648"/>
        </pc:sldMasterMkLst>
        <pc:sldLayoutChg chg="del">
          <pc:chgData name="Marzieh Ayati" userId="719e7aeb-c3b5-48e5-801b-084d43cd09ac" providerId="ADAL" clId="{A6B5D7DE-1A09-47E6-9C4E-97F3488982D4}" dt="2020-08-28T21:49:46.962" v="2" actId="47"/>
          <pc:sldLayoutMkLst>
            <pc:docMk/>
            <pc:sldMasterMk cId="2658897523" sldId="2147483648"/>
            <pc:sldLayoutMk cId="3842328057" sldId="2147483662"/>
          </pc:sldLayoutMkLst>
        </pc:sldLayoutChg>
      </pc:sldMasterChg>
    </pc:docChg>
  </pc:docChgLst>
  <pc:docChgLst>
    <pc:chgData name="Marzieh Ayati" userId="719e7aeb-c3b5-48e5-801b-084d43cd09ac" providerId="ADAL" clId="{3A91563A-D0F3-498A-86AB-F7461CA11A83}"/>
    <pc:docChg chg="undo custSel addSld delSld modSld sldOrd">
      <pc:chgData name="Marzieh Ayati" userId="719e7aeb-c3b5-48e5-801b-084d43cd09ac" providerId="ADAL" clId="{3A91563A-D0F3-498A-86AB-F7461CA11A83}" dt="2020-09-02T04:35:55.028" v="2545" actId="2696"/>
      <pc:docMkLst>
        <pc:docMk/>
      </pc:docMkLst>
      <pc:sldChg chg="del">
        <pc:chgData name="Marzieh Ayati" userId="719e7aeb-c3b5-48e5-801b-084d43cd09ac" providerId="ADAL" clId="{3A91563A-D0F3-498A-86AB-F7461CA11A83}" dt="2020-09-02T04:35:55.028" v="2545" actId="2696"/>
        <pc:sldMkLst>
          <pc:docMk/>
          <pc:sldMk cId="0" sldId="259"/>
        </pc:sldMkLst>
      </pc:sldChg>
      <pc:sldChg chg="del">
        <pc:chgData name="Marzieh Ayati" userId="719e7aeb-c3b5-48e5-801b-084d43cd09ac" providerId="ADAL" clId="{3A91563A-D0F3-498A-86AB-F7461CA11A83}" dt="2020-09-02T04:35:55.028" v="2545" actId="2696"/>
        <pc:sldMkLst>
          <pc:docMk/>
          <pc:sldMk cId="445796178" sldId="260"/>
        </pc:sldMkLst>
      </pc:sldChg>
      <pc:sldChg chg="add del">
        <pc:chgData name="Marzieh Ayati" userId="719e7aeb-c3b5-48e5-801b-084d43cd09ac" providerId="ADAL" clId="{3A91563A-D0F3-498A-86AB-F7461CA11A83}" dt="2020-09-02T04:35:55.028" v="2545" actId="2696"/>
        <pc:sldMkLst>
          <pc:docMk/>
          <pc:sldMk cId="0" sldId="286"/>
        </pc:sldMkLst>
      </pc:sldChg>
      <pc:sldChg chg="add del">
        <pc:chgData name="Marzieh Ayati" userId="719e7aeb-c3b5-48e5-801b-084d43cd09ac" providerId="ADAL" clId="{3A91563A-D0F3-498A-86AB-F7461CA11A83}" dt="2020-09-02T04:35:55.028" v="2545" actId="2696"/>
        <pc:sldMkLst>
          <pc:docMk/>
          <pc:sldMk cId="0" sldId="288"/>
        </pc:sldMkLst>
      </pc:sldChg>
      <pc:sldChg chg="modSp add del mod">
        <pc:chgData name="Marzieh Ayati" userId="719e7aeb-c3b5-48e5-801b-084d43cd09ac" providerId="ADAL" clId="{3A91563A-D0F3-498A-86AB-F7461CA11A83}" dt="2020-09-02T04:35:55.028" v="2545" actId="2696"/>
        <pc:sldMkLst>
          <pc:docMk/>
          <pc:sldMk cId="0" sldId="289"/>
        </pc:sldMkLst>
        <pc:spChg chg="mod">
          <ac:chgData name="Marzieh Ayati" userId="719e7aeb-c3b5-48e5-801b-084d43cd09ac" providerId="ADAL" clId="{3A91563A-D0F3-498A-86AB-F7461CA11A83}" dt="2020-09-01T15:37:39.524" v="1959" actId="1076"/>
          <ac:spMkLst>
            <pc:docMk/>
            <pc:sldMk cId="0" sldId="289"/>
            <ac:spMk id="285" creationId="{00000000-0000-0000-0000-000000000000}"/>
          </ac:spMkLst>
        </pc:spChg>
        <pc:picChg chg="mod">
          <ac:chgData name="Marzieh Ayati" userId="719e7aeb-c3b5-48e5-801b-084d43cd09ac" providerId="ADAL" clId="{3A91563A-D0F3-498A-86AB-F7461CA11A83}" dt="2020-09-01T15:37:37.084" v="1958" actId="1076"/>
          <ac:picMkLst>
            <pc:docMk/>
            <pc:sldMk cId="0" sldId="289"/>
            <ac:picMk id="288" creationId="{00000000-0000-0000-0000-000000000000}"/>
          </ac:picMkLst>
        </pc:picChg>
      </pc:sldChg>
      <pc:sldChg chg="addSp delSp modSp add del mod">
        <pc:chgData name="Marzieh Ayati" userId="719e7aeb-c3b5-48e5-801b-084d43cd09ac" providerId="ADAL" clId="{3A91563A-D0F3-498A-86AB-F7461CA11A83}" dt="2020-09-02T04:35:55.028" v="2545" actId="2696"/>
        <pc:sldMkLst>
          <pc:docMk/>
          <pc:sldMk cId="0" sldId="290"/>
        </pc:sldMkLst>
        <pc:spChg chg="add mod">
          <ac:chgData name="Marzieh Ayati" userId="719e7aeb-c3b5-48e5-801b-084d43cd09ac" providerId="ADAL" clId="{3A91563A-D0F3-498A-86AB-F7461CA11A83}" dt="2020-09-01T15:46:18.444" v="2061" actId="208"/>
          <ac:spMkLst>
            <pc:docMk/>
            <pc:sldMk cId="0" sldId="290"/>
            <ac:spMk id="3" creationId="{726F22F0-AE9D-418B-B683-C73750E72178}"/>
          </ac:spMkLst>
        </pc:spChg>
        <pc:spChg chg="add mod">
          <ac:chgData name="Marzieh Ayati" userId="719e7aeb-c3b5-48e5-801b-084d43cd09ac" providerId="ADAL" clId="{3A91563A-D0F3-498A-86AB-F7461CA11A83}" dt="2020-09-01T15:47:40.755" v="2105" actId="1037"/>
          <ac:spMkLst>
            <pc:docMk/>
            <pc:sldMk cId="0" sldId="290"/>
            <ac:spMk id="4" creationId="{4E553173-83E1-4567-98A4-77A701CF7ACB}"/>
          </ac:spMkLst>
        </pc:spChg>
        <pc:spChg chg="add mod">
          <ac:chgData name="Marzieh Ayati" userId="719e7aeb-c3b5-48e5-801b-084d43cd09ac" providerId="ADAL" clId="{3A91563A-D0F3-498A-86AB-F7461CA11A83}" dt="2020-09-01T15:46:37.899" v="2068" actId="1076"/>
          <ac:spMkLst>
            <pc:docMk/>
            <pc:sldMk cId="0" sldId="290"/>
            <ac:spMk id="9" creationId="{0731F1D2-394C-4528-87F0-CD73AE2E7A75}"/>
          </ac:spMkLst>
        </pc:spChg>
        <pc:spChg chg="add mod">
          <ac:chgData name="Marzieh Ayati" userId="719e7aeb-c3b5-48e5-801b-084d43cd09ac" providerId="ADAL" clId="{3A91563A-D0F3-498A-86AB-F7461CA11A83}" dt="2020-09-01T15:46:41.068" v="2070" actId="1076"/>
          <ac:spMkLst>
            <pc:docMk/>
            <pc:sldMk cId="0" sldId="290"/>
            <ac:spMk id="10" creationId="{87A249FE-6539-4E79-8030-4830760B2021}"/>
          </ac:spMkLst>
        </pc:spChg>
        <pc:spChg chg="mod">
          <ac:chgData name="Marzieh Ayati" userId="719e7aeb-c3b5-48e5-801b-084d43cd09ac" providerId="ADAL" clId="{3A91563A-D0F3-498A-86AB-F7461CA11A83}" dt="2020-09-01T15:38:27.540" v="1963" actId="1076"/>
          <ac:spMkLst>
            <pc:docMk/>
            <pc:sldMk cId="0" sldId="290"/>
            <ac:spMk id="294" creationId="{00000000-0000-0000-0000-000000000000}"/>
          </ac:spMkLst>
        </pc:spChg>
        <pc:spChg chg="mod">
          <ac:chgData name="Marzieh Ayati" userId="719e7aeb-c3b5-48e5-801b-084d43cd09ac" providerId="ADAL" clId="{3A91563A-D0F3-498A-86AB-F7461CA11A83}" dt="2020-09-01T15:46:03.171" v="2057" actId="14100"/>
          <ac:spMkLst>
            <pc:docMk/>
            <pc:sldMk cId="0" sldId="290"/>
            <ac:spMk id="295" creationId="{00000000-0000-0000-0000-000000000000}"/>
          </ac:spMkLst>
        </pc:spChg>
        <pc:picChg chg="add mod">
          <ac:chgData name="Marzieh Ayati" userId="719e7aeb-c3b5-48e5-801b-084d43cd09ac" providerId="ADAL" clId="{3A91563A-D0F3-498A-86AB-F7461CA11A83}" dt="2020-09-01T15:45:33.827" v="1969" actId="1076"/>
          <ac:picMkLst>
            <pc:docMk/>
            <pc:sldMk cId="0" sldId="290"/>
            <ac:picMk id="2" creationId="{1EE3AF61-F0B2-4702-8511-BEC2BD9A9D63}"/>
          </ac:picMkLst>
        </pc:picChg>
        <pc:picChg chg="del mod">
          <ac:chgData name="Marzieh Ayati" userId="719e7aeb-c3b5-48e5-801b-084d43cd09ac" providerId="ADAL" clId="{3A91563A-D0F3-498A-86AB-F7461CA11A83}" dt="2020-09-01T15:45:28.916" v="1967" actId="478"/>
          <ac:picMkLst>
            <pc:docMk/>
            <pc:sldMk cId="0" sldId="290"/>
            <ac:picMk id="297" creationId="{00000000-0000-0000-0000-000000000000}"/>
          </ac:picMkLst>
        </pc:picChg>
      </pc:sldChg>
      <pc:sldChg chg="add del">
        <pc:chgData name="Marzieh Ayati" userId="719e7aeb-c3b5-48e5-801b-084d43cd09ac" providerId="ADAL" clId="{3A91563A-D0F3-498A-86AB-F7461CA11A83}" dt="2020-09-02T04:35:55.028" v="2545" actId="2696"/>
        <pc:sldMkLst>
          <pc:docMk/>
          <pc:sldMk cId="0" sldId="291"/>
        </pc:sldMkLst>
      </pc:sldChg>
      <pc:sldChg chg="add del">
        <pc:chgData name="Marzieh Ayati" userId="719e7aeb-c3b5-48e5-801b-084d43cd09ac" providerId="ADAL" clId="{3A91563A-D0F3-498A-86AB-F7461CA11A83}" dt="2020-09-02T04:35:55.028" v="2545" actId="2696"/>
        <pc:sldMkLst>
          <pc:docMk/>
          <pc:sldMk cId="0" sldId="293"/>
        </pc:sldMkLst>
      </pc:sldChg>
      <pc:sldChg chg="del">
        <pc:chgData name="Marzieh Ayati" userId="719e7aeb-c3b5-48e5-801b-084d43cd09ac" providerId="ADAL" clId="{3A91563A-D0F3-498A-86AB-F7461CA11A83}" dt="2020-09-02T04:35:55.028" v="2545" actId="2696"/>
        <pc:sldMkLst>
          <pc:docMk/>
          <pc:sldMk cId="184995505" sldId="877"/>
        </pc:sldMkLst>
      </pc:sldChg>
      <pc:sldChg chg="del">
        <pc:chgData name="Marzieh Ayati" userId="719e7aeb-c3b5-48e5-801b-084d43cd09ac" providerId="ADAL" clId="{3A91563A-D0F3-498A-86AB-F7461CA11A83}" dt="2020-09-02T04:35:55.028" v="2545" actId="2696"/>
        <pc:sldMkLst>
          <pc:docMk/>
          <pc:sldMk cId="937937857" sldId="952"/>
        </pc:sldMkLst>
      </pc:sldChg>
      <pc:sldChg chg="add">
        <pc:chgData name="Marzieh Ayati" userId="719e7aeb-c3b5-48e5-801b-084d43cd09ac" providerId="ADAL" clId="{3A91563A-D0F3-498A-86AB-F7461CA11A83}" dt="2020-08-31T22:59:56.118" v="0"/>
        <pc:sldMkLst>
          <pc:docMk/>
          <pc:sldMk cId="2788338526" sldId="955"/>
        </pc:sldMkLst>
      </pc:sldChg>
      <pc:sldChg chg="add">
        <pc:chgData name="Marzieh Ayati" userId="719e7aeb-c3b5-48e5-801b-084d43cd09ac" providerId="ADAL" clId="{3A91563A-D0F3-498A-86AB-F7461CA11A83}" dt="2020-08-31T23:00:30.877" v="1"/>
        <pc:sldMkLst>
          <pc:docMk/>
          <pc:sldMk cId="1703529564" sldId="967"/>
        </pc:sldMkLst>
      </pc:sldChg>
      <pc:sldChg chg="modSp add del mod">
        <pc:chgData name="Marzieh Ayati" userId="719e7aeb-c3b5-48e5-801b-084d43cd09ac" providerId="ADAL" clId="{3A91563A-D0F3-498A-86AB-F7461CA11A83}" dt="2020-09-02T04:35:55.028" v="2545" actId="2696"/>
        <pc:sldMkLst>
          <pc:docMk/>
          <pc:sldMk cId="2441559206" sldId="970"/>
        </pc:sldMkLst>
        <pc:spChg chg="mod">
          <ac:chgData name="Marzieh Ayati" userId="719e7aeb-c3b5-48e5-801b-084d43cd09ac" providerId="ADAL" clId="{3A91563A-D0F3-498A-86AB-F7461CA11A83}" dt="2020-09-01T03:25:51.807" v="695" actId="1076"/>
          <ac:spMkLst>
            <pc:docMk/>
            <pc:sldMk cId="2441559206" sldId="970"/>
            <ac:spMk id="2" creationId="{A1A2B93E-2347-4B1F-977F-849284FBFA23}"/>
          </ac:spMkLst>
        </pc:spChg>
        <pc:spChg chg="mod">
          <ac:chgData name="Marzieh Ayati" userId="719e7aeb-c3b5-48e5-801b-084d43cd09ac" providerId="ADAL" clId="{3A91563A-D0F3-498A-86AB-F7461CA11A83}" dt="2020-09-01T15:15:52.134" v="1180" actId="20577"/>
          <ac:spMkLst>
            <pc:docMk/>
            <pc:sldMk cId="2441559206" sldId="970"/>
            <ac:spMk id="3" creationId="{4A2FF128-ECB4-40D2-8A11-477BDE112A7A}"/>
          </ac:spMkLst>
        </pc:spChg>
      </pc:sldChg>
      <pc:sldChg chg="modSp del mod">
        <pc:chgData name="Marzieh Ayati" userId="719e7aeb-c3b5-48e5-801b-084d43cd09ac" providerId="ADAL" clId="{3A91563A-D0F3-498A-86AB-F7461CA11A83}" dt="2020-09-01T00:16:02.550" v="215" actId="2696"/>
        <pc:sldMkLst>
          <pc:docMk/>
          <pc:sldMk cId="3279527952" sldId="970"/>
        </pc:sldMkLst>
        <pc:spChg chg="mod">
          <ac:chgData name="Marzieh Ayati" userId="719e7aeb-c3b5-48e5-801b-084d43cd09ac" providerId="ADAL" clId="{3A91563A-D0F3-498A-86AB-F7461CA11A83}" dt="2020-09-01T00:15:55.996" v="214" actId="20577"/>
          <ac:spMkLst>
            <pc:docMk/>
            <pc:sldMk cId="3279527952" sldId="970"/>
            <ac:spMk id="3" creationId="{4A2FF128-ECB4-40D2-8A11-477BDE112A7A}"/>
          </ac:spMkLst>
        </pc:spChg>
      </pc:sldChg>
      <pc:sldChg chg="delSp mod">
        <pc:chgData name="Marzieh Ayati" userId="719e7aeb-c3b5-48e5-801b-084d43cd09ac" providerId="ADAL" clId="{3A91563A-D0F3-498A-86AB-F7461CA11A83}" dt="2020-09-01T15:11:36.261" v="1135" actId="478"/>
        <pc:sldMkLst>
          <pc:docMk/>
          <pc:sldMk cId="4081164159" sldId="972"/>
        </pc:sldMkLst>
        <pc:spChg chg="del">
          <ac:chgData name="Marzieh Ayati" userId="719e7aeb-c3b5-48e5-801b-084d43cd09ac" providerId="ADAL" clId="{3A91563A-D0F3-498A-86AB-F7461CA11A83}" dt="2020-09-01T15:11:36.261" v="1135" actId="478"/>
          <ac:spMkLst>
            <pc:docMk/>
            <pc:sldMk cId="4081164159" sldId="972"/>
            <ac:spMk id="3" creationId="{6D3AE31E-9F5F-4A12-96DA-18298FFF9595}"/>
          </ac:spMkLst>
        </pc:spChg>
      </pc:sldChg>
      <pc:sldChg chg="add del">
        <pc:chgData name="Marzieh Ayati" userId="719e7aeb-c3b5-48e5-801b-084d43cd09ac" providerId="ADAL" clId="{3A91563A-D0F3-498A-86AB-F7461CA11A83}" dt="2020-09-01T15:13:50.550" v="1136" actId="2696"/>
        <pc:sldMkLst>
          <pc:docMk/>
          <pc:sldMk cId="1419103317" sldId="975"/>
        </pc:sldMkLst>
      </pc:sldChg>
      <pc:sldChg chg="add">
        <pc:chgData name="Marzieh Ayati" userId="719e7aeb-c3b5-48e5-801b-084d43cd09ac" providerId="ADAL" clId="{3A91563A-D0F3-498A-86AB-F7461CA11A83}" dt="2020-09-01T15:13:54.845" v="1137"/>
        <pc:sldMkLst>
          <pc:docMk/>
          <pc:sldMk cId="3611964959" sldId="975"/>
        </pc:sldMkLst>
      </pc:sldChg>
      <pc:sldChg chg="del">
        <pc:chgData name="Marzieh Ayati" userId="719e7aeb-c3b5-48e5-801b-084d43cd09ac" providerId="ADAL" clId="{3A91563A-D0F3-498A-86AB-F7461CA11A83}" dt="2020-09-01T15:07:56.711" v="1094" actId="2696"/>
        <pc:sldMkLst>
          <pc:docMk/>
          <pc:sldMk cId="3727411596" sldId="975"/>
        </pc:sldMkLst>
      </pc:sldChg>
      <pc:sldChg chg="add del">
        <pc:chgData name="Marzieh Ayati" userId="719e7aeb-c3b5-48e5-801b-084d43cd09ac" providerId="ADAL" clId="{3A91563A-D0F3-498A-86AB-F7461CA11A83}" dt="2020-09-01T15:13:50.550" v="1136" actId="2696"/>
        <pc:sldMkLst>
          <pc:docMk/>
          <pc:sldMk cId="434669280" sldId="976"/>
        </pc:sldMkLst>
      </pc:sldChg>
      <pc:sldChg chg="del">
        <pc:chgData name="Marzieh Ayati" userId="719e7aeb-c3b5-48e5-801b-084d43cd09ac" providerId="ADAL" clId="{3A91563A-D0F3-498A-86AB-F7461CA11A83}" dt="2020-09-01T15:07:56.711" v="1094" actId="2696"/>
        <pc:sldMkLst>
          <pc:docMk/>
          <pc:sldMk cId="455031361" sldId="976"/>
        </pc:sldMkLst>
      </pc:sldChg>
      <pc:sldChg chg="addSp modSp add mod">
        <pc:chgData name="Marzieh Ayati" userId="719e7aeb-c3b5-48e5-801b-084d43cd09ac" providerId="ADAL" clId="{3A91563A-D0F3-498A-86AB-F7461CA11A83}" dt="2020-09-01T18:36:00.513" v="2514" actId="1076"/>
        <pc:sldMkLst>
          <pc:docMk/>
          <pc:sldMk cId="2320014248" sldId="976"/>
        </pc:sldMkLst>
        <pc:spChg chg="add mod">
          <ac:chgData name="Marzieh Ayati" userId="719e7aeb-c3b5-48e5-801b-084d43cd09ac" providerId="ADAL" clId="{3A91563A-D0F3-498A-86AB-F7461CA11A83}" dt="2020-09-01T18:35:58.139" v="2513" actId="113"/>
          <ac:spMkLst>
            <pc:docMk/>
            <pc:sldMk cId="2320014248" sldId="976"/>
            <ac:spMk id="5" creationId="{82259658-4A6C-4851-AB28-B7F8EFAAE15A}"/>
          </ac:spMkLst>
        </pc:spChg>
        <pc:picChg chg="add mod">
          <ac:chgData name="Marzieh Ayati" userId="719e7aeb-c3b5-48e5-801b-084d43cd09ac" providerId="ADAL" clId="{3A91563A-D0F3-498A-86AB-F7461CA11A83}" dt="2020-09-01T18:36:00.513" v="2514" actId="1076"/>
          <ac:picMkLst>
            <pc:docMk/>
            <pc:sldMk cId="2320014248" sldId="976"/>
            <ac:picMk id="3" creationId="{07C70691-B901-4B91-99C6-A8F872FA2DA0}"/>
          </ac:picMkLst>
        </pc:picChg>
        <pc:picChg chg="mod">
          <ac:chgData name="Marzieh Ayati" userId="719e7aeb-c3b5-48e5-801b-084d43cd09ac" providerId="ADAL" clId="{3A91563A-D0F3-498A-86AB-F7461CA11A83}" dt="2020-09-01T18:34:47.010" v="2475" actId="1076"/>
          <ac:picMkLst>
            <pc:docMk/>
            <pc:sldMk cId="2320014248" sldId="976"/>
            <ac:picMk id="4" creationId="{0DB68E30-1877-474D-8C39-3B14E5D842C5}"/>
          </ac:picMkLst>
        </pc:picChg>
      </pc:sldChg>
      <pc:sldChg chg="del">
        <pc:chgData name="Marzieh Ayati" userId="719e7aeb-c3b5-48e5-801b-084d43cd09ac" providerId="ADAL" clId="{3A91563A-D0F3-498A-86AB-F7461CA11A83}" dt="2020-09-01T15:07:56.711" v="1094" actId="2696"/>
        <pc:sldMkLst>
          <pc:docMk/>
          <pc:sldMk cId="2072148254" sldId="977"/>
        </pc:sldMkLst>
      </pc:sldChg>
      <pc:sldChg chg="add del">
        <pc:chgData name="Marzieh Ayati" userId="719e7aeb-c3b5-48e5-801b-084d43cd09ac" providerId="ADAL" clId="{3A91563A-D0F3-498A-86AB-F7461CA11A83}" dt="2020-09-01T15:13:50.550" v="1136" actId="2696"/>
        <pc:sldMkLst>
          <pc:docMk/>
          <pc:sldMk cId="2982013441" sldId="977"/>
        </pc:sldMkLst>
      </pc:sldChg>
      <pc:sldChg chg="add">
        <pc:chgData name="Marzieh Ayati" userId="719e7aeb-c3b5-48e5-801b-084d43cd09ac" providerId="ADAL" clId="{3A91563A-D0F3-498A-86AB-F7461CA11A83}" dt="2020-09-01T15:13:54.845" v="1137"/>
        <pc:sldMkLst>
          <pc:docMk/>
          <pc:sldMk cId="3599885506" sldId="977"/>
        </pc:sldMkLst>
      </pc:sldChg>
      <pc:sldChg chg="add">
        <pc:chgData name="Marzieh Ayati" userId="719e7aeb-c3b5-48e5-801b-084d43cd09ac" providerId="ADAL" clId="{3A91563A-D0F3-498A-86AB-F7461CA11A83}" dt="2020-09-01T15:13:54.845" v="1137"/>
        <pc:sldMkLst>
          <pc:docMk/>
          <pc:sldMk cId="976549521" sldId="978"/>
        </pc:sldMkLst>
      </pc:sldChg>
      <pc:sldChg chg="add del">
        <pc:chgData name="Marzieh Ayati" userId="719e7aeb-c3b5-48e5-801b-084d43cd09ac" providerId="ADAL" clId="{3A91563A-D0F3-498A-86AB-F7461CA11A83}" dt="2020-09-01T15:13:50.550" v="1136" actId="2696"/>
        <pc:sldMkLst>
          <pc:docMk/>
          <pc:sldMk cId="1976585790" sldId="978"/>
        </pc:sldMkLst>
      </pc:sldChg>
      <pc:sldChg chg="del">
        <pc:chgData name="Marzieh Ayati" userId="719e7aeb-c3b5-48e5-801b-084d43cd09ac" providerId="ADAL" clId="{3A91563A-D0F3-498A-86AB-F7461CA11A83}" dt="2020-09-01T15:07:56.711" v="1094" actId="2696"/>
        <pc:sldMkLst>
          <pc:docMk/>
          <pc:sldMk cId="2711290419" sldId="978"/>
        </pc:sldMkLst>
      </pc:sldChg>
      <pc:sldChg chg="addSp delSp modSp add mod">
        <pc:chgData name="Marzieh Ayati" userId="719e7aeb-c3b5-48e5-801b-084d43cd09ac" providerId="ADAL" clId="{3A91563A-D0F3-498A-86AB-F7461CA11A83}" dt="2020-09-01T18:33:30.300" v="2461" actId="21"/>
        <pc:sldMkLst>
          <pc:docMk/>
          <pc:sldMk cId="2283142963" sldId="979"/>
        </pc:sldMkLst>
        <pc:picChg chg="add del mod">
          <ac:chgData name="Marzieh Ayati" userId="719e7aeb-c3b5-48e5-801b-084d43cd09ac" providerId="ADAL" clId="{3A91563A-D0F3-498A-86AB-F7461CA11A83}" dt="2020-09-01T18:33:30.300" v="2461" actId="21"/>
          <ac:picMkLst>
            <pc:docMk/>
            <pc:sldMk cId="2283142963" sldId="979"/>
            <ac:picMk id="3" creationId="{363CCCEC-C14A-4437-B79C-DFBF86D978BF}"/>
          </ac:picMkLst>
        </pc:picChg>
      </pc:sldChg>
      <pc:sldChg chg="add del">
        <pc:chgData name="Marzieh Ayati" userId="719e7aeb-c3b5-48e5-801b-084d43cd09ac" providerId="ADAL" clId="{3A91563A-D0F3-498A-86AB-F7461CA11A83}" dt="2020-09-01T15:13:50.550" v="1136" actId="2696"/>
        <pc:sldMkLst>
          <pc:docMk/>
          <pc:sldMk cId="3546298286" sldId="979"/>
        </pc:sldMkLst>
      </pc:sldChg>
      <pc:sldChg chg="del">
        <pc:chgData name="Marzieh Ayati" userId="719e7aeb-c3b5-48e5-801b-084d43cd09ac" providerId="ADAL" clId="{3A91563A-D0F3-498A-86AB-F7461CA11A83}" dt="2020-09-01T15:07:56.711" v="1094" actId="2696"/>
        <pc:sldMkLst>
          <pc:docMk/>
          <pc:sldMk cId="3767795112" sldId="979"/>
        </pc:sldMkLst>
      </pc:sldChg>
      <pc:sldChg chg="add del ord">
        <pc:chgData name="Marzieh Ayati" userId="719e7aeb-c3b5-48e5-801b-084d43cd09ac" providerId="ADAL" clId="{3A91563A-D0F3-498A-86AB-F7461CA11A83}" dt="2020-09-02T04:35:55.028" v="2545" actId="2696"/>
        <pc:sldMkLst>
          <pc:docMk/>
          <pc:sldMk cId="1220017812" sldId="980"/>
        </pc:sldMkLst>
      </pc:sldChg>
      <pc:sldChg chg="del">
        <pc:chgData name="Marzieh Ayati" userId="719e7aeb-c3b5-48e5-801b-084d43cd09ac" providerId="ADAL" clId="{3A91563A-D0F3-498A-86AB-F7461CA11A83}" dt="2020-09-01T15:07:56.711" v="1094" actId="2696"/>
        <pc:sldMkLst>
          <pc:docMk/>
          <pc:sldMk cId="1629214856" sldId="980"/>
        </pc:sldMkLst>
      </pc:sldChg>
      <pc:sldChg chg="add del">
        <pc:chgData name="Marzieh Ayati" userId="719e7aeb-c3b5-48e5-801b-084d43cd09ac" providerId="ADAL" clId="{3A91563A-D0F3-498A-86AB-F7461CA11A83}" dt="2020-09-01T15:13:50.550" v="1136" actId="2696"/>
        <pc:sldMkLst>
          <pc:docMk/>
          <pc:sldMk cId="3180020220" sldId="980"/>
        </pc:sldMkLst>
      </pc:sldChg>
      <pc:sldChg chg="add del">
        <pc:chgData name="Marzieh Ayati" userId="719e7aeb-c3b5-48e5-801b-084d43cd09ac" providerId="ADAL" clId="{3A91563A-D0F3-498A-86AB-F7461CA11A83}" dt="2020-09-01T15:13:50.550" v="1136" actId="2696"/>
        <pc:sldMkLst>
          <pc:docMk/>
          <pc:sldMk cId="999887434" sldId="981"/>
        </pc:sldMkLst>
      </pc:sldChg>
      <pc:sldChg chg="addSp modSp add mod">
        <pc:chgData name="Marzieh Ayati" userId="719e7aeb-c3b5-48e5-801b-084d43cd09ac" providerId="ADAL" clId="{3A91563A-D0F3-498A-86AB-F7461CA11A83}" dt="2020-09-01T18:37:06.586" v="2520" actId="20577"/>
        <pc:sldMkLst>
          <pc:docMk/>
          <pc:sldMk cId="1949217685" sldId="981"/>
        </pc:sldMkLst>
        <pc:spChg chg="mod">
          <ac:chgData name="Marzieh Ayati" userId="719e7aeb-c3b5-48e5-801b-084d43cd09ac" providerId="ADAL" clId="{3A91563A-D0F3-498A-86AB-F7461CA11A83}" dt="2020-09-01T18:37:06.586" v="2520" actId="20577"/>
          <ac:spMkLst>
            <pc:docMk/>
            <pc:sldMk cId="1949217685" sldId="981"/>
            <ac:spMk id="2" creationId="{407AFC9D-8BE4-487A-9F6A-B08128CAFD07}"/>
          </ac:spMkLst>
        </pc:spChg>
        <pc:picChg chg="add mod">
          <ac:chgData name="Marzieh Ayati" userId="719e7aeb-c3b5-48e5-801b-084d43cd09ac" providerId="ADAL" clId="{3A91563A-D0F3-498A-86AB-F7461CA11A83}" dt="2020-09-01T18:28:06.618" v="2452" actId="14100"/>
          <ac:picMkLst>
            <pc:docMk/>
            <pc:sldMk cId="1949217685" sldId="981"/>
            <ac:picMk id="3" creationId="{F744A6BB-C24E-4E66-9A37-6580DD8B36D2}"/>
          </ac:picMkLst>
        </pc:picChg>
      </pc:sldChg>
      <pc:sldChg chg="del">
        <pc:chgData name="Marzieh Ayati" userId="719e7aeb-c3b5-48e5-801b-084d43cd09ac" providerId="ADAL" clId="{3A91563A-D0F3-498A-86AB-F7461CA11A83}" dt="2020-09-01T15:07:56.711" v="1094" actId="2696"/>
        <pc:sldMkLst>
          <pc:docMk/>
          <pc:sldMk cId="3927072379" sldId="981"/>
        </pc:sldMkLst>
      </pc:sldChg>
      <pc:sldChg chg="addSp modSp mod modAnim">
        <pc:chgData name="Marzieh Ayati" userId="719e7aeb-c3b5-48e5-801b-084d43cd09ac" providerId="ADAL" clId="{3A91563A-D0F3-498A-86AB-F7461CA11A83}" dt="2020-09-01T18:34:21.988" v="2474"/>
        <pc:sldMkLst>
          <pc:docMk/>
          <pc:sldMk cId="2123262225" sldId="983"/>
        </pc:sldMkLst>
        <pc:picChg chg="add mod">
          <ac:chgData name="Marzieh Ayati" userId="719e7aeb-c3b5-48e5-801b-084d43cd09ac" providerId="ADAL" clId="{3A91563A-D0F3-498A-86AB-F7461CA11A83}" dt="2020-09-01T18:31:40.746" v="2456" actId="1076"/>
          <ac:picMkLst>
            <pc:docMk/>
            <pc:sldMk cId="2123262225" sldId="983"/>
            <ac:picMk id="3" creationId="{AB5486AC-06E5-4C83-B84A-9E5231E43748}"/>
          </ac:picMkLst>
        </pc:picChg>
        <pc:picChg chg="mod">
          <ac:chgData name="Marzieh Ayati" userId="719e7aeb-c3b5-48e5-801b-084d43cd09ac" providerId="ADAL" clId="{3A91563A-D0F3-498A-86AB-F7461CA11A83}" dt="2020-09-01T18:31:38.121" v="2455" actId="1076"/>
          <ac:picMkLst>
            <pc:docMk/>
            <pc:sldMk cId="2123262225" sldId="983"/>
            <ac:picMk id="4" creationId="{D5B5E510-75A2-4D37-AF64-DE87CF0259BD}"/>
          </ac:picMkLst>
        </pc:picChg>
        <pc:picChg chg="add mod">
          <ac:chgData name="Marzieh Ayati" userId="719e7aeb-c3b5-48e5-801b-084d43cd09ac" providerId="ADAL" clId="{3A91563A-D0F3-498A-86AB-F7461CA11A83}" dt="2020-09-01T18:34:17.898" v="2470" actId="1076"/>
          <ac:picMkLst>
            <pc:docMk/>
            <pc:sldMk cId="2123262225" sldId="983"/>
            <ac:picMk id="5" creationId="{885012A2-26FD-45B0-AA6A-D4276CA29B1C}"/>
          </ac:picMkLst>
        </pc:picChg>
        <pc:picChg chg="add mod">
          <ac:chgData name="Marzieh Ayati" userId="719e7aeb-c3b5-48e5-801b-084d43cd09ac" providerId="ADAL" clId="{3A91563A-D0F3-498A-86AB-F7461CA11A83}" dt="2020-09-01T18:34:13.210" v="2469" actId="14100"/>
          <ac:picMkLst>
            <pc:docMk/>
            <pc:sldMk cId="2123262225" sldId="983"/>
            <ac:picMk id="6" creationId="{C66FAD55-E5BB-4968-B2FD-C6077DE35D9E}"/>
          </ac:picMkLst>
        </pc:picChg>
      </pc:sldChg>
      <pc:sldChg chg="addSp modSp mod">
        <pc:chgData name="Marzieh Ayati" userId="719e7aeb-c3b5-48e5-801b-084d43cd09ac" providerId="ADAL" clId="{3A91563A-D0F3-498A-86AB-F7461CA11A83}" dt="2020-09-01T00:36:23.881" v="358" actId="1076"/>
        <pc:sldMkLst>
          <pc:docMk/>
          <pc:sldMk cId="832734471" sldId="985"/>
        </pc:sldMkLst>
        <pc:spChg chg="mod">
          <ac:chgData name="Marzieh Ayati" userId="719e7aeb-c3b5-48e5-801b-084d43cd09ac" providerId="ADAL" clId="{3A91563A-D0F3-498A-86AB-F7461CA11A83}" dt="2020-09-01T00:36:13.882" v="352" actId="1076"/>
          <ac:spMkLst>
            <pc:docMk/>
            <pc:sldMk cId="832734471" sldId="985"/>
            <ac:spMk id="2" creationId="{AB910559-205C-4C27-9E41-ACB8A124D76B}"/>
          </ac:spMkLst>
        </pc:spChg>
        <pc:picChg chg="add mod">
          <ac:chgData name="Marzieh Ayati" userId="719e7aeb-c3b5-48e5-801b-084d43cd09ac" providerId="ADAL" clId="{3A91563A-D0F3-498A-86AB-F7461CA11A83}" dt="2020-09-01T00:36:23.881" v="358" actId="1076"/>
          <ac:picMkLst>
            <pc:docMk/>
            <pc:sldMk cId="832734471" sldId="985"/>
            <ac:picMk id="3" creationId="{ED17A0A8-9660-4C41-8C5A-6DBEEFA58F88}"/>
          </ac:picMkLst>
        </pc:picChg>
        <pc:picChg chg="mod">
          <ac:chgData name="Marzieh Ayati" userId="719e7aeb-c3b5-48e5-801b-084d43cd09ac" providerId="ADAL" clId="{3A91563A-D0F3-498A-86AB-F7461CA11A83}" dt="2020-09-01T00:36:22.137" v="357" actId="1076"/>
          <ac:picMkLst>
            <pc:docMk/>
            <pc:sldMk cId="832734471" sldId="985"/>
            <ac:picMk id="4" creationId="{99CBAB98-D38B-417D-93A5-204982DDD4C3}"/>
          </ac:picMkLst>
        </pc:picChg>
      </pc:sldChg>
      <pc:sldChg chg="modSp mod ord">
        <pc:chgData name="Marzieh Ayati" userId="719e7aeb-c3b5-48e5-801b-084d43cd09ac" providerId="ADAL" clId="{3A91563A-D0F3-498A-86AB-F7461CA11A83}" dt="2020-09-01T15:14:07.950" v="1139"/>
        <pc:sldMkLst>
          <pc:docMk/>
          <pc:sldMk cId="364118356" sldId="991"/>
        </pc:sldMkLst>
        <pc:spChg chg="mod">
          <ac:chgData name="Marzieh Ayati" userId="719e7aeb-c3b5-48e5-801b-084d43cd09ac" providerId="ADAL" clId="{3A91563A-D0F3-498A-86AB-F7461CA11A83}" dt="2020-09-01T00:34:09.513" v="348" actId="20577"/>
          <ac:spMkLst>
            <pc:docMk/>
            <pc:sldMk cId="364118356" sldId="991"/>
            <ac:spMk id="3" creationId="{C64E88F5-21B5-4115-982D-B9FC862C1A53}"/>
          </ac:spMkLst>
        </pc:spChg>
      </pc:sldChg>
      <pc:sldChg chg="modSp new del mod">
        <pc:chgData name="Marzieh Ayati" userId="719e7aeb-c3b5-48e5-801b-084d43cd09ac" providerId="ADAL" clId="{3A91563A-D0F3-498A-86AB-F7461CA11A83}" dt="2020-09-02T04:35:55.028" v="2545" actId="2696"/>
        <pc:sldMkLst>
          <pc:docMk/>
          <pc:sldMk cId="1850866318" sldId="992"/>
        </pc:sldMkLst>
        <pc:spChg chg="mod">
          <ac:chgData name="Marzieh Ayati" userId="719e7aeb-c3b5-48e5-801b-084d43cd09ac" providerId="ADAL" clId="{3A91563A-D0F3-498A-86AB-F7461CA11A83}" dt="2020-09-01T00:19:05.547" v="325" actId="20577"/>
          <ac:spMkLst>
            <pc:docMk/>
            <pc:sldMk cId="1850866318" sldId="992"/>
            <ac:spMk id="2" creationId="{34627FBF-7ABF-4FAE-A647-3F0F1A35C0A8}"/>
          </ac:spMkLst>
        </pc:spChg>
        <pc:spChg chg="mod">
          <ac:chgData name="Marzieh Ayati" userId="719e7aeb-c3b5-48e5-801b-084d43cd09ac" providerId="ADAL" clId="{3A91563A-D0F3-498A-86AB-F7461CA11A83}" dt="2020-09-01T00:19:46.476" v="337" actId="6549"/>
          <ac:spMkLst>
            <pc:docMk/>
            <pc:sldMk cId="1850866318" sldId="992"/>
            <ac:spMk id="3" creationId="{22E7196D-C4D5-41DD-87BC-6FA6D6D08DA1}"/>
          </ac:spMkLst>
        </pc:spChg>
      </pc:sldChg>
      <pc:sldChg chg="addSp delSp modSp new del mod">
        <pc:chgData name="Marzieh Ayati" userId="719e7aeb-c3b5-48e5-801b-084d43cd09ac" providerId="ADAL" clId="{3A91563A-D0F3-498A-86AB-F7461CA11A83}" dt="2020-09-02T04:35:55.028" v="2545" actId="2696"/>
        <pc:sldMkLst>
          <pc:docMk/>
          <pc:sldMk cId="3639778465" sldId="993"/>
        </pc:sldMkLst>
        <pc:spChg chg="mod">
          <ac:chgData name="Marzieh Ayati" userId="719e7aeb-c3b5-48e5-801b-084d43cd09ac" providerId="ADAL" clId="{3A91563A-D0F3-498A-86AB-F7461CA11A83}" dt="2020-09-01T00:41:01.097" v="390" actId="1076"/>
          <ac:spMkLst>
            <pc:docMk/>
            <pc:sldMk cId="3639778465" sldId="993"/>
            <ac:spMk id="2" creationId="{5AAD8F94-E909-4763-BAF2-20CBC4027F07}"/>
          </ac:spMkLst>
        </pc:spChg>
        <pc:spChg chg="del">
          <ac:chgData name="Marzieh Ayati" userId="719e7aeb-c3b5-48e5-801b-084d43cd09ac" providerId="ADAL" clId="{3A91563A-D0F3-498A-86AB-F7461CA11A83}" dt="2020-09-01T00:40:50.602" v="384" actId="478"/>
          <ac:spMkLst>
            <pc:docMk/>
            <pc:sldMk cId="3639778465" sldId="993"/>
            <ac:spMk id="3" creationId="{49600DEA-4EF5-4C25-A4CB-8C448F57589B}"/>
          </ac:spMkLst>
        </pc:spChg>
        <pc:picChg chg="add mod">
          <ac:chgData name="Marzieh Ayati" userId="719e7aeb-c3b5-48e5-801b-084d43cd09ac" providerId="ADAL" clId="{3A91563A-D0F3-498A-86AB-F7461CA11A83}" dt="2020-09-01T00:41:02.249" v="391" actId="1076"/>
          <ac:picMkLst>
            <pc:docMk/>
            <pc:sldMk cId="3639778465" sldId="993"/>
            <ac:picMk id="4" creationId="{943E30A2-11B5-41F6-88D2-70D12220E06F}"/>
          </ac:picMkLst>
        </pc:picChg>
      </pc:sldChg>
      <pc:sldChg chg="addSp delSp modSp new del mod">
        <pc:chgData name="Marzieh Ayati" userId="719e7aeb-c3b5-48e5-801b-084d43cd09ac" providerId="ADAL" clId="{3A91563A-D0F3-498A-86AB-F7461CA11A83}" dt="2020-09-02T04:35:55.028" v="2545" actId="2696"/>
        <pc:sldMkLst>
          <pc:docMk/>
          <pc:sldMk cId="610884602" sldId="994"/>
        </pc:sldMkLst>
        <pc:spChg chg="mod">
          <ac:chgData name="Marzieh Ayati" userId="719e7aeb-c3b5-48e5-801b-084d43cd09ac" providerId="ADAL" clId="{3A91563A-D0F3-498A-86AB-F7461CA11A83}" dt="2020-09-01T00:41:50.202" v="396" actId="1076"/>
          <ac:spMkLst>
            <pc:docMk/>
            <pc:sldMk cId="610884602" sldId="994"/>
            <ac:spMk id="2" creationId="{99E5B872-5149-452A-9EFE-F116A7438540}"/>
          </ac:spMkLst>
        </pc:spChg>
        <pc:spChg chg="del">
          <ac:chgData name="Marzieh Ayati" userId="719e7aeb-c3b5-48e5-801b-084d43cd09ac" providerId="ADAL" clId="{3A91563A-D0F3-498A-86AB-F7461CA11A83}" dt="2020-09-01T00:41:51.834" v="397" actId="478"/>
          <ac:spMkLst>
            <pc:docMk/>
            <pc:sldMk cId="610884602" sldId="994"/>
            <ac:spMk id="3" creationId="{73477A97-34EF-4DF4-A778-AC34E3A60C7A}"/>
          </ac:spMkLst>
        </pc:spChg>
        <pc:picChg chg="add mod">
          <ac:chgData name="Marzieh Ayati" userId="719e7aeb-c3b5-48e5-801b-084d43cd09ac" providerId="ADAL" clId="{3A91563A-D0F3-498A-86AB-F7461CA11A83}" dt="2020-09-01T00:41:53.874" v="398" actId="1076"/>
          <ac:picMkLst>
            <pc:docMk/>
            <pc:sldMk cId="610884602" sldId="994"/>
            <ac:picMk id="4" creationId="{64AE790F-9641-4011-86DA-7E6716945FE3}"/>
          </ac:picMkLst>
        </pc:picChg>
      </pc:sldChg>
      <pc:sldChg chg="addSp modSp new del mod modAnim">
        <pc:chgData name="Marzieh Ayati" userId="719e7aeb-c3b5-48e5-801b-084d43cd09ac" providerId="ADAL" clId="{3A91563A-D0F3-498A-86AB-F7461CA11A83}" dt="2020-09-02T04:35:55.028" v="2545" actId="2696"/>
        <pc:sldMkLst>
          <pc:docMk/>
          <pc:sldMk cId="2464726080" sldId="995"/>
        </pc:sldMkLst>
        <pc:spChg chg="mod">
          <ac:chgData name="Marzieh Ayati" userId="719e7aeb-c3b5-48e5-801b-084d43cd09ac" providerId="ADAL" clId="{3A91563A-D0F3-498A-86AB-F7461CA11A83}" dt="2020-09-01T00:42:15.004" v="406" actId="20577"/>
          <ac:spMkLst>
            <pc:docMk/>
            <pc:sldMk cId="2464726080" sldId="995"/>
            <ac:spMk id="2" creationId="{BED28D63-97FC-4145-AD2A-DC913EA83E0F}"/>
          </ac:spMkLst>
        </pc:spChg>
        <pc:spChg chg="mod">
          <ac:chgData name="Marzieh Ayati" userId="719e7aeb-c3b5-48e5-801b-084d43cd09ac" providerId="ADAL" clId="{3A91563A-D0F3-498A-86AB-F7461CA11A83}" dt="2020-09-01T00:45:58.197" v="649" actId="20577"/>
          <ac:spMkLst>
            <pc:docMk/>
            <pc:sldMk cId="2464726080" sldId="995"/>
            <ac:spMk id="3" creationId="{C1404951-70DA-465C-B016-651EA73B530A}"/>
          </ac:spMkLst>
        </pc:spChg>
        <pc:picChg chg="add mod">
          <ac:chgData name="Marzieh Ayati" userId="719e7aeb-c3b5-48e5-801b-084d43cd09ac" providerId="ADAL" clId="{3A91563A-D0F3-498A-86AB-F7461CA11A83}" dt="2020-09-01T00:44:39.185" v="572" actId="1076"/>
          <ac:picMkLst>
            <pc:docMk/>
            <pc:sldMk cId="2464726080" sldId="995"/>
            <ac:picMk id="4" creationId="{DFF76A2B-49D7-4291-A530-92AE8EF6ECCA}"/>
          </ac:picMkLst>
        </pc:picChg>
        <pc:picChg chg="add mod">
          <ac:chgData name="Marzieh Ayati" userId="719e7aeb-c3b5-48e5-801b-084d43cd09ac" providerId="ADAL" clId="{3A91563A-D0F3-498A-86AB-F7461CA11A83}" dt="2020-09-01T00:44:42.377" v="574" actId="14100"/>
          <ac:picMkLst>
            <pc:docMk/>
            <pc:sldMk cId="2464726080" sldId="995"/>
            <ac:picMk id="5" creationId="{C26B43A4-2AC1-42A9-AD01-7D6B85210420}"/>
          </ac:picMkLst>
        </pc:picChg>
        <pc:picChg chg="add mod">
          <ac:chgData name="Marzieh Ayati" userId="719e7aeb-c3b5-48e5-801b-084d43cd09ac" providerId="ADAL" clId="{3A91563A-D0F3-498A-86AB-F7461CA11A83}" dt="2020-09-01T00:46:01.410" v="650" actId="1076"/>
          <ac:picMkLst>
            <pc:docMk/>
            <pc:sldMk cId="2464726080" sldId="995"/>
            <ac:picMk id="6" creationId="{508C8A1A-165E-48B0-AA04-A98385800CD3}"/>
          </ac:picMkLst>
        </pc:picChg>
      </pc:sldChg>
      <pc:sldChg chg="addSp delSp modSp new del mod modAnim">
        <pc:chgData name="Marzieh Ayati" userId="719e7aeb-c3b5-48e5-801b-084d43cd09ac" providerId="ADAL" clId="{3A91563A-D0F3-498A-86AB-F7461CA11A83}" dt="2020-09-02T04:35:55.028" v="2545" actId="2696"/>
        <pc:sldMkLst>
          <pc:docMk/>
          <pc:sldMk cId="3622869786" sldId="996"/>
        </pc:sldMkLst>
        <pc:spChg chg="mod">
          <ac:chgData name="Marzieh Ayati" userId="719e7aeb-c3b5-48e5-801b-084d43cd09ac" providerId="ADAL" clId="{3A91563A-D0F3-498A-86AB-F7461CA11A83}" dt="2020-09-01T15:48:57.320" v="2107" actId="6549"/>
          <ac:spMkLst>
            <pc:docMk/>
            <pc:sldMk cId="3622869786" sldId="996"/>
            <ac:spMk id="2" creationId="{9E7A73D0-EFF5-416B-A7F6-0423E6C35E02}"/>
          </ac:spMkLst>
        </pc:spChg>
        <pc:spChg chg="mod">
          <ac:chgData name="Marzieh Ayati" userId="719e7aeb-c3b5-48e5-801b-084d43cd09ac" providerId="ADAL" clId="{3A91563A-D0F3-498A-86AB-F7461CA11A83}" dt="2020-09-01T03:31:07.558" v="755" actId="6549"/>
          <ac:spMkLst>
            <pc:docMk/>
            <pc:sldMk cId="3622869786" sldId="996"/>
            <ac:spMk id="3" creationId="{78CEA0B5-2E93-41A0-8A93-0663C9F79BD8}"/>
          </ac:spMkLst>
        </pc:spChg>
        <pc:spChg chg="add del">
          <ac:chgData name="Marzieh Ayati" userId="719e7aeb-c3b5-48e5-801b-084d43cd09ac" providerId="ADAL" clId="{3A91563A-D0F3-498A-86AB-F7461CA11A83}" dt="2020-09-01T03:26:57.776" v="717"/>
          <ac:spMkLst>
            <pc:docMk/>
            <pc:sldMk cId="3622869786" sldId="996"/>
            <ac:spMk id="4" creationId="{F05335D5-EC7E-4755-95D2-A4BA761FCDD5}"/>
          </ac:spMkLst>
        </pc:spChg>
        <pc:picChg chg="add mod">
          <ac:chgData name="Marzieh Ayati" userId="719e7aeb-c3b5-48e5-801b-084d43cd09ac" providerId="ADAL" clId="{3A91563A-D0F3-498A-86AB-F7461CA11A83}" dt="2020-09-01T03:30:57.959" v="748" actId="1076"/>
          <ac:picMkLst>
            <pc:docMk/>
            <pc:sldMk cId="3622869786" sldId="996"/>
            <ac:picMk id="5" creationId="{182E5820-8322-4DED-9CF6-B58652FFAD49}"/>
          </ac:picMkLst>
        </pc:picChg>
        <pc:picChg chg="add mod">
          <ac:chgData name="Marzieh Ayati" userId="719e7aeb-c3b5-48e5-801b-084d43cd09ac" providerId="ADAL" clId="{3A91563A-D0F3-498A-86AB-F7461CA11A83}" dt="2020-09-01T03:35:39.608" v="768" actId="1076"/>
          <ac:picMkLst>
            <pc:docMk/>
            <pc:sldMk cId="3622869786" sldId="996"/>
            <ac:picMk id="6" creationId="{0BE46B88-0156-4F5F-B88F-AABED8DF9813}"/>
          </ac:picMkLst>
        </pc:picChg>
        <pc:picChg chg="add mod">
          <ac:chgData name="Marzieh Ayati" userId="719e7aeb-c3b5-48e5-801b-084d43cd09ac" providerId="ADAL" clId="{3A91563A-D0F3-498A-86AB-F7461CA11A83}" dt="2020-09-01T03:30:29.487" v="745" actId="1076"/>
          <ac:picMkLst>
            <pc:docMk/>
            <pc:sldMk cId="3622869786" sldId="996"/>
            <ac:picMk id="1028" creationId="{BD1ADA96-72EB-4424-89FC-4165589F3258}"/>
          </ac:picMkLst>
        </pc:picChg>
        <pc:picChg chg="add del mod">
          <ac:chgData name="Marzieh Ayati" userId="719e7aeb-c3b5-48e5-801b-084d43cd09ac" providerId="ADAL" clId="{3A91563A-D0F3-498A-86AB-F7461CA11A83}" dt="2020-09-01T03:35:43.220" v="769" actId="21"/>
          <ac:picMkLst>
            <pc:docMk/>
            <pc:sldMk cId="3622869786" sldId="996"/>
            <ac:picMk id="1030" creationId="{EA17C6C3-EEA5-4E87-8A2E-C58A0BC570D2}"/>
          </ac:picMkLst>
        </pc:picChg>
      </pc:sldChg>
      <pc:sldChg chg="addSp delSp modSp new del mod modAnim">
        <pc:chgData name="Marzieh Ayati" userId="719e7aeb-c3b5-48e5-801b-084d43cd09ac" providerId="ADAL" clId="{3A91563A-D0F3-498A-86AB-F7461CA11A83}" dt="2020-09-02T04:35:55.028" v="2545" actId="2696"/>
        <pc:sldMkLst>
          <pc:docMk/>
          <pc:sldMk cId="1469754948" sldId="997"/>
        </pc:sldMkLst>
        <pc:spChg chg="mod">
          <ac:chgData name="Marzieh Ayati" userId="719e7aeb-c3b5-48e5-801b-084d43cd09ac" providerId="ADAL" clId="{3A91563A-D0F3-498A-86AB-F7461CA11A83}" dt="2020-09-01T03:37:28.143" v="809" actId="20577"/>
          <ac:spMkLst>
            <pc:docMk/>
            <pc:sldMk cId="1469754948" sldId="997"/>
            <ac:spMk id="2" creationId="{5E5B26A8-2DB5-417F-873A-B46E1298D206}"/>
          </ac:spMkLst>
        </pc:spChg>
        <pc:spChg chg="del">
          <ac:chgData name="Marzieh Ayati" userId="719e7aeb-c3b5-48e5-801b-084d43cd09ac" providerId="ADAL" clId="{3A91563A-D0F3-498A-86AB-F7461CA11A83}" dt="2020-09-01T03:37:26.492" v="808" actId="478"/>
          <ac:spMkLst>
            <pc:docMk/>
            <pc:sldMk cId="1469754948" sldId="997"/>
            <ac:spMk id="3" creationId="{89CF3381-C8FC-4292-B92A-19C922B1FE13}"/>
          </ac:spMkLst>
        </pc:spChg>
        <pc:spChg chg="add del mod">
          <ac:chgData name="Marzieh Ayati" userId="719e7aeb-c3b5-48e5-801b-084d43cd09ac" providerId="ADAL" clId="{3A91563A-D0F3-498A-86AB-F7461CA11A83}" dt="2020-09-01T03:41:18.122" v="909"/>
          <ac:spMkLst>
            <pc:docMk/>
            <pc:sldMk cId="1469754948" sldId="997"/>
            <ac:spMk id="5" creationId="{205A6D60-4A40-4AFF-999E-B755F7B6481B}"/>
          </ac:spMkLst>
        </pc:spChg>
        <pc:spChg chg="add mod">
          <ac:chgData name="Marzieh Ayati" userId="719e7aeb-c3b5-48e5-801b-084d43cd09ac" providerId="ADAL" clId="{3A91563A-D0F3-498A-86AB-F7461CA11A83}" dt="2020-09-01T03:38:56.866" v="907" actId="20577"/>
          <ac:spMkLst>
            <pc:docMk/>
            <pc:sldMk cId="1469754948" sldId="997"/>
            <ac:spMk id="6" creationId="{84B521F7-F0C0-4D15-9FD3-89CF38FF7851}"/>
          </ac:spMkLst>
        </pc:spChg>
        <pc:picChg chg="add mod">
          <ac:chgData name="Marzieh Ayati" userId="719e7aeb-c3b5-48e5-801b-084d43cd09ac" providerId="ADAL" clId="{3A91563A-D0F3-498A-86AB-F7461CA11A83}" dt="2020-09-01T03:37:50.502" v="811" actId="1076"/>
          <ac:picMkLst>
            <pc:docMk/>
            <pc:sldMk cId="1469754948" sldId="997"/>
            <ac:picMk id="4" creationId="{A4442A0F-835E-4E30-A8E4-B0A04B6AFFE0}"/>
          </ac:picMkLst>
        </pc:picChg>
      </pc:sldChg>
      <pc:sldChg chg="addSp delSp modSp new del mod">
        <pc:chgData name="Marzieh Ayati" userId="719e7aeb-c3b5-48e5-801b-084d43cd09ac" providerId="ADAL" clId="{3A91563A-D0F3-498A-86AB-F7461CA11A83}" dt="2020-09-02T04:35:55.028" v="2545" actId="2696"/>
        <pc:sldMkLst>
          <pc:docMk/>
          <pc:sldMk cId="3110916352" sldId="998"/>
        </pc:sldMkLst>
        <pc:spChg chg="mod">
          <ac:chgData name="Marzieh Ayati" userId="719e7aeb-c3b5-48e5-801b-084d43cd09ac" providerId="ADAL" clId="{3A91563A-D0F3-498A-86AB-F7461CA11A83}" dt="2020-09-01T15:21:45.573" v="1421" actId="20577"/>
          <ac:spMkLst>
            <pc:docMk/>
            <pc:sldMk cId="3110916352" sldId="998"/>
            <ac:spMk id="2" creationId="{13A01CE4-3D30-41BF-B3F5-C2FD5AE56337}"/>
          </ac:spMkLst>
        </pc:spChg>
        <pc:spChg chg="add del mod">
          <ac:chgData name="Marzieh Ayati" userId="719e7aeb-c3b5-48e5-801b-084d43cd09ac" providerId="ADAL" clId="{3A91563A-D0F3-498A-86AB-F7461CA11A83}" dt="2020-09-01T15:18:33.957" v="1333" actId="1076"/>
          <ac:spMkLst>
            <pc:docMk/>
            <pc:sldMk cId="3110916352" sldId="998"/>
            <ac:spMk id="3" creationId="{8D263111-2622-40FC-9B39-8033FE5F16BC}"/>
          </ac:spMkLst>
        </pc:spChg>
        <pc:spChg chg="add mod">
          <ac:chgData name="Marzieh Ayati" userId="719e7aeb-c3b5-48e5-801b-084d43cd09ac" providerId="ADAL" clId="{3A91563A-D0F3-498A-86AB-F7461CA11A83}" dt="2020-09-01T15:20:11.589" v="1388" actId="1038"/>
          <ac:spMkLst>
            <pc:docMk/>
            <pc:sldMk cId="3110916352" sldId="998"/>
            <ac:spMk id="6" creationId="{109B132E-C425-4F95-82C2-0C6049A39F60}"/>
          </ac:spMkLst>
        </pc:spChg>
        <pc:spChg chg="add mod">
          <ac:chgData name="Marzieh Ayati" userId="719e7aeb-c3b5-48e5-801b-084d43cd09ac" providerId="ADAL" clId="{3A91563A-D0F3-498A-86AB-F7461CA11A83}" dt="2020-09-01T15:21:32.237" v="1401" actId="1076"/>
          <ac:spMkLst>
            <pc:docMk/>
            <pc:sldMk cId="3110916352" sldId="998"/>
            <ac:spMk id="8" creationId="{2C2A5085-ED31-445C-AE69-FFB059D7B5D4}"/>
          </ac:spMkLst>
        </pc:spChg>
        <pc:picChg chg="add del mod">
          <ac:chgData name="Marzieh Ayati" userId="719e7aeb-c3b5-48e5-801b-084d43cd09ac" providerId="ADAL" clId="{3A91563A-D0F3-498A-86AB-F7461CA11A83}" dt="2020-09-01T15:17:20.422" v="1182"/>
          <ac:picMkLst>
            <pc:docMk/>
            <pc:sldMk cId="3110916352" sldId="998"/>
            <ac:picMk id="4" creationId="{8A70B9E3-6034-45EC-A3F1-C2501F2C0E69}"/>
          </ac:picMkLst>
        </pc:picChg>
        <pc:picChg chg="add mod">
          <ac:chgData name="Marzieh Ayati" userId="719e7aeb-c3b5-48e5-801b-084d43cd09ac" providerId="ADAL" clId="{3A91563A-D0F3-498A-86AB-F7461CA11A83}" dt="2020-09-01T15:20:11.589" v="1388" actId="1038"/>
          <ac:picMkLst>
            <pc:docMk/>
            <pc:sldMk cId="3110916352" sldId="998"/>
            <ac:picMk id="5" creationId="{D956F1CB-388D-44FB-8830-910FA961B0BC}"/>
          </ac:picMkLst>
        </pc:picChg>
        <pc:picChg chg="add mod">
          <ac:chgData name="Marzieh Ayati" userId="719e7aeb-c3b5-48e5-801b-084d43cd09ac" providerId="ADAL" clId="{3A91563A-D0F3-498A-86AB-F7461CA11A83}" dt="2020-09-01T15:20:15.061" v="1389" actId="1076"/>
          <ac:picMkLst>
            <pc:docMk/>
            <pc:sldMk cId="3110916352" sldId="998"/>
            <ac:picMk id="7" creationId="{EB9E58D3-70AB-4BBA-B34E-376FBE0A3700}"/>
          </ac:picMkLst>
        </pc:picChg>
        <pc:picChg chg="add mod">
          <ac:chgData name="Marzieh Ayati" userId="719e7aeb-c3b5-48e5-801b-084d43cd09ac" providerId="ADAL" clId="{3A91563A-D0F3-498A-86AB-F7461CA11A83}" dt="2020-09-01T15:18:30.773" v="1332" actId="1076"/>
          <ac:picMkLst>
            <pc:docMk/>
            <pc:sldMk cId="3110916352" sldId="998"/>
            <ac:picMk id="2050" creationId="{9A3E4F9D-53B6-44DD-B580-DCCAC9006EC2}"/>
          </ac:picMkLst>
        </pc:picChg>
      </pc:sldChg>
      <pc:sldChg chg="modSp new del mod">
        <pc:chgData name="Marzieh Ayati" userId="719e7aeb-c3b5-48e5-801b-084d43cd09ac" providerId="ADAL" clId="{3A91563A-D0F3-498A-86AB-F7461CA11A83}" dt="2020-09-02T04:35:55.028" v="2545" actId="2696"/>
        <pc:sldMkLst>
          <pc:docMk/>
          <pc:sldMk cId="2386314789" sldId="999"/>
        </pc:sldMkLst>
        <pc:spChg chg="mod">
          <ac:chgData name="Marzieh Ayati" userId="719e7aeb-c3b5-48e5-801b-084d43cd09ac" providerId="ADAL" clId="{3A91563A-D0F3-498A-86AB-F7461CA11A83}" dt="2020-09-01T03:46:59.438" v="940" actId="20577"/>
          <ac:spMkLst>
            <pc:docMk/>
            <pc:sldMk cId="2386314789" sldId="999"/>
            <ac:spMk id="2" creationId="{94ACFBE8-2D78-4E8A-814E-A79D696FA0C7}"/>
          </ac:spMkLst>
        </pc:spChg>
        <pc:spChg chg="mod">
          <ac:chgData name="Marzieh Ayati" userId="719e7aeb-c3b5-48e5-801b-084d43cd09ac" providerId="ADAL" clId="{3A91563A-D0F3-498A-86AB-F7461CA11A83}" dt="2020-09-01T03:48:36.112" v="1031" actId="6549"/>
          <ac:spMkLst>
            <pc:docMk/>
            <pc:sldMk cId="2386314789" sldId="999"/>
            <ac:spMk id="3" creationId="{C61F1CD1-4450-4B72-AFA8-E5988C5CB054}"/>
          </ac:spMkLst>
        </pc:spChg>
      </pc:sldChg>
      <pc:sldChg chg="addSp delSp modSp new mod">
        <pc:chgData name="Marzieh Ayati" userId="719e7aeb-c3b5-48e5-801b-084d43cd09ac" providerId="ADAL" clId="{3A91563A-D0F3-498A-86AB-F7461CA11A83}" dt="2020-09-01T03:55:37.589" v="1093" actId="1076"/>
        <pc:sldMkLst>
          <pc:docMk/>
          <pc:sldMk cId="2535915007" sldId="1000"/>
        </pc:sldMkLst>
        <pc:spChg chg="mod ord">
          <ac:chgData name="Marzieh Ayati" userId="719e7aeb-c3b5-48e5-801b-084d43cd09ac" providerId="ADAL" clId="{3A91563A-D0F3-498A-86AB-F7461CA11A83}" dt="2020-09-01T03:55:37.589" v="1093" actId="1076"/>
          <ac:spMkLst>
            <pc:docMk/>
            <pc:sldMk cId="2535915007" sldId="1000"/>
            <ac:spMk id="2" creationId="{CC6CA713-AAEC-4F37-BFDC-7DA055F70AA2}"/>
          </ac:spMkLst>
        </pc:spChg>
        <pc:spChg chg="del">
          <ac:chgData name="Marzieh Ayati" userId="719e7aeb-c3b5-48e5-801b-084d43cd09ac" providerId="ADAL" clId="{3A91563A-D0F3-498A-86AB-F7461CA11A83}" dt="2020-09-01T03:55:25.646" v="1091" actId="478"/>
          <ac:spMkLst>
            <pc:docMk/>
            <pc:sldMk cId="2535915007" sldId="1000"/>
            <ac:spMk id="3" creationId="{194937C6-1929-43C4-A885-34BAA203F296}"/>
          </ac:spMkLst>
        </pc:spChg>
        <pc:picChg chg="add mod">
          <ac:chgData name="Marzieh Ayati" userId="719e7aeb-c3b5-48e5-801b-084d43cd09ac" providerId="ADAL" clId="{3A91563A-D0F3-498A-86AB-F7461CA11A83}" dt="2020-09-01T03:55:23.870" v="1090" actId="14100"/>
          <ac:picMkLst>
            <pc:docMk/>
            <pc:sldMk cId="2535915007" sldId="1000"/>
            <ac:picMk id="4" creationId="{4B4E3517-ECC0-4DD2-AE5E-523FB6AEA08F}"/>
          </ac:picMkLst>
        </pc:picChg>
      </pc:sldChg>
      <pc:sldChg chg="addSp delSp modSp new del mod">
        <pc:chgData name="Marzieh Ayati" userId="719e7aeb-c3b5-48e5-801b-084d43cd09ac" providerId="ADAL" clId="{3A91563A-D0F3-498A-86AB-F7461CA11A83}" dt="2020-09-02T04:35:55.028" v="2545" actId="2696"/>
        <pc:sldMkLst>
          <pc:docMk/>
          <pc:sldMk cId="3351843478" sldId="1001"/>
        </pc:sldMkLst>
        <pc:spChg chg="mod">
          <ac:chgData name="Marzieh Ayati" userId="719e7aeb-c3b5-48e5-801b-084d43cd09ac" providerId="ADAL" clId="{3A91563A-D0F3-498A-86AB-F7461CA11A83}" dt="2020-09-01T15:26:55.468" v="1719" actId="14100"/>
          <ac:spMkLst>
            <pc:docMk/>
            <pc:sldMk cId="3351843478" sldId="1001"/>
            <ac:spMk id="2" creationId="{D5E5B7F4-9C48-4D85-A945-197F4B69526B}"/>
          </ac:spMkLst>
        </pc:spChg>
        <pc:spChg chg="mod">
          <ac:chgData name="Marzieh Ayati" userId="719e7aeb-c3b5-48e5-801b-084d43cd09ac" providerId="ADAL" clId="{3A91563A-D0F3-498A-86AB-F7461CA11A83}" dt="2020-09-01T15:27:49.701" v="1743" actId="20577"/>
          <ac:spMkLst>
            <pc:docMk/>
            <pc:sldMk cId="3351843478" sldId="1001"/>
            <ac:spMk id="3" creationId="{13FD3B4F-BD8C-4D27-80BC-0E49C3ACE64D}"/>
          </ac:spMkLst>
        </pc:spChg>
        <pc:spChg chg="add mod">
          <ac:chgData name="Marzieh Ayati" userId="719e7aeb-c3b5-48e5-801b-084d43cd09ac" providerId="ADAL" clId="{3A91563A-D0F3-498A-86AB-F7461CA11A83}" dt="2020-09-01T15:24:08.296" v="1522" actId="164"/>
          <ac:spMkLst>
            <pc:docMk/>
            <pc:sldMk cId="3351843478" sldId="1001"/>
            <ac:spMk id="4" creationId="{4543386D-B37E-4AF9-A8F4-772F1165C00B}"/>
          </ac:spMkLst>
        </pc:spChg>
        <pc:spChg chg="add mod">
          <ac:chgData name="Marzieh Ayati" userId="719e7aeb-c3b5-48e5-801b-084d43cd09ac" providerId="ADAL" clId="{3A91563A-D0F3-498A-86AB-F7461CA11A83}" dt="2020-09-01T15:24:08.296" v="1522" actId="164"/>
          <ac:spMkLst>
            <pc:docMk/>
            <pc:sldMk cId="3351843478" sldId="1001"/>
            <ac:spMk id="6" creationId="{C0B1CB81-0AC1-4CE7-9CCE-0EE1FC0D8751}"/>
          </ac:spMkLst>
        </pc:spChg>
        <pc:spChg chg="add mod">
          <ac:chgData name="Marzieh Ayati" userId="719e7aeb-c3b5-48e5-801b-084d43cd09ac" providerId="ADAL" clId="{3A91563A-D0F3-498A-86AB-F7461CA11A83}" dt="2020-09-01T15:28:32.885" v="1755" actId="20577"/>
          <ac:spMkLst>
            <pc:docMk/>
            <pc:sldMk cId="3351843478" sldId="1001"/>
            <ac:spMk id="7" creationId="{035DE1C1-531E-47DA-8F7D-790EF600A351}"/>
          </ac:spMkLst>
        </pc:spChg>
        <pc:spChg chg="add mod">
          <ac:chgData name="Marzieh Ayati" userId="719e7aeb-c3b5-48e5-801b-084d43cd09ac" providerId="ADAL" clId="{3A91563A-D0F3-498A-86AB-F7461CA11A83}" dt="2020-09-01T15:28:50.164" v="1762" actId="20577"/>
          <ac:spMkLst>
            <pc:docMk/>
            <pc:sldMk cId="3351843478" sldId="1001"/>
            <ac:spMk id="8" creationId="{9D16CD47-A753-4B9A-B072-1943EF11FC33}"/>
          </ac:spMkLst>
        </pc:spChg>
        <pc:spChg chg="add mod">
          <ac:chgData name="Marzieh Ayati" userId="719e7aeb-c3b5-48e5-801b-084d43cd09ac" providerId="ADAL" clId="{3A91563A-D0F3-498A-86AB-F7461CA11A83}" dt="2020-09-01T15:29:13.964" v="1784" actId="1076"/>
          <ac:spMkLst>
            <pc:docMk/>
            <pc:sldMk cId="3351843478" sldId="1001"/>
            <ac:spMk id="9" creationId="{7F4F8671-B4C5-4A33-8A93-21A391369E8D}"/>
          </ac:spMkLst>
        </pc:spChg>
        <pc:spChg chg="add del mod">
          <ac:chgData name="Marzieh Ayati" userId="719e7aeb-c3b5-48e5-801b-084d43cd09ac" providerId="ADAL" clId="{3A91563A-D0F3-498A-86AB-F7461CA11A83}" dt="2020-09-01T15:29:59.391" v="1809"/>
          <ac:spMkLst>
            <pc:docMk/>
            <pc:sldMk cId="3351843478" sldId="1001"/>
            <ac:spMk id="10" creationId="{F86CDD48-E153-40EE-BDF2-CFF362EBFD54}"/>
          </ac:spMkLst>
        </pc:spChg>
        <pc:spChg chg="add mod">
          <ac:chgData name="Marzieh Ayati" userId="719e7aeb-c3b5-48e5-801b-084d43cd09ac" providerId="ADAL" clId="{3A91563A-D0F3-498A-86AB-F7461CA11A83}" dt="2020-09-01T15:29:57.917" v="1807" actId="1076"/>
          <ac:spMkLst>
            <pc:docMk/>
            <pc:sldMk cId="3351843478" sldId="1001"/>
            <ac:spMk id="11" creationId="{354B9DA0-6ACC-4730-909C-F8E6701137F5}"/>
          </ac:spMkLst>
        </pc:spChg>
        <pc:grpChg chg="add mod">
          <ac:chgData name="Marzieh Ayati" userId="719e7aeb-c3b5-48e5-801b-084d43cd09ac" providerId="ADAL" clId="{3A91563A-D0F3-498A-86AB-F7461CA11A83}" dt="2020-09-01T15:24:28.285" v="1551" actId="1076"/>
          <ac:grpSpMkLst>
            <pc:docMk/>
            <pc:sldMk cId="3351843478" sldId="1001"/>
            <ac:grpSpMk id="5" creationId="{39F4D89E-BBF3-43F3-B068-B76594AA7003}"/>
          </ac:grpSpMkLst>
        </pc:grpChg>
        <pc:picChg chg="add mod">
          <ac:chgData name="Marzieh Ayati" userId="719e7aeb-c3b5-48e5-801b-084d43cd09ac" providerId="ADAL" clId="{3A91563A-D0F3-498A-86AB-F7461CA11A83}" dt="2020-09-01T15:24:08.296" v="1522" actId="164"/>
          <ac:picMkLst>
            <pc:docMk/>
            <pc:sldMk cId="3351843478" sldId="1001"/>
            <ac:picMk id="4098" creationId="{0D49B6D9-DF70-4201-92EA-90842B7129BF}"/>
          </ac:picMkLst>
        </pc:picChg>
      </pc:sldChg>
      <pc:sldChg chg="modSp new del mod">
        <pc:chgData name="Marzieh Ayati" userId="719e7aeb-c3b5-48e5-801b-084d43cd09ac" providerId="ADAL" clId="{3A91563A-D0F3-498A-86AB-F7461CA11A83}" dt="2020-09-02T04:35:55.028" v="2545" actId="2696"/>
        <pc:sldMkLst>
          <pc:docMk/>
          <pc:sldMk cId="2493841858" sldId="1002"/>
        </pc:sldMkLst>
        <pc:spChg chg="mod">
          <ac:chgData name="Marzieh Ayati" userId="719e7aeb-c3b5-48e5-801b-084d43cd09ac" providerId="ADAL" clId="{3A91563A-D0F3-498A-86AB-F7461CA11A83}" dt="2020-09-01T15:30:30.148" v="1823" actId="20577"/>
          <ac:spMkLst>
            <pc:docMk/>
            <pc:sldMk cId="2493841858" sldId="1002"/>
            <ac:spMk id="2" creationId="{5EAF4DA8-C893-4EF2-8033-30F5D87B4060}"/>
          </ac:spMkLst>
        </pc:spChg>
      </pc:sldChg>
      <pc:sldChg chg="modSp new del mod">
        <pc:chgData name="Marzieh Ayati" userId="719e7aeb-c3b5-48e5-801b-084d43cd09ac" providerId="ADAL" clId="{3A91563A-D0F3-498A-86AB-F7461CA11A83}" dt="2020-09-02T04:35:55.028" v="2545" actId="2696"/>
        <pc:sldMkLst>
          <pc:docMk/>
          <pc:sldMk cId="243926419" sldId="1003"/>
        </pc:sldMkLst>
        <pc:spChg chg="mod">
          <ac:chgData name="Marzieh Ayati" userId="719e7aeb-c3b5-48e5-801b-084d43cd09ac" providerId="ADAL" clId="{3A91563A-D0F3-498A-86AB-F7461CA11A83}" dt="2020-09-01T15:32:33.573" v="1849" actId="20577"/>
          <ac:spMkLst>
            <pc:docMk/>
            <pc:sldMk cId="243926419" sldId="1003"/>
            <ac:spMk id="2" creationId="{A44787AA-E23D-4A27-9438-16EFB86DFD04}"/>
          </ac:spMkLst>
        </pc:spChg>
        <pc:spChg chg="mod">
          <ac:chgData name="Marzieh Ayati" userId="719e7aeb-c3b5-48e5-801b-084d43cd09ac" providerId="ADAL" clId="{3A91563A-D0F3-498A-86AB-F7461CA11A83}" dt="2020-09-01T15:33:26.165" v="1871" actId="20577"/>
          <ac:spMkLst>
            <pc:docMk/>
            <pc:sldMk cId="243926419" sldId="1003"/>
            <ac:spMk id="3" creationId="{FE9EFE78-32FF-4235-8AAF-A3E25B170F5F}"/>
          </ac:spMkLst>
        </pc:spChg>
      </pc:sldChg>
      <pc:sldChg chg="addSp delSp modSp new del mod modAnim">
        <pc:chgData name="Marzieh Ayati" userId="719e7aeb-c3b5-48e5-801b-084d43cd09ac" providerId="ADAL" clId="{3A91563A-D0F3-498A-86AB-F7461CA11A83}" dt="2020-09-02T04:35:55.028" v="2545" actId="2696"/>
        <pc:sldMkLst>
          <pc:docMk/>
          <pc:sldMk cId="547302834" sldId="1004"/>
        </pc:sldMkLst>
        <pc:spChg chg="mod">
          <ac:chgData name="Marzieh Ayati" userId="719e7aeb-c3b5-48e5-801b-084d43cd09ac" providerId="ADAL" clId="{3A91563A-D0F3-498A-86AB-F7461CA11A83}" dt="2020-09-01T15:34:04.013" v="1892" actId="20577"/>
          <ac:spMkLst>
            <pc:docMk/>
            <pc:sldMk cId="547302834" sldId="1004"/>
            <ac:spMk id="2" creationId="{487111AD-A84E-4ABD-A9B3-CA0A25813E97}"/>
          </ac:spMkLst>
        </pc:spChg>
        <pc:spChg chg="del">
          <ac:chgData name="Marzieh Ayati" userId="719e7aeb-c3b5-48e5-801b-084d43cd09ac" providerId="ADAL" clId="{3A91563A-D0F3-498A-86AB-F7461CA11A83}" dt="2020-09-01T15:33:58.358" v="1874" actId="478"/>
          <ac:spMkLst>
            <pc:docMk/>
            <pc:sldMk cId="547302834" sldId="1004"/>
            <ac:spMk id="3" creationId="{13F0FAC4-2BE8-4270-B41A-C6B16DA3F5A3}"/>
          </ac:spMkLst>
        </pc:spChg>
        <pc:picChg chg="add">
          <ac:chgData name="Marzieh Ayati" userId="719e7aeb-c3b5-48e5-801b-084d43cd09ac" providerId="ADAL" clId="{3A91563A-D0F3-498A-86AB-F7461CA11A83}" dt="2020-09-01T15:33:52.938" v="1873"/>
          <ac:picMkLst>
            <pc:docMk/>
            <pc:sldMk cId="547302834" sldId="1004"/>
            <ac:picMk id="4" creationId="{FFC9602B-4610-4161-ABE0-45508639617B}"/>
          </ac:picMkLst>
        </pc:picChg>
        <pc:picChg chg="add">
          <ac:chgData name="Marzieh Ayati" userId="719e7aeb-c3b5-48e5-801b-084d43cd09ac" providerId="ADAL" clId="{3A91563A-D0F3-498A-86AB-F7461CA11A83}" dt="2020-09-01T15:33:52.938" v="1873"/>
          <ac:picMkLst>
            <pc:docMk/>
            <pc:sldMk cId="547302834" sldId="1004"/>
            <ac:picMk id="5" creationId="{04D7DEED-5950-413C-9375-E28A091177C8}"/>
          </ac:picMkLst>
        </pc:picChg>
      </pc:sldChg>
      <pc:sldChg chg="addSp delSp modSp new del mod">
        <pc:chgData name="Marzieh Ayati" userId="719e7aeb-c3b5-48e5-801b-084d43cd09ac" providerId="ADAL" clId="{3A91563A-D0F3-498A-86AB-F7461CA11A83}" dt="2020-09-02T04:35:55.028" v="2545" actId="2696"/>
        <pc:sldMkLst>
          <pc:docMk/>
          <pc:sldMk cId="1190837117" sldId="1005"/>
        </pc:sldMkLst>
        <pc:spChg chg="mod">
          <ac:chgData name="Marzieh Ayati" userId="719e7aeb-c3b5-48e5-801b-084d43cd09ac" providerId="ADAL" clId="{3A91563A-D0F3-498A-86AB-F7461CA11A83}" dt="2020-09-01T15:35:00.978" v="1908" actId="1076"/>
          <ac:spMkLst>
            <pc:docMk/>
            <pc:sldMk cId="1190837117" sldId="1005"/>
            <ac:spMk id="2" creationId="{714C43CE-EFAF-4C96-B319-738122E0C7D2}"/>
          </ac:spMkLst>
        </pc:spChg>
        <pc:spChg chg="del">
          <ac:chgData name="Marzieh Ayati" userId="719e7aeb-c3b5-48e5-801b-084d43cd09ac" providerId="ADAL" clId="{3A91563A-D0F3-498A-86AB-F7461CA11A83}" dt="2020-09-01T15:34:42.293" v="1903" actId="478"/>
          <ac:spMkLst>
            <pc:docMk/>
            <pc:sldMk cId="1190837117" sldId="1005"/>
            <ac:spMk id="3" creationId="{7837AA9D-C6D5-4934-86CB-CB38BC809345}"/>
          </ac:spMkLst>
        </pc:spChg>
        <pc:spChg chg="add mod">
          <ac:chgData name="Marzieh Ayati" userId="719e7aeb-c3b5-48e5-801b-084d43cd09ac" providerId="ADAL" clId="{3A91563A-D0F3-498A-86AB-F7461CA11A83}" dt="2020-09-01T15:35:32.821" v="1918" actId="20577"/>
          <ac:spMkLst>
            <pc:docMk/>
            <pc:sldMk cId="1190837117" sldId="1005"/>
            <ac:spMk id="5" creationId="{8045239B-746E-46DB-B7E3-02AF02EB1DED}"/>
          </ac:spMkLst>
        </pc:spChg>
        <pc:spChg chg="add mod">
          <ac:chgData name="Marzieh Ayati" userId="719e7aeb-c3b5-48e5-801b-084d43cd09ac" providerId="ADAL" clId="{3A91563A-D0F3-498A-86AB-F7461CA11A83}" dt="2020-09-01T15:36:14.293" v="1951" actId="1076"/>
          <ac:spMkLst>
            <pc:docMk/>
            <pc:sldMk cId="1190837117" sldId="1005"/>
            <ac:spMk id="6" creationId="{14038AF1-C17A-4F17-8A0F-E6ECA50F7D6A}"/>
          </ac:spMkLst>
        </pc:spChg>
        <pc:spChg chg="add mod">
          <ac:chgData name="Marzieh Ayati" userId="719e7aeb-c3b5-48e5-801b-084d43cd09ac" providerId="ADAL" clId="{3A91563A-D0F3-498A-86AB-F7461CA11A83}" dt="2020-09-01T15:35:45.540" v="1923" actId="1076"/>
          <ac:spMkLst>
            <pc:docMk/>
            <pc:sldMk cId="1190837117" sldId="1005"/>
            <ac:spMk id="8" creationId="{D9E2BAC5-305B-4F70-9DB8-756F254CEA25}"/>
          </ac:spMkLst>
        </pc:spChg>
        <pc:spChg chg="add mod">
          <ac:chgData name="Marzieh Ayati" userId="719e7aeb-c3b5-48e5-801b-084d43cd09ac" providerId="ADAL" clId="{3A91563A-D0F3-498A-86AB-F7461CA11A83}" dt="2020-09-01T15:36:04.428" v="1949" actId="1076"/>
          <ac:spMkLst>
            <pc:docMk/>
            <pc:sldMk cId="1190837117" sldId="1005"/>
            <ac:spMk id="9" creationId="{4CD4F302-A76D-4E83-964D-59FF1B802B58}"/>
          </ac:spMkLst>
        </pc:spChg>
        <pc:picChg chg="add mod">
          <ac:chgData name="Marzieh Ayati" userId="719e7aeb-c3b5-48e5-801b-084d43cd09ac" providerId="ADAL" clId="{3A91563A-D0F3-498A-86AB-F7461CA11A83}" dt="2020-09-01T15:35:14.876" v="1914" actId="14100"/>
          <ac:picMkLst>
            <pc:docMk/>
            <pc:sldMk cId="1190837117" sldId="1005"/>
            <ac:picMk id="4" creationId="{6FB1160B-293F-4EB7-96E2-6DAE3BF11A4F}"/>
          </ac:picMkLst>
        </pc:picChg>
        <pc:picChg chg="add mod">
          <ac:chgData name="Marzieh Ayati" userId="719e7aeb-c3b5-48e5-801b-084d43cd09ac" providerId="ADAL" clId="{3A91563A-D0F3-498A-86AB-F7461CA11A83}" dt="2020-09-01T15:35:05.021" v="1911" actId="1076"/>
          <ac:picMkLst>
            <pc:docMk/>
            <pc:sldMk cId="1190837117" sldId="1005"/>
            <ac:picMk id="7" creationId="{122E4830-7CF5-41B7-94D2-FEFC34A4F12C}"/>
          </ac:picMkLst>
        </pc:picChg>
      </pc:sldChg>
      <pc:sldChg chg="new del ord">
        <pc:chgData name="Marzieh Ayati" userId="719e7aeb-c3b5-48e5-801b-084d43cd09ac" providerId="ADAL" clId="{3A91563A-D0F3-498A-86AB-F7461CA11A83}" dt="2020-09-02T04:35:55.028" v="2545" actId="2696"/>
        <pc:sldMkLst>
          <pc:docMk/>
          <pc:sldMk cId="645866721" sldId="1006"/>
        </pc:sldMkLst>
      </pc:sldChg>
      <pc:sldChg chg="addSp delSp modSp new mod modAnim">
        <pc:chgData name="Marzieh Ayati" userId="719e7aeb-c3b5-48e5-801b-084d43cd09ac" providerId="ADAL" clId="{3A91563A-D0F3-498A-86AB-F7461CA11A83}" dt="2020-09-01T18:11:39.171" v="2264" actId="14100"/>
        <pc:sldMkLst>
          <pc:docMk/>
          <pc:sldMk cId="927584682" sldId="1007"/>
        </pc:sldMkLst>
        <pc:spChg chg="mod">
          <ac:chgData name="Marzieh Ayati" userId="719e7aeb-c3b5-48e5-801b-084d43cd09ac" providerId="ADAL" clId="{3A91563A-D0F3-498A-86AB-F7461CA11A83}" dt="2020-09-01T18:05:29.259" v="2129" actId="20577"/>
          <ac:spMkLst>
            <pc:docMk/>
            <pc:sldMk cId="927584682" sldId="1007"/>
            <ac:spMk id="2" creationId="{F8E1D031-574E-42B9-96F4-C80CD2073F55}"/>
          </ac:spMkLst>
        </pc:spChg>
        <pc:spChg chg="add del mod">
          <ac:chgData name="Marzieh Ayati" userId="719e7aeb-c3b5-48e5-801b-084d43cd09ac" providerId="ADAL" clId="{3A91563A-D0F3-498A-86AB-F7461CA11A83}" dt="2020-09-01T18:06:22.860" v="2208" actId="20577"/>
          <ac:spMkLst>
            <pc:docMk/>
            <pc:sldMk cId="927584682" sldId="1007"/>
            <ac:spMk id="3" creationId="{8E74AC5B-D4B7-473E-BB10-4938ADB7BD3E}"/>
          </ac:spMkLst>
        </pc:spChg>
        <pc:spChg chg="add del mod">
          <ac:chgData name="Marzieh Ayati" userId="719e7aeb-c3b5-48e5-801b-084d43cd09ac" providerId="ADAL" clId="{3A91563A-D0F3-498A-86AB-F7461CA11A83}" dt="2020-09-01T18:05:48.062" v="2136"/>
          <ac:spMkLst>
            <pc:docMk/>
            <pc:sldMk cId="927584682" sldId="1007"/>
            <ac:spMk id="4" creationId="{627EC763-563B-40C1-B729-BCF51FE74D07}"/>
          </ac:spMkLst>
        </pc:spChg>
        <pc:spChg chg="add mod">
          <ac:chgData name="Marzieh Ayati" userId="719e7aeb-c3b5-48e5-801b-084d43cd09ac" providerId="ADAL" clId="{3A91563A-D0F3-498A-86AB-F7461CA11A83}" dt="2020-09-01T18:11:39.171" v="2264" actId="14100"/>
          <ac:spMkLst>
            <pc:docMk/>
            <pc:sldMk cId="927584682" sldId="1007"/>
            <ac:spMk id="11" creationId="{D7C96658-C5B3-48C7-8465-9CC5085055DA}"/>
          </ac:spMkLst>
        </pc:spChg>
        <pc:picChg chg="add mod">
          <ac:chgData name="Marzieh Ayati" userId="719e7aeb-c3b5-48e5-801b-084d43cd09ac" providerId="ADAL" clId="{3A91563A-D0F3-498A-86AB-F7461CA11A83}" dt="2020-09-01T18:06:13.027" v="2198" actId="1076"/>
          <ac:picMkLst>
            <pc:docMk/>
            <pc:sldMk cId="927584682" sldId="1007"/>
            <ac:picMk id="5" creationId="{C386909B-0959-48C2-889F-30BF1D8787FB}"/>
          </ac:picMkLst>
        </pc:picChg>
        <pc:picChg chg="add mod">
          <ac:chgData name="Marzieh Ayati" userId="719e7aeb-c3b5-48e5-801b-084d43cd09ac" providerId="ADAL" clId="{3A91563A-D0F3-498A-86AB-F7461CA11A83}" dt="2020-09-01T18:06:38.011" v="2212" actId="1076"/>
          <ac:picMkLst>
            <pc:docMk/>
            <pc:sldMk cId="927584682" sldId="1007"/>
            <ac:picMk id="6" creationId="{62924515-09E0-40DE-90B5-36BF26A49927}"/>
          </ac:picMkLst>
        </pc:picChg>
        <pc:picChg chg="add mod">
          <ac:chgData name="Marzieh Ayati" userId="719e7aeb-c3b5-48e5-801b-084d43cd09ac" providerId="ADAL" clId="{3A91563A-D0F3-498A-86AB-F7461CA11A83}" dt="2020-09-01T18:07:27.891" v="2221" actId="1076"/>
          <ac:picMkLst>
            <pc:docMk/>
            <pc:sldMk cId="927584682" sldId="1007"/>
            <ac:picMk id="7" creationId="{A316D8BD-98DB-4304-9C04-C96452F6C3D9}"/>
          </ac:picMkLst>
        </pc:picChg>
        <pc:picChg chg="add mod">
          <ac:chgData name="Marzieh Ayati" userId="719e7aeb-c3b5-48e5-801b-084d43cd09ac" providerId="ADAL" clId="{3A91563A-D0F3-498A-86AB-F7461CA11A83}" dt="2020-09-01T18:07:32.476" v="2222" actId="1076"/>
          <ac:picMkLst>
            <pc:docMk/>
            <pc:sldMk cId="927584682" sldId="1007"/>
            <ac:picMk id="8" creationId="{E269EF1A-1E04-4022-A960-3F8BE021CD88}"/>
          </ac:picMkLst>
        </pc:picChg>
        <pc:picChg chg="add mod">
          <ac:chgData name="Marzieh Ayati" userId="719e7aeb-c3b5-48e5-801b-084d43cd09ac" providerId="ADAL" clId="{3A91563A-D0F3-498A-86AB-F7461CA11A83}" dt="2020-09-01T18:09:51.371" v="2228" actId="1076"/>
          <ac:picMkLst>
            <pc:docMk/>
            <pc:sldMk cId="927584682" sldId="1007"/>
            <ac:picMk id="9" creationId="{E1F1EDCE-09F8-40AD-AFF3-DEA81DE9D5E9}"/>
          </ac:picMkLst>
        </pc:picChg>
        <pc:picChg chg="add mod">
          <ac:chgData name="Marzieh Ayati" userId="719e7aeb-c3b5-48e5-801b-084d43cd09ac" providerId="ADAL" clId="{3A91563A-D0F3-498A-86AB-F7461CA11A83}" dt="2020-09-01T18:10:40.435" v="2234" actId="1076"/>
          <ac:picMkLst>
            <pc:docMk/>
            <pc:sldMk cId="927584682" sldId="1007"/>
            <ac:picMk id="10" creationId="{E884E5DA-184B-4E79-80FB-2B216356F683}"/>
          </ac:picMkLst>
        </pc:picChg>
      </pc:sldChg>
      <pc:sldChg chg="addSp modSp new mod modAnim">
        <pc:chgData name="Marzieh Ayati" userId="719e7aeb-c3b5-48e5-801b-084d43cd09ac" providerId="ADAL" clId="{3A91563A-D0F3-498A-86AB-F7461CA11A83}" dt="2020-09-02T04:35:00.662" v="2544" actId="20577"/>
        <pc:sldMkLst>
          <pc:docMk/>
          <pc:sldMk cId="4174037070" sldId="1008"/>
        </pc:sldMkLst>
        <pc:spChg chg="mod">
          <ac:chgData name="Marzieh Ayati" userId="719e7aeb-c3b5-48e5-801b-084d43cd09ac" providerId="ADAL" clId="{3A91563A-D0F3-498A-86AB-F7461CA11A83}" dt="2020-09-01T18:23:44.170" v="2282" actId="20577"/>
          <ac:spMkLst>
            <pc:docMk/>
            <pc:sldMk cId="4174037070" sldId="1008"/>
            <ac:spMk id="2" creationId="{DCE959D2-2708-4F0C-A54B-67DA34D17F37}"/>
          </ac:spMkLst>
        </pc:spChg>
        <pc:spChg chg="mod">
          <ac:chgData name="Marzieh Ayati" userId="719e7aeb-c3b5-48e5-801b-084d43cd09ac" providerId="ADAL" clId="{3A91563A-D0F3-498A-86AB-F7461CA11A83}" dt="2020-09-02T04:35:00.662" v="2544" actId="20577"/>
          <ac:spMkLst>
            <pc:docMk/>
            <pc:sldMk cId="4174037070" sldId="1008"/>
            <ac:spMk id="3" creationId="{D3044581-22B7-4F70-8A62-813B39C41C66}"/>
          </ac:spMkLst>
        </pc:spChg>
        <pc:spChg chg="add mod">
          <ac:chgData name="Marzieh Ayati" userId="719e7aeb-c3b5-48e5-801b-084d43cd09ac" providerId="ADAL" clId="{3A91563A-D0F3-498A-86AB-F7461CA11A83}" dt="2020-09-02T04:34:33.142" v="2535" actId="1076"/>
          <ac:spMkLst>
            <pc:docMk/>
            <pc:sldMk cId="4174037070" sldId="1008"/>
            <ac:spMk id="4" creationId="{0B6F24BF-76D7-496D-BC1A-7A5942AB3F6F}"/>
          </ac:spMkLst>
        </pc:spChg>
      </pc:sldChg>
      <pc:sldMasterChg chg="delSldLayout">
        <pc:chgData name="Marzieh Ayati" userId="719e7aeb-c3b5-48e5-801b-084d43cd09ac" providerId="ADAL" clId="{3A91563A-D0F3-498A-86AB-F7461CA11A83}" dt="2020-09-02T04:35:55.028" v="2545" actId="2696"/>
        <pc:sldMasterMkLst>
          <pc:docMk/>
          <pc:sldMasterMk cId="2658897523" sldId="2147483648"/>
        </pc:sldMasterMkLst>
        <pc:sldLayoutChg chg="del">
          <pc:chgData name="Marzieh Ayati" userId="719e7aeb-c3b5-48e5-801b-084d43cd09ac" providerId="ADAL" clId="{3A91563A-D0F3-498A-86AB-F7461CA11A83}" dt="2020-09-02T04:35:55.028" v="2545" actId="2696"/>
          <pc:sldLayoutMkLst>
            <pc:docMk/>
            <pc:sldMasterMk cId="2658897523" sldId="2147483648"/>
            <pc:sldLayoutMk cId="571444927" sldId="2147483660"/>
          </pc:sldLayoutMkLst>
        </pc:sldLayoutChg>
        <pc:sldLayoutChg chg="del">
          <pc:chgData name="Marzieh Ayati" userId="719e7aeb-c3b5-48e5-801b-084d43cd09ac" providerId="ADAL" clId="{3A91563A-D0F3-498A-86AB-F7461CA11A83}" dt="2020-09-02T04:35:55.028" v="2545" actId="2696"/>
          <pc:sldLayoutMkLst>
            <pc:docMk/>
            <pc:sldMasterMk cId="2658897523" sldId="2147483648"/>
            <pc:sldLayoutMk cId="783848661" sldId="2147483661"/>
          </pc:sldLayoutMkLst>
        </pc:sldLayoutChg>
        <pc:sldLayoutChg chg="del">
          <pc:chgData name="Marzieh Ayati" userId="719e7aeb-c3b5-48e5-801b-084d43cd09ac" providerId="ADAL" clId="{3A91563A-D0F3-498A-86AB-F7461CA11A83}" dt="2020-09-02T04:35:55.028" v="2545" actId="2696"/>
          <pc:sldLayoutMkLst>
            <pc:docMk/>
            <pc:sldMasterMk cId="2658897523" sldId="2147483648"/>
            <pc:sldLayoutMk cId="2189599630" sldId="2147483662"/>
          </pc:sldLayoutMkLst>
        </pc:sldLayoutChg>
      </pc:sldMasterChg>
    </pc:docChg>
  </pc:docChgLst>
  <pc:docChgLst>
    <pc:chgData name="Marzieh Ayati" userId="719e7aeb-c3b5-48e5-801b-084d43cd09ac" providerId="ADAL" clId="{2C2EA710-3AFD-42F1-BAE1-1B790C1F8D53}"/>
    <pc:docChg chg="modSld">
      <pc:chgData name="Marzieh Ayati" userId="719e7aeb-c3b5-48e5-801b-084d43cd09ac" providerId="ADAL" clId="{2C2EA710-3AFD-42F1-BAE1-1B790C1F8D53}" dt="2022-01-26T16:54:48.943" v="5" actId="208"/>
      <pc:docMkLst>
        <pc:docMk/>
      </pc:docMkLst>
      <pc:sldChg chg="addSp modSp mod">
        <pc:chgData name="Marzieh Ayati" userId="719e7aeb-c3b5-48e5-801b-084d43cd09ac" providerId="ADAL" clId="{2C2EA710-3AFD-42F1-BAE1-1B790C1F8D53}" dt="2022-01-26T16:54:48.943" v="5" actId="208"/>
        <pc:sldMkLst>
          <pc:docMk/>
          <pc:sldMk cId="3318636566" sldId="984"/>
        </pc:sldMkLst>
        <pc:spChg chg="add mod">
          <ac:chgData name="Marzieh Ayati" userId="719e7aeb-c3b5-48e5-801b-084d43cd09ac" providerId="ADAL" clId="{2C2EA710-3AFD-42F1-BAE1-1B790C1F8D53}" dt="2022-01-26T16:54:48.943" v="5" actId="208"/>
          <ac:spMkLst>
            <pc:docMk/>
            <pc:sldMk cId="3318636566" sldId="984"/>
            <ac:spMk id="3" creationId="{CE521C80-1D60-4A73-82E3-84CAC575A42B}"/>
          </ac:spMkLst>
        </pc:spChg>
      </pc:sldChg>
      <pc:sldChg chg="addSp modSp">
        <pc:chgData name="Marzieh Ayati" userId="719e7aeb-c3b5-48e5-801b-084d43cd09ac" providerId="ADAL" clId="{2C2EA710-3AFD-42F1-BAE1-1B790C1F8D53}" dt="2022-01-26T16:46:11.547" v="2" actId="1076"/>
        <pc:sldMkLst>
          <pc:docMk/>
          <pc:sldMk cId="4174037070" sldId="1008"/>
        </pc:sldMkLst>
        <pc:picChg chg="add mod">
          <ac:chgData name="Marzieh Ayati" userId="719e7aeb-c3b5-48e5-801b-084d43cd09ac" providerId="ADAL" clId="{2C2EA710-3AFD-42F1-BAE1-1B790C1F8D53}" dt="2022-01-26T16:46:11.547" v="2" actId="1076"/>
          <ac:picMkLst>
            <pc:docMk/>
            <pc:sldMk cId="4174037070" sldId="1008"/>
            <ac:picMk id="1026" creationId="{050AFAC0-2914-42DE-B42F-A566E0E8A82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82429-62DB-45EA-8114-FEC1CCC0359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5B7D2-13D2-44F8-ABD6-50A570CC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17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B0B6-7FB4-43B9-BB1A-9D6014E1D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719DC-512C-4532-88B1-C3315F1D4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AADFF-39B7-46E7-8839-BEF43EF4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BD43-2FA9-46A8-B405-704033FF653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8A1AB-303F-49DA-B163-87567CCB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3A76B-9779-4DCF-8D3B-B46FB9C4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C3D0-B78F-4531-BDBF-6662E52D8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09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5F76-A526-433C-BF06-72416C091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195CE-5208-4A4D-A064-8FC8FC610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7FC02-F189-44CC-826F-AEC5E84E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BD43-2FA9-46A8-B405-704033FF653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15607-5C6D-4522-A7EF-A9742454E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A07AE-0799-4D92-8C69-263510FF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C3D0-B78F-4531-BDBF-6662E52D8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0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21D7E-ED33-4038-9CB8-98ECD920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88BA1-F9D4-4FBB-A1EA-2A3C9E380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82006-646D-4B7F-AE78-6CFE59A0B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BD43-2FA9-46A8-B405-704033FF653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A8658-B8E5-4292-9249-37A581DAF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E3F76-8D07-49AC-8E86-0B9BF38D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C3D0-B78F-4531-BDBF-6662E52D8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6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AFC10-BEDA-4C00-9946-4197B17A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0566C-456D-4034-A2FA-EB7A8586C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2CB30-E283-4CD4-AA97-84F702816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B2224-AA79-4176-8875-2CC27D84E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BD43-2FA9-46A8-B405-704033FF653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99140-9FB2-4313-888F-FED4A25B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80FD1-3A24-4F40-BDBF-DCE43AF10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C3D0-B78F-4531-BDBF-6662E52D8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6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05772-1EB2-41BE-8AB9-E1034AEA7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6D18D-CDFC-467C-AB5B-304CF307C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422FB-1516-4D99-846B-3B624614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75BDCA-684E-4482-AD23-6896C859E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9D9044-236E-49D9-9388-571622590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DDDE2-DF8E-434C-807E-7E3B8FFC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BD43-2FA9-46A8-B405-704033FF653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61F270-D728-49F5-AAE5-824B2916D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16303-40D9-4481-9229-01BF2543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C3D0-B78F-4531-BDBF-6662E52D8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8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0797C-5760-4559-BA78-2096B95A3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D6FB0D-1D7D-4E79-838C-391741FF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BD43-2FA9-46A8-B405-704033FF653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5F8489-7DAE-45A5-9962-C9A6EAEE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65E8E-522B-422F-B003-07557336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C3D0-B78F-4531-BDBF-6662E52D8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04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4659E4-073B-4EF4-92A5-827E17496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BD43-2FA9-46A8-B405-704033FF653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6D5361-C3FD-40CD-AC35-BA9F12030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A013D-C456-4476-97FF-3D81FDB0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C3D0-B78F-4531-BDBF-6662E52D8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C09FD-4DB8-49A3-9DFD-34D149B8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B51A8-5FBD-4D1F-8E9E-4B0DA36E7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7D151-0213-444E-B094-533BCB1D3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EF77D-03D3-4323-918D-6991DB17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BD43-2FA9-46A8-B405-704033FF653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8B9EC-8DC7-4294-BF48-F8664E17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D5956-99B3-45D7-A7B0-18C0DC9BC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C3D0-B78F-4531-BDBF-6662E52D8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62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F3298-E6A4-4F5F-94A5-A732AE4EF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C92D9D-61DF-450E-B806-E2EDCEB5B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F2F14-6E96-44BC-9B7C-7FCC4CB5A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8C477-993D-4939-A3C5-228ADF0D4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BD43-2FA9-46A8-B405-704033FF653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73617-B390-48BE-82D2-A50EAEAA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24574-B2A7-4107-B4D8-0F7BA23A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C3D0-B78F-4531-BDBF-6662E52D8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2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E888-7A78-4275-9E8A-954D7FEB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2D6C8-8F56-4E04-974D-F84B30062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BF5FA-7BB1-4C3C-B83D-9C40A562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BD43-2FA9-46A8-B405-704033FF653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E52CB-F591-4943-BAA6-E5325A1A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74B96-71B9-42BD-8856-E642540E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C3D0-B78F-4531-BDBF-6662E52D8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4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3F63F5-4400-495E-9C94-3C28BEE038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90E0EA-0614-47DB-BE93-3A9F6DFF5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67F73-96D6-4CEB-B9E1-5EA5877FC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BD43-2FA9-46A8-B405-704033FF653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28774-3B71-4ABD-9165-11064D44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E457A-25DC-45F9-B638-4B205FD9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C3D0-B78F-4531-BDBF-6662E52D8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84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8C589-4973-4B5F-A8BD-71568F9D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FF382-EC2E-44FA-BC6E-2E68C8FE1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7FC04-4245-4D8C-AA08-125111E5A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2BD43-2FA9-46A8-B405-704033FF653B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1B445-CFE8-4569-B5EA-BDB357F29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08CA2-FD28-4F25-9F91-A0CBDEDB2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CC3D0-B78F-4531-BDBF-6662E52D8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97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F13D9-CF09-4046-BE88-5CBFE7354B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Basic 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157370-34D2-4745-88B5-B26A19D60D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9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9EC88-414B-4CCB-A426-BA6A73EA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3" y="18255"/>
            <a:ext cx="10515600" cy="1325563"/>
          </a:xfrm>
        </p:spPr>
        <p:txBody>
          <a:bodyPr/>
          <a:lstStyle/>
          <a:p>
            <a:r>
              <a:rPr lang="en-US" dirty="0"/>
              <a:t>Data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9180-C9D9-444B-A0F6-7D6901F4C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098" y="1343817"/>
            <a:ext cx="10932268" cy="5426633"/>
          </a:xfrm>
        </p:spPr>
        <p:txBody>
          <a:bodyPr>
            <a:normAutofit fontScale="85000" lnSpcReduction="20000"/>
          </a:bodyPr>
          <a:lstStyle/>
          <a:p>
            <a:r>
              <a:rPr lang="en-US" spc="-5" dirty="0">
                <a:latin typeface="LM Sans 10"/>
                <a:cs typeface="LM Sans 10"/>
              </a:rPr>
              <a:t>Data can often </a:t>
            </a:r>
            <a:r>
              <a:rPr lang="en-US" spc="10" dirty="0">
                <a:latin typeface="LM Sans 10"/>
                <a:cs typeface="LM Sans 10"/>
              </a:rPr>
              <a:t>be </a:t>
            </a:r>
            <a:r>
              <a:rPr lang="en-US" spc="-10" dirty="0">
                <a:latin typeface="LM Sans 10"/>
                <a:cs typeface="LM Sans 10"/>
              </a:rPr>
              <a:t>represented </a:t>
            </a:r>
            <a:r>
              <a:rPr lang="en-US" spc="-20" dirty="0">
                <a:latin typeface="LM Sans 10"/>
                <a:cs typeface="LM Sans 10"/>
              </a:rPr>
              <a:t>or </a:t>
            </a:r>
            <a:r>
              <a:rPr lang="en-US" spc="-5" dirty="0">
                <a:latin typeface="LM Sans 10"/>
                <a:cs typeface="LM Sans 10"/>
              </a:rPr>
              <a:t>abstracted as an </a:t>
            </a:r>
            <a:r>
              <a:rPr lang="en-US" i="1" spc="-5" dirty="0">
                <a:latin typeface="LM Sans 10"/>
                <a:cs typeface="LM Sans 10"/>
              </a:rPr>
              <a:t>n </a:t>
            </a:r>
            <a:r>
              <a:rPr lang="en-US" spc="20" dirty="0">
                <a:latin typeface="DejaVu Sans Condensed"/>
                <a:cs typeface="DejaVu Sans Condensed"/>
              </a:rPr>
              <a:t>× </a:t>
            </a:r>
            <a:r>
              <a:rPr lang="en-US" i="1" spc="-5" dirty="0">
                <a:latin typeface="LM Sans 10"/>
                <a:cs typeface="LM Sans 10"/>
              </a:rPr>
              <a:t>d data matrix</a:t>
            </a:r>
            <a:r>
              <a:rPr lang="en-US" spc="-5" dirty="0">
                <a:latin typeface="LM Sans 10"/>
                <a:cs typeface="LM Sans 10"/>
              </a:rPr>
              <a:t>, with </a:t>
            </a:r>
            <a:r>
              <a:rPr lang="en-US" i="1" spc="-5" dirty="0">
                <a:latin typeface="LM Sans 10"/>
                <a:cs typeface="LM Sans 10"/>
              </a:rPr>
              <a:t>n </a:t>
            </a:r>
            <a:r>
              <a:rPr lang="en-US" spc="-15" dirty="0">
                <a:latin typeface="LM Sans 10"/>
                <a:cs typeface="LM Sans 10"/>
              </a:rPr>
              <a:t>rows  </a:t>
            </a:r>
            <a:r>
              <a:rPr lang="en-US" spc="-5" dirty="0">
                <a:latin typeface="LM Sans 10"/>
                <a:cs typeface="LM Sans 10"/>
              </a:rPr>
              <a:t>and </a:t>
            </a:r>
            <a:r>
              <a:rPr lang="en-US" i="1" spc="-5" dirty="0">
                <a:latin typeface="LM Sans 10"/>
                <a:cs typeface="LM Sans 10"/>
              </a:rPr>
              <a:t>d </a:t>
            </a:r>
            <a:r>
              <a:rPr lang="en-US" spc="-5" dirty="0">
                <a:latin typeface="LM Sans 10"/>
                <a:cs typeface="LM Sans 10"/>
              </a:rPr>
              <a:t>columns, given</a:t>
            </a:r>
            <a:r>
              <a:rPr lang="en-US" spc="85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as</a:t>
            </a:r>
          </a:p>
          <a:p>
            <a:endParaRPr lang="en-US" spc="-5" dirty="0">
              <a:latin typeface="LM Sans 10"/>
              <a:cs typeface="LM Sans 10"/>
            </a:endParaRPr>
          </a:p>
          <a:p>
            <a:endParaRPr lang="en-US" spc="-5" dirty="0">
              <a:latin typeface="LM Sans 10"/>
              <a:cs typeface="LM Sans 10"/>
            </a:endParaRPr>
          </a:p>
          <a:p>
            <a:endParaRPr lang="en-US" spc="-5" dirty="0">
              <a:latin typeface="LM Sans 10"/>
              <a:cs typeface="LM Sans 10"/>
            </a:endParaRPr>
          </a:p>
          <a:p>
            <a:endParaRPr lang="en-US" spc="-5" dirty="0">
              <a:latin typeface="LM Sans 10"/>
              <a:cs typeface="LM Sans 10"/>
            </a:endParaRPr>
          </a:p>
          <a:p>
            <a:endParaRPr lang="en-US" spc="-5" dirty="0">
              <a:latin typeface="LM Sans 10"/>
              <a:cs typeface="LM Sans 10"/>
            </a:endParaRPr>
          </a:p>
          <a:p>
            <a:endParaRPr lang="en-US" spc="-5" dirty="0">
              <a:latin typeface="LM Sans 10"/>
              <a:cs typeface="LM Sans 10"/>
            </a:endParaRPr>
          </a:p>
          <a:p>
            <a:pPr marL="50800" marR="43180">
              <a:lnSpc>
                <a:spcPct val="100000"/>
              </a:lnSpc>
              <a:spcBef>
                <a:spcPts val="95"/>
              </a:spcBef>
            </a:pPr>
            <a:r>
              <a:rPr lang="en-US" spc="-55" dirty="0">
                <a:latin typeface="Verdana"/>
                <a:cs typeface="Verdana"/>
              </a:rPr>
              <a:t>Rows</a:t>
            </a:r>
            <a:r>
              <a:rPr lang="en-US" spc="-55" dirty="0">
                <a:latin typeface="LM Sans 10"/>
                <a:cs typeface="LM Sans 10"/>
              </a:rPr>
              <a:t>: </a:t>
            </a:r>
            <a:r>
              <a:rPr lang="en-US" spc="-5" dirty="0">
                <a:latin typeface="LM Sans 10"/>
                <a:cs typeface="LM Sans 10"/>
              </a:rPr>
              <a:t>Also called samples, </a:t>
            </a:r>
            <a:r>
              <a:rPr lang="en-US" i="1" spc="-5" dirty="0">
                <a:latin typeface="LM Sans 10"/>
                <a:cs typeface="LM Sans 10"/>
              </a:rPr>
              <a:t>instances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examples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10" dirty="0">
                <a:latin typeface="LM Sans 10"/>
                <a:cs typeface="LM Sans 10"/>
              </a:rPr>
              <a:t>records</a:t>
            </a:r>
            <a:r>
              <a:rPr lang="en-US" spc="-10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transactions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objects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points</a:t>
            </a:r>
            <a:r>
              <a:rPr lang="en-US" spc="-5" dirty="0">
                <a:latin typeface="LM Sans 10"/>
                <a:cs typeface="LM Sans 10"/>
              </a:rPr>
              <a:t>,  </a:t>
            </a:r>
            <a:r>
              <a:rPr lang="en-US" i="1" spc="-5" dirty="0">
                <a:latin typeface="LM Sans 10"/>
                <a:cs typeface="LM Sans 10"/>
              </a:rPr>
              <a:t>feature-vectors</a:t>
            </a:r>
            <a:r>
              <a:rPr lang="en-US" spc="-5" dirty="0">
                <a:latin typeface="LM Sans 10"/>
                <a:cs typeface="LM Sans 10"/>
              </a:rPr>
              <a:t>, etc. Given as a </a:t>
            </a:r>
            <a:r>
              <a:rPr lang="en-US" i="1" spc="-5" dirty="0">
                <a:latin typeface="LM Sans 10"/>
                <a:cs typeface="LM Sans 10"/>
              </a:rPr>
              <a:t>d</a:t>
            </a:r>
            <a:r>
              <a:rPr lang="en-US" i="1" spc="-140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-tuple</a:t>
            </a:r>
            <a:endParaRPr lang="en-US" dirty="0">
              <a:latin typeface="LM Sans 10"/>
              <a:cs typeface="LM Sans 1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lang="en-US" sz="800" dirty="0">
              <a:latin typeface="LM Sans 10"/>
              <a:cs typeface="LM Sans 10"/>
            </a:endParaRPr>
          </a:p>
          <a:p>
            <a:pPr marL="26670" algn="ctr">
              <a:lnSpc>
                <a:spcPct val="100000"/>
              </a:lnSpc>
              <a:spcBef>
                <a:spcPts val="5"/>
              </a:spcBef>
            </a:pPr>
            <a:r>
              <a:rPr lang="en-US" i="1" spc="45" dirty="0">
                <a:latin typeface="Arial"/>
                <a:cs typeface="Arial"/>
              </a:rPr>
              <a:t>x</a:t>
            </a:r>
            <a:r>
              <a:rPr lang="en-US" i="1" spc="67" baseline="-12820" dirty="0">
                <a:latin typeface="LM Sans 8"/>
                <a:cs typeface="LM Sans 8"/>
              </a:rPr>
              <a:t>i</a:t>
            </a:r>
            <a:r>
              <a:rPr lang="en-US" i="1" spc="127" baseline="-12820" dirty="0">
                <a:latin typeface="LM Sans 8"/>
                <a:cs typeface="LM Sans 8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=</a:t>
            </a:r>
            <a:r>
              <a:rPr lang="en-US" spc="-130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(</a:t>
            </a:r>
            <a:r>
              <a:rPr lang="en-US" i="1" spc="-5" dirty="0">
                <a:latin typeface="LM Sans 10"/>
                <a:cs typeface="LM Sans 10"/>
              </a:rPr>
              <a:t>x</a:t>
            </a:r>
            <a:r>
              <a:rPr lang="en-US" i="1" spc="-7" baseline="-12820" dirty="0">
                <a:latin typeface="LM Sans 8"/>
                <a:cs typeface="LM Sans 8"/>
              </a:rPr>
              <a:t>i</a:t>
            </a:r>
            <a:r>
              <a:rPr lang="en-US" i="1" spc="-247" baseline="-12820" dirty="0">
                <a:latin typeface="LM Sans 8"/>
                <a:cs typeface="LM Sans 8"/>
              </a:rPr>
              <a:t> </a:t>
            </a:r>
            <a:r>
              <a:rPr lang="en-US" sz="3200" spc="22" baseline="-11904" dirty="0">
                <a:latin typeface="Arial"/>
                <a:cs typeface="Arial"/>
              </a:rPr>
              <a:t>1</a:t>
            </a:r>
            <a:r>
              <a:rPr lang="en-US" i="1" spc="15" dirty="0">
                <a:latin typeface="DejaVu Sans Condensed"/>
                <a:cs typeface="DejaVu Sans Condensed"/>
              </a:rPr>
              <a:t>,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5" dirty="0">
                <a:latin typeface="LM Sans 10"/>
                <a:cs typeface="LM Sans 10"/>
              </a:rPr>
              <a:t>x</a:t>
            </a:r>
            <a:r>
              <a:rPr lang="en-US" i="1" spc="-7" baseline="-12820" dirty="0">
                <a:latin typeface="LM Sans 8"/>
                <a:cs typeface="LM Sans 8"/>
              </a:rPr>
              <a:t>i</a:t>
            </a:r>
            <a:r>
              <a:rPr lang="en-US" i="1" spc="-247" baseline="-12820" dirty="0">
                <a:latin typeface="LM Sans 8"/>
                <a:cs typeface="LM Sans 8"/>
              </a:rPr>
              <a:t> </a:t>
            </a:r>
            <a:r>
              <a:rPr lang="en-US" sz="3200" spc="22" baseline="-11904" dirty="0">
                <a:latin typeface="Arial"/>
                <a:cs typeface="Arial"/>
              </a:rPr>
              <a:t>2</a:t>
            </a:r>
            <a:r>
              <a:rPr lang="en-US" i="1" spc="15" dirty="0">
                <a:latin typeface="DejaVu Sans Condensed"/>
                <a:cs typeface="DejaVu Sans Condensed"/>
              </a:rPr>
              <a:t>,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.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.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.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,</a:t>
            </a:r>
            <a:r>
              <a:rPr lang="en-US" i="1" spc="-180" dirty="0">
                <a:latin typeface="DejaVu Sans Condensed"/>
                <a:cs typeface="DejaVu Sans Condensed"/>
              </a:rPr>
              <a:t> </a:t>
            </a:r>
            <a:r>
              <a:rPr lang="en-US" i="1" dirty="0" err="1">
                <a:latin typeface="LM Sans 10"/>
                <a:cs typeface="LM Sans 10"/>
              </a:rPr>
              <a:t>x</a:t>
            </a:r>
            <a:r>
              <a:rPr lang="en-US" i="1" baseline="-12820" dirty="0" err="1">
                <a:latin typeface="LM Sans 8"/>
                <a:cs typeface="LM Sans 8"/>
              </a:rPr>
              <a:t>id</a:t>
            </a:r>
            <a:r>
              <a:rPr lang="en-US" i="1" spc="-179" baseline="-12820" dirty="0">
                <a:latin typeface="LM Sans 8"/>
                <a:cs typeface="LM Sans 8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)</a:t>
            </a:r>
            <a:endParaRPr lang="en-US" dirty="0">
              <a:latin typeface="LM Sans 10"/>
              <a:cs typeface="LM Sans 10"/>
            </a:endParaRPr>
          </a:p>
          <a:p>
            <a:pPr marL="50165" marR="114300">
              <a:lnSpc>
                <a:spcPct val="100000"/>
              </a:lnSpc>
              <a:spcBef>
                <a:spcPts val="969"/>
              </a:spcBef>
            </a:pPr>
            <a:r>
              <a:rPr lang="en-US" spc="-60" dirty="0">
                <a:latin typeface="Verdana"/>
                <a:cs typeface="Verdana"/>
              </a:rPr>
              <a:t>Columns</a:t>
            </a:r>
            <a:r>
              <a:rPr lang="en-US" spc="-60" dirty="0">
                <a:latin typeface="LM Sans 10"/>
                <a:cs typeface="LM Sans 10"/>
              </a:rPr>
              <a:t>: </a:t>
            </a:r>
            <a:r>
              <a:rPr lang="en-US" spc="-5" dirty="0">
                <a:latin typeface="LM Sans 10"/>
                <a:cs typeface="LM Sans 10"/>
              </a:rPr>
              <a:t>Also called </a:t>
            </a:r>
            <a:r>
              <a:rPr lang="en-US" i="1" spc="-5" dirty="0">
                <a:latin typeface="LM Sans 10"/>
                <a:cs typeface="LM Sans 10"/>
              </a:rPr>
              <a:t>attributes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properties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features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dimensions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10" dirty="0">
                <a:latin typeface="LM Sans 10"/>
                <a:cs typeface="LM Sans 10"/>
              </a:rPr>
              <a:t>variables</a:t>
            </a:r>
            <a:r>
              <a:rPr lang="en-US" spc="-10" dirty="0">
                <a:latin typeface="LM Sans 10"/>
                <a:cs typeface="LM Sans 10"/>
              </a:rPr>
              <a:t>,  </a:t>
            </a:r>
            <a:r>
              <a:rPr lang="en-US" i="1" spc="-5" dirty="0">
                <a:latin typeface="LM Sans 10"/>
                <a:cs typeface="LM Sans 10"/>
              </a:rPr>
              <a:t>fields</a:t>
            </a:r>
            <a:r>
              <a:rPr lang="en-US" spc="-5" dirty="0">
                <a:latin typeface="LM Sans 10"/>
                <a:cs typeface="LM Sans 10"/>
              </a:rPr>
              <a:t>, etc. Given as an</a:t>
            </a:r>
            <a:r>
              <a:rPr lang="en-US" spc="-10" dirty="0">
                <a:latin typeface="LM Sans 10"/>
                <a:cs typeface="LM Sans 10"/>
              </a:rPr>
              <a:t> </a:t>
            </a:r>
            <a:r>
              <a:rPr lang="en-US" i="1" spc="-5" dirty="0">
                <a:latin typeface="LM Sans 10"/>
                <a:cs typeface="LM Sans 10"/>
              </a:rPr>
              <a:t>n</a:t>
            </a:r>
            <a:r>
              <a:rPr lang="en-US" spc="-5" dirty="0">
                <a:latin typeface="LM Sans 10"/>
                <a:cs typeface="LM Sans 10"/>
              </a:rPr>
              <a:t>-tuple</a:t>
            </a:r>
            <a:endParaRPr lang="en-US" dirty="0">
              <a:latin typeface="LM Sans 10"/>
              <a:cs typeface="LM Sans 1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US" sz="800" dirty="0">
              <a:latin typeface="LM Sans 10"/>
              <a:cs typeface="LM Sans 10"/>
            </a:endParaRPr>
          </a:p>
          <a:p>
            <a:pPr marL="27305" algn="ctr">
              <a:lnSpc>
                <a:spcPct val="100000"/>
              </a:lnSpc>
            </a:pPr>
            <a:r>
              <a:rPr lang="en-US" i="1" dirty="0" err="1">
                <a:latin typeface="LM Sans 10"/>
                <a:cs typeface="LM Sans 10"/>
              </a:rPr>
              <a:t>X</a:t>
            </a:r>
            <a:r>
              <a:rPr lang="en-US" i="1" baseline="-12820" dirty="0" err="1">
                <a:latin typeface="LM Sans 8"/>
                <a:cs typeface="LM Sans 8"/>
              </a:rPr>
              <a:t>j</a:t>
            </a:r>
            <a:r>
              <a:rPr lang="en-US" i="1" spc="120" baseline="-12820" dirty="0">
                <a:latin typeface="LM Sans 8"/>
                <a:cs typeface="LM Sans 8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=</a:t>
            </a:r>
            <a:r>
              <a:rPr lang="en-US" spc="-130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(</a:t>
            </a:r>
            <a:r>
              <a:rPr lang="en-US" i="1" spc="-5" dirty="0">
                <a:latin typeface="LM Sans 10"/>
                <a:cs typeface="LM Sans 10"/>
              </a:rPr>
              <a:t>x</a:t>
            </a:r>
            <a:r>
              <a:rPr lang="en-US" sz="3200" spc="-7" baseline="-11904" dirty="0">
                <a:latin typeface="Arial"/>
                <a:cs typeface="Arial"/>
              </a:rPr>
              <a:t>1</a:t>
            </a:r>
            <a:r>
              <a:rPr lang="en-US" i="1" spc="-7" baseline="-12820" dirty="0">
                <a:latin typeface="LM Sans 8"/>
                <a:cs typeface="LM Sans 8"/>
              </a:rPr>
              <a:t>j</a:t>
            </a:r>
            <a:r>
              <a:rPr lang="en-US" i="1" spc="-179" baseline="-12820" dirty="0">
                <a:latin typeface="LM Sans 8"/>
                <a:cs typeface="LM Sans 8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,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5" dirty="0">
                <a:latin typeface="LM Sans 10"/>
                <a:cs typeface="LM Sans 10"/>
              </a:rPr>
              <a:t>x</a:t>
            </a:r>
            <a:r>
              <a:rPr lang="en-US" sz="3200" spc="-7" baseline="-11904" dirty="0">
                <a:latin typeface="Arial"/>
                <a:cs typeface="Arial"/>
              </a:rPr>
              <a:t>2</a:t>
            </a:r>
            <a:r>
              <a:rPr lang="en-US" i="1" spc="-7" baseline="-12820" dirty="0">
                <a:latin typeface="LM Sans 8"/>
                <a:cs typeface="LM Sans 8"/>
              </a:rPr>
              <a:t>j</a:t>
            </a:r>
            <a:r>
              <a:rPr lang="en-US" i="1" spc="-179" baseline="-12820" dirty="0">
                <a:latin typeface="LM Sans 8"/>
                <a:cs typeface="LM Sans 8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,</a:t>
            </a:r>
            <a:r>
              <a:rPr lang="en-US" i="1" spc="-180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.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.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.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,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dirty="0" err="1">
                <a:latin typeface="LM Sans 10"/>
                <a:cs typeface="LM Sans 10"/>
              </a:rPr>
              <a:t>x</a:t>
            </a:r>
            <a:r>
              <a:rPr lang="en-US" i="1" baseline="-12820" dirty="0" err="1">
                <a:latin typeface="LM Sans 8"/>
                <a:cs typeface="LM Sans 8"/>
              </a:rPr>
              <a:t>nj</a:t>
            </a:r>
            <a:r>
              <a:rPr lang="en-US" i="1" spc="-179" baseline="-12820" dirty="0">
                <a:latin typeface="LM Sans 8"/>
                <a:cs typeface="LM Sans 8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)</a:t>
            </a:r>
            <a:endParaRPr lang="en-US" dirty="0">
              <a:latin typeface="LM Sans 10"/>
              <a:cs typeface="LM Sans 10"/>
            </a:endParaRPr>
          </a:p>
          <a:p>
            <a:endParaRPr lang="en-US" dirty="0">
              <a:latin typeface="LM Sans 10"/>
              <a:cs typeface="LM Sans 1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3052A-DC48-4EC4-986B-EB775FF36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073" y="1975425"/>
            <a:ext cx="5895975" cy="2219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B4D33D-5F04-4D1B-9909-FB65B30EBB99}"/>
                  </a:ext>
                </a:extLst>
              </p:cNvPr>
              <p:cNvSpPr txBox="1"/>
              <p:nvPr/>
            </p:nvSpPr>
            <p:spPr>
              <a:xfrm>
                <a:off x="7975048" y="2978870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B4D33D-5F04-4D1B-9909-FB65B30EB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048" y="2978870"/>
                <a:ext cx="38183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87F159B-1F56-4CAB-AC28-27F5A9A31158}"/>
              </a:ext>
            </a:extLst>
          </p:cNvPr>
          <p:cNvSpPr txBox="1"/>
          <p:nvPr/>
        </p:nvSpPr>
        <p:spPr>
          <a:xfrm>
            <a:off x="8356884" y="2782669"/>
            <a:ext cx="882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R</a:t>
            </a:r>
            <a:r>
              <a:rPr lang="en-US" sz="3600" baseline="30000" dirty="0" err="1"/>
              <a:t>nxd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8833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B723-CA10-4326-BD1D-09958E514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28" y="0"/>
            <a:ext cx="10515600" cy="1325563"/>
          </a:xfrm>
        </p:spPr>
        <p:txBody>
          <a:bodyPr/>
          <a:lstStyle/>
          <a:p>
            <a:r>
              <a:rPr lang="en-US" dirty="0"/>
              <a:t>Iris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986AD-CC21-401B-8426-1B5389B05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390" y="1037333"/>
            <a:ext cx="7620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29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D61A-9FFD-4B86-A6FC-89E5CF168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0B9C4-9731-4119-9C35-0722196DA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31830" cy="4849495"/>
          </a:xfrm>
        </p:spPr>
        <p:txBody>
          <a:bodyPr>
            <a:normAutofit/>
          </a:bodyPr>
          <a:lstStyle/>
          <a:p>
            <a:pPr marL="63500" marR="113030">
              <a:lnSpc>
                <a:spcPct val="100000"/>
              </a:lnSpc>
              <a:spcBef>
                <a:spcPts val="95"/>
              </a:spcBef>
            </a:pPr>
            <a:r>
              <a:rPr lang="en-US" spc="-5" dirty="0">
                <a:latin typeface="LM Sans 10"/>
                <a:cs typeface="LM Sans 10"/>
              </a:rPr>
              <a:t>A </a:t>
            </a:r>
            <a:r>
              <a:rPr lang="en-US" i="1" spc="-5" dirty="0">
                <a:latin typeface="LM Sans 10"/>
                <a:cs typeface="LM Sans 10"/>
              </a:rPr>
              <a:t>random </a:t>
            </a:r>
            <a:r>
              <a:rPr lang="en-US" i="1" spc="-10" dirty="0">
                <a:latin typeface="LM Sans 10"/>
                <a:cs typeface="LM Sans 10"/>
              </a:rPr>
              <a:t>variable</a:t>
            </a:r>
            <a:r>
              <a:rPr lang="en-US" i="1" spc="-5" dirty="0">
                <a:latin typeface="LM Sans 10"/>
                <a:cs typeface="LM Sans 10"/>
              </a:rPr>
              <a:t> X</a:t>
            </a:r>
            <a:r>
              <a:rPr lang="en-US" i="1" spc="130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is a function </a:t>
            </a:r>
            <a:r>
              <a:rPr lang="en-US" i="1" spc="-5" dirty="0">
                <a:latin typeface="LM Sans 10"/>
                <a:cs typeface="LM Sans 10"/>
              </a:rPr>
              <a:t>X</a:t>
            </a:r>
            <a:r>
              <a:rPr lang="en-US" i="1" spc="-110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:</a:t>
            </a:r>
            <a:r>
              <a:rPr lang="en-US" spc="-130" dirty="0">
                <a:latin typeface="LM Sans 10"/>
                <a:cs typeface="LM Sans 10"/>
              </a:rPr>
              <a:t> </a:t>
            </a:r>
            <a:r>
              <a:rPr lang="en-US" spc="85" dirty="0">
                <a:latin typeface="DejaVu Sans Condensed"/>
                <a:cs typeface="DejaVu Sans Condensed"/>
              </a:rPr>
              <a:t>O</a:t>
            </a:r>
            <a:r>
              <a:rPr lang="en-US" spc="-50" dirty="0">
                <a:latin typeface="DejaVu Sans Condensed"/>
                <a:cs typeface="DejaVu Sans Condensed"/>
              </a:rPr>
              <a:t> </a:t>
            </a:r>
            <a:r>
              <a:rPr lang="en-US" spc="240" dirty="0">
                <a:latin typeface="DejaVu Sans Condensed"/>
                <a:cs typeface="DejaVu Sans Condensed"/>
              </a:rPr>
              <a:t>→</a:t>
            </a:r>
            <a:r>
              <a:rPr lang="en-US" spc="-85" dirty="0">
                <a:latin typeface="DejaVu Sans Condensed"/>
                <a:cs typeface="DejaVu Sans Condensed"/>
              </a:rPr>
              <a:t> </a:t>
            </a:r>
            <a:r>
              <a:rPr lang="en-US" spc="-5" dirty="0">
                <a:latin typeface="Arial"/>
                <a:cs typeface="Arial"/>
              </a:rPr>
              <a:t>R</a:t>
            </a:r>
            <a:r>
              <a:rPr lang="en-US" spc="-5" dirty="0">
                <a:latin typeface="LM Sans 10"/>
                <a:cs typeface="LM Sans 10"/>
              </a:rPr>
              <a:t>, where </a:t>
            </a:r>
            <a:r>
              <a:rPr lang="en-US" spc="85" dirty="0">
                <a:latin typeface="DejaVu Sans Condensed"/>
                <a:cs typeface="DejaVu Sans Condensed"/>
              </a:rPr>
              <a:t>O</a:t>
            </a:r>
            <a:r>
              <a:rPr lang="en-US" spc="70" dirty="0">
                <a:latin typeface="DejaVu Sans Condensed"/>
                <a:cs typeface="DejaVu Sans Condensed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is the set of all possible  outcomes of the experiment, also called the </a:t>
            </a:r>
            <a:r>
              <a:rPr lang="en-US" i="1" spc="-5" dirty="0">
                <a:latin typeface="LM Sans 10"/>
                <a:cs typeface="LM Sans 10"/>
              </a:rPr>
              <a:t>sample space</a:t>
            </a:r>
            <a:r>
              <a:rPr lang="en-US" spc="-5" dirty="0">
                <a:latin typeface="LM Sans 10"/>
                <a:cs typeface="LM Sans 10"/>
              </a:rPr>
              <a:t>.</a:t>
            </a:r>
            <a:endParaRPr lang="en-US" dirty="0">
              <a:latin typeface="LM Sans 10"/>
              <a:cs typeface="LM Sans 10"/>
            </a:endParaRPr>
          </a:p>
          <a:p>
            <a:pPr marL="63500" marR="55880">
              <a:lnSpc>
                <a:spcPct val="100000"/>
              </a:lnSpc>
              <a:spcBef>
                <a:spcPts val="290"/>
              </a:spcBef>
            </a:pPr>
            <a:endParaRPr lang="en-US" spc="-5" dirty="0">
              <a:latin typeface="LM Sans 10"/>
              <a:cs typeface="LM Sans 10"/>
            </a:endParaRPr>
          </a:p>
          <a:p>
            <a:pPr marL="63500" marR="55880">
              <a:lnSpc>
                <a:spcPct val="100000"/>
              </a:lnSpc>
              <a:spcBef>
                <a:spcPts val="290"/>
              </a:spcBef>
            </a:pPr>
            <a:r>
              <a:rPr lang="en-US" spc="-5" dirty="0">
                <a:latin typeface="LM Sans 10"/>
                <a:cs typeface="LM Sans 10"/>
              </a:rPr>
              <a:t>A </a:t>
            </a:r>
            <a:r>
              <a:rPr lang="en-US" i="1" spc="-5" dirty="0">
                <a:latin typeface="LM Sans 10"/>
                <a:cs typeface="LM Sans 10"/>
              </a:rPr>
              <a:t>discrete random </a:t>
            </a:r>
            <a:r>
              <a:rPr lang="en-US" i="1" spc="-10" dirty="0">
                <a:latin typeface="LM Sans 10"/>
                <a:cs typeface="LM Sans 10"/>
              </a:rPr>
              <a:t>variable </a:t>
            </a:r>
            <a:r>
              <a:rPr lang="en-US" spc="-10" dirty="0">
                <a:latin typeface="LM Sans 10"/>
                <a:cs typeface="LM Sans 10"/>
              </a:rPr>
              <a:t>takes </a:t>
            </a:r>
            <a:r>
              <a:rPr lang="en-US" spc="-5" dirty="0">
                <a:latin typeface="LM Sans 10"/>
                <a:cs typeface="LM Sans 10"/>
              </a:rPr>
              <a:t>on only a </a:t>
            </a:r>
            <a:r>
              <a:rPr lang="en-US" spc="5" dirty="0">
                <a:latin typeface="LM Sans 10"/>
                <a:cs typeface="LM Sans 10"/>
              </a:rPr>
              <a:t>finite </a:t>
            </a:r>
            <a:r>
              <a:rPr lang="en-US" spc="-20" dirty="0">
                <a:latin typeface="LM Sans 10"/>
                <a:cs typeface="LM Sans 10"/>
              </a:rPr>
              <a:t>or </a:t>
            </a:r>
            <a:r>
              <a:rPr lang="en-US" spc="-5" dirty="0">
                <a:latin typeface="LM Sans 10"/>
                <a:cs typeface="LM Sans 10"/>
              </a:rPr>
              <a:t>countably </a:t>
            </a:r>
            <a:r>
              <a:rPr lang="en-US" dirty="0">
                <a:latin typeface="LM Sans 10"/>
                <a:cs typeface="LM Sans 10"/>
              </a:rPr>
              <a:t>infinite number </a:t>
            </a:r>
            <a:r>
              <a:rPr lang="en-US" spc="-5" dirty="0">
                <a:latin typeface="LM Sans 10"/>
                <a:cs typeface="LM Sans 10"/>
              </a:rPr>
              <a:t>of  values, whereas a </a:t>
            </a:r>
            <a:r>
              <a:rPr lang="en-US" i="1" spc="-5" dirty="0">
                <a:latin typeface="LM Sans 10"/>
                <a:cs typeface="LM Sans 10"/>
              </a:rPr>
              <a:t>continuous random </a:t>
            </a:r>
            <a:r>
              <a:rPr lang="en-US" i="1" spc="-10" dirty="0">
                <a:latin typeface="LM Sans 10"/>
                <a:cs typeface="LM Sans 10"/>
              </a:rPr>
              <a:t>variable </a:t>
            </a:r>
            <a:r>
              <a:rPr lang="en-US" spc="-5" dirty="0">
                <a:latin typeface="LM Sans 10"/>
                <a:cs typeface="LM Sans 10"/>
              </a:rPr>
              <a:t>if it can </a:t>
            </a:r>
            <a:r>
              <a:rPr lang="en-US" spc="-10" dirty="0">
                <a:latin typeface="LM Sans 10"/>
                <a:cs typeface="LM Sans 10"/>
              </a:rPr>
              <a:t>take </a:t>
            </a:r>
            <a:r>
              <a:rPr lang="en-US" spc="-5" dirty="0">
                <a:latin typeface="LM Sans 10"/>
                <a:cs typeface="LM Sans 10"/>
              </a:rPr>
              <a:t>on any value in</a:t>
            </a:r>
            <a:r>
              <a:rPr lang="en-US" spc="10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Arial"/>
                <a:cs typeface="Arial"/>
              </a:rPr>
              <a:t>R</a:t>
            </a:r>
            <a:r>
              <a:rPr lang="en-US" spc="-5" dirty="0">
                <a:latin typeface="LM Sans 10"/>
                <a:cs typeface="LM Sans 10"/>
              </a:rPr>
              <a:t>.</a:t>
            </a:r>
          </a:p>
          <a:p>
            <a:pPr marL="63500" marR="55880">
              <a:lnSpc>
                <a:spcPct val="100000"/>
              </a:lnSpc>
              <a:spcBef>
                <a:spcPts val="290"/>
              </a:spcBef>
            </a:pPr>
            <a:endParaRPr lang="en-US" spc="-5" dirty="0">
              <a:latin typeface="LM Sans 10"/>
              <a:cs typeface="LM Sans 10"/>
            </a:endParaRPr>
          </a:p>
          <a:p>
            <a:pPr marL="63500" marR="123189">
              <a:lnSpc>
                <a:spcPct val="100000"/>
              </a:lnSpc>
              <a:spcBef>
                <a:spcPts val="590"/>
              </a:spcBef>
            </a:pPr>
            <a:r>
              <a:rPr lang="en-US" spc="-5" dirty="0">
                <a:latin typeface="LM Sans 10"/>
                <a:cs typeface="LM Sans 10"/>
              </a:rPr>
              <a:t>By default, a numeric attribute </a:t>
            </a:r>
            <a:r>
              <a:rPr lang="en-US" i="1" dirty="0" err="1">
                <a:latin typeface="LM Sans 10"/>
                <a:cs typeface="LM Sans 10"/>
              </a:rPr>
              <a:t>X</a:t>
            </a:r>
            <a:r>
              <a:rPr lang="en-US" i="1" baseline="-12820" dirty="0" err="1">
                <a:latin typeface="LM Sans 8"/>
                <a:cs typeface="LM Sans 8"/>
              </a:rPr>
              <a:t>j</a:t>
            </a:r>
            <a:r>
              <a:rPr lang="en-US" i="1" baseline="-12820" dirty="0">
                <a:latin typeface="LM Sans 8"/>
                <a:cs typeface="LM Sans 8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is considered as the </a:t>
            </a:r>
            <a:r>
              <a:rPr lang="en-US" spc="-10" dirty="0">
                <a:latin typeface="LM Sans 10"/>
                <a:cs typeface="LM Sans 10"/>
              </a:rPr>
              <a:t>identity </a:t>
            </a:r>
            <a:r>
              <a:rPr lang="en-US" spc="-5" dirty="0">
                <a:latin typeface="LM Sans 10"/>
                <a:cs typeface="LM Sans 10"/>
              </a:rPr>
              <a:t>random </a:t>
            </a:r>
            <a:r>
              <a:rPr lang="en-US" spc="-10" dirty="0">
                <a:latin typeface="LM Sans 10"/>
                <a:cs typeface="LM Sans 10"/>
              </a:rPr>
              <a:t>variable  </a:t>
            </a:r>
            <a:r>
              <a:rPr lang="en-US" spc="-5" dirty="0">
                <a:latin typeface="LM Sans 10"/>
                <a:cs typeface="LM Sans 10"/>
              </a:rPr>
              <a:t>given</a:t>
            </a:r>
            <a:r>
              <a:rPr lang="en-US" spc="-10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as</a:t>
            </a:r>
            <a:endParaRPr lang="en-US" dirty="0">
              <a:latin typeface="LM Sans 10"/>
              <a:cs typeface="LM Sans 10"/>
            </a:endParaRPr>
          </a:p>
          <a:p>
            <a:pPr marL="1765300" indent="0">
              <a:lnSpc>
                <a:spcPts val="1190"/>
              </a:lnSpc>
              <a:buNone/>
            </a:pPr>
            <a:r>
              <a:rPr lang="en-US" i="1" spc="-5" dirty="0">
                <a:latin typeface="LM Sans 10"/>
                <a:cs typeface="LM Sans 10"/>
              </a:rPr>
              <a:t>X</a:t>
            </a:r>
            <a:r>
              <a:rPr lang="en-US" i="1" spc="-204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(</a:t>
            </a:r>
            <a:r>
              <a:rPr lang="en-US" i="1" spc="-5" dirty="0">
                <a:latin typeface="LM Sans 10"/>
                <a:cs typeface="LM Sans 10"/>
              </a:rPr>
              <a:t>v</a:t>
            </a:r>
            <a:r>
              <a:rPr lang="en-US" i="1" spc="-229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)</a:t>
            </a:r>
            <a:r>
              <a:rPr lang="en-US" spc="-130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=</a:t>
            </a:r>
            <a:r>
              <a:rPr lang="en-US" spc="-130" dirty="0">
                <a:latin typeface="LM Sans 10"/>
                <a:cs typeface="LM Sans 10"/>
              </a:rPr>
              <a:t> </a:t>
            </a:r>
            <a:r>
              <a:rPr lang="en-US" i="1" spc="-5" dirty="0">
                <a:latin typeface="LM Sans 10"/>
                <a:cs typeface="LM Sans 10"/>
              </a:rPr>
              <a:t>v      </a:t>
            </a:r>
            <a:r>
              <a:rPr lang="en-US" spc="-15" dirty="0">
                <a:latin typeface="LM Sans 10"/>
                <a:cs typeface="LM Sans 10"/>
              </a:rPr>
              <a:t>for </a:t>
            </a:r>
            <a:r>
              <a:rPr lang="en-US" spc="-5" dirty="0">
                <a:latin typeface="LM Sans 10"/>
                <a:cs typeface="LM Sans 10"/>
              </a:rPr>
              <a:t>all </a:t>
            </a:r>
            <a:r>
              <a:rPr lang="en-US" i="1" spc="-5" dirty="0">
                <a:latin typeface="LM Sans 10"/>
                <a:cs typeface="LM Sans 10"/>
              </a:rPr>
              <a:t>v </a:t>
            </a:r>
            <a:r>
              <a:rPr lang="en-US" spc="-125" dirty="0">
                <a:latin typeface="DejaVu Sans Condensed"/>
                <a:cs typeface="DejaVu Sans Condensed"/>
              </a:rPr>
              <a:t>∈ </a:t>
            </a:r>
            <a:r>
              <a:rPr lang="en-US" spc="50" dirty="0">
                <a:latin typeface="DejaVu Sans Condensed"/>
                <a:cs typeface="DejaVu Sans Condensed"/>
              </a:rPr>
              <a:t>O</a:t>
            </a:r>
            <a:r>
              <a:rPr lang="en-US" spc="50" dirty="0">
                <a:latin typeface="LM Sans 10"/>
                <a:cs typeface="LM Sans 10"/>
              </a:rPr>
              <a:t>. </a:t>
            </a:r>
            <a:r>
              <a:rPr lang="en-US" spc="-5" dirty="0">
                <a:latin typeface="LM Sans 10"/>
                <a:cs typeface="LM Sans 10"/>
              </a:rPr>
              <a:t>Here </a:t>
            </a:r>
            <a:r>
              <a:rPr lang="en-US" spc="85" dirty="0">
                <a:latin typeface="DejaVu Sans Condensed"/>
                <a:cs typeface="DejaVu Sans Condensed"/>
              </a:rPr>
              <a:t>O </a:t>
            </a:r>
            <a:r>
              <a:rPr lang="en-US" spc="-5" dirty="0">
                <a:latin typeface="LM Sans 10"/>
                <a:cs typeface="LM Sans 10"/>
              </a:rPr>
              <a:t>=</a:t>
            </a:r>
            <a:r>
              <a:rPr lang="en-US" spc="-190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Arial"/>
                <a:cs typeface="Arial"/>
              </a:rPr>
              <a:t>R</a:t>
            </a:r>
            <a:r>
              <a:rPr lang="en-US" spc="-5" dirty="0">
                <a:latin typeface="LM Sans 10"/>
                <a:cs typeface="LM Sans 10"/>
              </a:rPr>
              <a:t>.</a:t>
            </a:r>
            <a:endParaRPr lang="en-US" dirty="0">
              <a:latin typeface="LM Sans 10"/>
              <a:cs typeface="LM Sans 10"/>
            </a:endParaRPr>
          </a:p>
          <a:p>
            <a:pPr marL="63500" marR="55880">
              <a:lnSpc>
                <a:spcPct val="100000"/>
              </a:lnSpc>
              <a:spcBef>
                <a:spcPts val="290"/>
              </a:spcBef>
            </a:pPr>
            <a:endParaRPr lang="en-US" dirty="0">
              <a:latin typeface="LM Sans 10"/>
              <a:cs typeface="LM Sans 1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96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8270-2D7B-4521-97C0-DC9A186C7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Random Variable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68E30-1877-474D-8C39-3B14E5D84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99" y="1690688"/>
            <a:ext cx="10534770" cy="30184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C70691-B901-4B91-99C6-A8F872FA2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476" y="5065956"/>
            <a:ext cx="4082966" cy="14269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259658-4A6C-4851-AB28-B7F8EFAAE15A}"/>
              </a:ext>
            </a:extLst>
          </p:cNvPr>
          <p:cNvSpPr txBox="1"/>
          <p:nvPr/>
        </p:nvSpPr>
        <p:spPr>
          <a:xfrm>
            <a:off x="747346" y="5167312"/>
            <a:ext cx="3901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Continuous Random Variable</a:t>
            </a:r>
          </a:p>
        </p:txBody>
      </p:sp>
    </p:spTree>
    <p:extLst>
      <p:ext uri="{BB962C8B-B14F-4D97-AF65-F5344CB8AC3E}">
        <p14:creationId xmlns:p14="http://schemas.microsoft.com/office/powerpoint/2010/main" val="2320014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0438-EBAA-43BB-9E1B-2404CCCFC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195"/>
            <a:ext cx="10515600" cy="1325563"/>
          </a:xfrm>
        </p:spPr>
        <p:txBody>
          <a:bodyPr/>
          <a:lstStyle/>
          <a:p>
            <a:r>
              <a:rPr lang="en-US" dirty="0"/>
              <a:t>Probability Mass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21763-8BBB-4283-BDA5-27D4ABAF6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392" y="1361758"/>
            <a:ext cx="9115248" cy="505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85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0238-CFB3-496B-8F79-0B55B833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18255"/>
            <a:ext cx="10515600" cy="1325563"/>
          </a:xfrm>
        </p:spPr>
        <p:txBody>
          <a:bodyPr/>
          <a:lstStyle/>
          <a:p>
            <a:r>
              <a:rPr lang="en-US" dirty="0"/>
              <a:t>Probability Mass Function For Sepal Length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6F13E5-548C-4EEA-9BA4-6917E2803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348" y="1218247"/>
            <a:ext cx="9609303" cy="526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4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C802E-11E2-4031-8FF0-A9C616A4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70" y="0"/>
            <a:ext cx="10515600" cy="1325563"/>
          </a:xfrm>
        </p:spPr>
        <p:txBody>
          <a:bodyPr/>
          <a:lstStyle/>
          <a:p>
            <a:r>
              <a:rPr lang="en-US" dirty="0"/>
              <a:t>Probability Density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8E3C4-6B07-4CA2-B512-09318F2AE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942" y="1261395"/>
            <a:ext cx="8400098" cy="549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142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FC9D-8BE4-487A-9F6A-B08128CA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46" y="18255"/>
            <a:ext cx="10515600" cy="1325563"/>
          </a:xfrm>
        </p:spPr>
        <p:txBody>
          <a:bodyPr/>
          <a:lstStyle/>
          <a:p>
            <a:r>
              <a:rPr lang="en-US" dirty="0"/>
              <a:t>Cumulative </a:t>
            </a:r>
            <a:r>
              <a:rPr lang="en-US"/>
              <a:t>Distribution Function (CDF)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5107B-65B5-4ABC-89AD-6038C97A9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357" y="1343818"/>
            <a:ext cx="7512676" cy="50006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44A6BB-C24E-4E66-9A37-6580DD8B3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289" y="1094582"/>
            <a:ext cx="3592743" cy="555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217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959D2-2708-4F0C-A54B-67DA34D17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CDF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44581-22B7-4F70-8A62-813B39C41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Rolling a single die</a:t>
            </a:r>
          </a:p>
          <a:p>
            <a:pPr marL="0" indent="0">
              <a:buNone/>
            </a:pPr>
            <a:r>
              <a:rPr lang="en-US" dirty="0"/>
              <a:t>                           P(</a:t>
            </a:r>
            <a:r>
              <a:rPr lang="en-US" i="1" dirty="0"/>
              <a:t>X</a:t>
            </a:r>
            <a:r>
              <a:rPr lang="en-US" dirty="0"/>
              <a:t> = </a:t>
            </a:r>
            <a:r>
              <a:rPr lang="en-US" i="1" dirty="0"/>
              <a:t>k</a:t>
            </a:r>
            <a:r>
              <a:rPr lang="en-US" dirty="0"/>
              <a:t>) = 1/6          for </a:t>
            </a:r>
            <a:r>
              <a:rPr lang="en-US" i="1" dirty="0"/>
              <a:t>k</a:t>
            </a:r>
            <a:r>
              <a:rPr lang="en-US" dirty="0"/>
              <a:t> = 1,2,...,6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P(X&lt;1) = 0;   can not take the values less than 1</a:t>
            </a:r>
          </a:p>
          <a:p>
            <a:pPr fontAlgn="base"/>
            <a:r>
              <a:rPr lang="en-US" dirty="0"/>
              <a:t>P(</a:t>
            </a:r>
            <a:r>
              <a:rPr lang="en-US" i="1" dirty="0"/>
              <a:t>X</a:t>
            </a:r>
            <a:r>
              <a:rPr lang="en-US" dirty="0"/>
              <a:t> ≤ 1) = 1/6</a:t>
            </a:r>
          </a:p>
          <a:p>
            <a:pPr fontAlgn="base"/>
            <a:r>
              <a:rPr lang="en-US" dirty="0"/>
              <a:t>P(</a:t>
            </a:r>
            <a:r>
              <a:rPr lang="en-US" i="1" dirty="0"/>
              <a:t>X</a:t>
            </a:r>
            <a:r>
              <a:rPr lang="en-US" dirty="0"/>
              <a:t> ≤ 2) = 2/6</a:t>
            </a:r>
          </a:p>
          <a:p>
            <a:pPr fontAlgn="base"/>
            <a:r>
              <a:rPr lang="en-US" dirty="0"/>
              <a:t>P(</a:t>
            </a:r>
            <a:r>
              <a:rPr lang="en-US" i="1" dirty="0"/>
              <a:t>X</a:t>
            </a:r>
            <a:r>
              <a:rPr lang="en-US" dirty="0"/>
              <a:t> ≤ 3) = 3/6</a:t>
            </a:r>
          </a:p>
          <a:p>
            <a:pPr fontAlgn="base"/>
            <a:r>
              <a:rPr lang="en-US" dirty="0"/>
              <a:t>P(</a:t>
            </a:r>
            <a:r>
              <a:rPr lang="en-US" i="1" dirty="0"/>
              <a:t>X</a:t>
            </a:r>
            <a:r>
              <a:rPr lang="en-US" dirty="0"/>
              <a:t> ≤ 4) = 4/6</a:t>
            </a:r>
          </a:p>
          <a:p>
            <a:pPr fontAlgn="base"/>
            <a:r>
              <a:rPr lang="en-US" dirty="0"/>
              <a:t>P(</a:t>
            </a:r>
            <a:r>
              <a:rPr lang="en-US" i="1" dirty="0"/>
              <a:t>X</a:t>
            </a:r>
            <a:r>
              <a:rPr lang="en-US" dirty="0"/>
              <a:t> ≤ 5) = 5/6</a:t>
            </a:r>
          </a:p>
          <a:p>
            <a:pPr fontAlgn="base"/>
            <a:r>
              <a:rPr lang="en-US" dirty="0"/>
              <a:t>P(</a:t>
            </a:r>
            <a:r>
              <a:rPr lang="en-US" i="1" dirty="0"/>
              <a:t>X</a:t>
            </a:r>
            <a:r>
              <a:rPr lang="en-US" dirty="0"/>
              <a:t> ≤ 6) = 6/6 = 1</a:t>
            </a:r>
          </a:p>
          <a:p>
            <a:pPr fontAlgn="base"/>
            <a:r>
              <a:rPr lang="en-US" dirty="0"/>
              <a:t>P(X ≤ a (a&gt;6)) ?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F24BF-76D7-496D-BC1A-7A5942AB3F6F}"/>
              </a:ext>
            </a:extLst>
          </p:cNvPr>
          <p:cNvSpPr txBox="1"/>
          <p:nvPr/>
        </p:nvSpPr>
        <p:spPr>
          <a:xfrm>
            <a:off x="3219938" y="5490551"/>
            <a:ext cx="5982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=1</a:t>
            </a:r>
          </a:p>
        </p:txBody>
      </p:sp>
      <p:pic>
        <p:nvPicPr>
          <p:cNvPr id="1026" name="Picture 2" descr="The saying &amp;#39;As straight as a die&amp;#39; - meaning and origin.">
            <a:extLst>
              <a:ext uri="{FF2B5EF4-FFF2-40B4-BE49-F238E27FC236}">
                <a16:creationId xmlns:a16="http://schemas.microsoft.com/office/drawing/2014/main" id="{050AFAC0-2914-42DE-B42F-A566E0E8A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0994" y="1422895"/>
            <a:ext cx="1390475" cy="134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03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D031-574E-42B9-96F4-C80CD207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CDF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4AC5B-D4B7-473E-BB10-4938ADB7B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discrete random variable X whose probability function 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F(3)?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6909B-0959-48C2-889F-30BF1D878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396" y="2521926"/>
            <a:ext cx="6344298" cy="1021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924515-09E0-40DE-90B5-36BF26A49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098" y="4324349"/>
            <a:ext cx="3113212" cy="889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16D8BD-98DB-4304-9C04-C96452F6C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1098" y="5007861"/>
            <a:ext cx="4143375" cy="409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69EF1A-1E04-4022-A960-3F8BE021C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1085" y="5543735"/>
            <a:ext cx="4343400" cy="1114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F1EDCE-09F8-40AD-AFF3-DEA81DE9D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0119" y="6238923"/>
            <a:ext cx="2467513" cy="535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84E5DA-184B-4E79-80FB-2B216356F6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4888" y="4337629"/>
            <a:ext cx="4117611" cy="6299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C96658-C5B3-48C7-8465-9CC5085055DA}"/>
              </a:ext>
            </a:extLst>
          </p:cNvPr>
          <p:cNvSpPr txBox="1"/>
          <p:nvPr/>
        </p:nvSpPr>
        <p:spPr>
          <a:xfrm>
            <a:off x="7763608" y="5232770"/>
            <a:ext cx="24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P(X&gt;3) = 1 – 0.4 = 0.6</a:t>
            </a:r>
          </a:p>
        </p:txBody>
      </p:sp>
    </p:spTree>
    <p:extLst>
      <p:ext uri="{BB962C8B-B14F-4D97-AF65-F5344CB8AC3E}">
        <p14:creationId xmlns:p14="http://schemas.microsoft.com/office/powerpoint/2010/main" val="92758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7334-58EE-4726-AE1E-BAE7FB958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</a:t>
            </a:r>
          </a:p>
        </p:txBody>
      </p:sp>
    </p:spTree>
    <p:extLst>
      <p:ext uri="{BB962C8B-B14F-4D97-AF65-F5344CB8AC3E}">
        <p14:creationId xmlns:p14="http://schemas.microsoft.com/office/powerpoint/2010/main" val="4081164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6B29C-A0B0-438C-9938-1F81E488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A3F19-A46F-4DE1-8E7B-5DD11632C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944" y="1505114"/>
            <a:ext cx="10515600" cy="4351338"/>
          </a:xfrm>
        </p:spPr>
        <p:txBody>
          <a:bodyPr/>
          <a:lstStyle/>
          <a:p>
            <a:r>
              <a:rPr lang="en-US" dirty="0"/>
              <a:t>We say that a statistic is robust if it is not affected by extreme values (such as outliers)</a:t>
            </a:r>
          </a:p>
        </p:txBody>
      </p:sp>
      <p:pic>
        <p:nvPicPr>
          <p:cNvPr id="5122" name="Picture 2" descr="Outlier -- from Wolfram MathWorld">
            <a:extLst>
              <a:ext uri="{FF2B5EF4-FFF2-40B4-BE49-F238E27FC236}">
                <a16:creationId xmlns:a16="http://schemas.microsoft.com/office/drawing/2014/main" id="{10CA4E18-122A-48D7-A286-F338D70A0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490" y="2830677"/>
            <a:ext cx="5714902" cy="352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735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9AB3-2DBC-4B8C-A31C-FDBD935FF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53" y="18255"/>
            <a:ext cx="10515600" cy="1325563"/>
          </a:xfrm>
        </p:spPr>
        <p:txBody>
          <a:bodyPr/>
          <a:lstStyle/>
          <a:p>
            <a:r>
              <a:rPr lang="en-US" dirty="0"/>
              <a:t>Univariate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FE664A-4B58-4117-B67F-93B071E27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175" y="1231571"/>
            <a:ext cx="9230252" cy="533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74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30BA-5A4D-4DED-B0AC-A656F699A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286" y="18255"/>
            <a:ext cx="10515600" cy="1325563"/>
          </a:xfrm>
        </p:spPr>
        <p:txBody>
          <a:bodyPr/>
          <a:lstStyle/>
          <a:p>
            <a:r>
              <a:rPr lang="en-US" dirty="0"/>
              <a:t>Mean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5E510-75A2-4D37-AF64-DE87CF025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14" y="1198790"/>
            <a:ext cx="8074297" cy="51806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5486AC-06E5-4C83-B84A-9E5231E43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571" y="2823387"/>
            <a:ext cx="4400550" cy="1038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5012A2-26FD-45B0-AA6A-D4276CA29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571" y="4620985"/>
            <a:ext cx="2867025" cy="1038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6FAD55-E5BB-4968-B2FD-C6077DE35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8331" y="5904445"/>
            <a:ext cx="5263669" cy="66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6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4EA2-151F-4E81-B5D7-7CD7306F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53" y="-59033"/>
            <a:ext cx="10515600" cy="1325563"/>
          </a:xfrm>
        </p:spPr>
        <p:txBody>
          <a:bodyPr/>
          <a:lstStyle/>
          <a:p>
            <a:r>
              <a:rPr lang="en-US" dirty="0"/>
              <a:t>Sample Mean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941D1D-E58C-4FD7-ABF3-A433C04F9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982" y="1266530"/>
            <a:ext cx="8078869" cy="526385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3998C7-F481-4BE9-A55E-6E5B7B7887A0}"/>
              </a:ext>
            </a:extLst>
          </p:cNvPr>
          <p:cNvSpPr/>
          <p:nvPr/>
        </p:nvSpPr>
        <p:spPr>
          <a:xfrm>
            <a:off x="1856982" y="5496705"/>
            <a:ext cx="8408808" cy="10935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Is samples mean robust?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D7B6A-0521-48B3-9AF8-274F692A02DF}"/>
              </a:ext>
            </a:extLst>
          </p:cNvPr>
          <p:cNvSpPr txBox="1"/>
          <p:nvPr/>
        </p:nvSpPr>
        <p:spPr>
          <a:xfrm>
            <a:off x="3814274" y="6190104"/>
            <a:ext cx="49577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No, a single large value can skew the average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521C80-1D60-4A73-82E3-84CAC575A42B}"/>
              </a:ext>
            </a:extLst>
          </p:cNvPr>
          <p:cNvSpPr/>
          <p:nvPr/>
        </p:nvSpPr>
        <p:spPr>
          <a:xfrm>
            <a:off x="1661020" y="3565321"/>
            <a:ext cx="8604770" cy="17952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3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0559-205C-4C27-9E41-ACB8A124D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1" y="0"/>
            <a:ext cx="10515600" cy="1325563"/>
          </a:xfrm>
        </p:spPr>
        <p:txBody>
          <a:bodyPr/>
          <a:lstStyle/>
          <a:p>
            <a:r>
              <a:rPr lang="en-US" dirty="0"/>
              <a:t>Sample Mean: Iris sepal length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BAB98-D38B-417D-93A5-204982DDD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03" y="2858040"/>
            <a:ext cx="9023166" cy="3999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17A0A8-9660-4C41-8C5A-6DBEEFA58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896" y="1222363"/>
            <a:ext cx="6739112" cy="178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34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60FE2-13D6-444D-B2EA-1E33FCDD5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27" y="18255"/>
            <a:ext cx="10515600" cy="1325563"/>
          </a:xfrm>
        </p:spPr>
        <p:txBody>
          <a:bodyPr/>
          <a:lstStyle/>
          <a:p>
            <a:r>
              <a:rPr lang="en-US" dirty="0"/>
              <a:t>Median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604C7-D3DA-4262-9993-CBD7115F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219" y="1531218"/>
            <a:ext cx="9634226" cy="215466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6701A7-8FCC-4275-BD74-D5711DBFE7A1}"/>
              </a:ext>
            </a:extLst>
          </p:cNvPr>
          <p:cNvSpPr/>
          <p:nvPr/>
        </p:nvSpPr>
        <p:spPr>
          <a:xfrm>
            <a:off x="1734433" y="4412622"/>
            <a:ext cx="8408808" cy="10935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Is Median robust?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0DC607-E27B-48B0-AAAC-6386A721734A}"/>
              </a:ext>
            </a:extLst>
          </p:cNvPr>
          <p:cNvSpPr txBox="1"/>
          <p:nvPr/>
        </p:nvSpPr>
        <p:spPr>
          <a:xfrm>
            <a:off x="3389448" y="5126727"/>
            <a:ext cx="5548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Yes, it is not affected very much by extreme values</a:t>
            </a:r>
          </a:p>
        </p:txBody>
      </p:sp>
    </p:spTree>
    <p:extLst>
      <p:ext uri="{BB962C8B-B14F-4D97-AF65-F5344CB8AC3E}">
        <p14:creationId xmlns:p14="http://schemas.microsoft.com/office/powerpoint/2010/main" val="144420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F013-E581-491E-92EF-B3A67056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5BFDFC-ED63-4785-B6EA-D5DA48B54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92" y="1806595"/>
            <a:ext cx="9994015" cy="324481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E0283B-B2AF-4313-8B1F-1FDA19935AE5}"/>
              </a:ext>
            </a:extLst>
          </p:cNvPr>
          <p:cNvSpPr/>
          <p:nvPr/>
        </p:nvSpPr>
        <p:spPr>
          <a:xfrm>
            <a:off x="1706153" y="5261034"/>
            <a:ext cx="8408808" cy="10935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Is Mode robust?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91C53-F163-4C25-BA11-43FC75912912}"/>
              </a:ext>
            </a:extLst>
          </p:cNvPr>
          <p:cNvSpPr txBox="1"/>
          <p:nvPr/>
        </p:nvSpPr>
        <p:spPr>
          <a:xfrm>
            <a:off x="3906875" y="6022273"/>
            <a:ext cx="43782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Yes, it is not affected by extreme values</a:t>
            </a:r>
          </a:p>
        </p:txBody>
      </p:sp>
    </p:spTree>
    <p:extLst>
      <p:ext uri="{BB962C8B-B14F-4D97-AF65-F5344CB8AC3E}">
        <p14:creationId xmlns:p14="http://schemas.microsoft.com/office/powerpoint/2010/main" val="300779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11033-90ED-473C-BB15-1346003B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86053-0BA6-45C5-94E3-F4191457D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spc="-15" dirty="0">
                <a:latin typeface="Tahoma"/>
                <a:cs typeface="Tahoma"/>
              </a:rPr>
              <a:t>The </a:t>
            </a:r>
            <a:r>
              <a:rPr lang="en-US" i="1" spc="-65" dirty="0">
                <a:latin typeface="Trebuchet MS"/>
                <a:cs typeface="Trebuchet MS"/>
              </a:rPr>
              <a:t>value </a:t>
            </a:r>
            <a:r>
              <a:rPr lang="en-US" i="1" spc="-55" dirty="0">
                <a:latin typeface="Trebuchet MS"/>
                <a:cs typeface="Trebuchet MS"/>
              </a:rPr>
              <a:t>range </a:t>
            </a:r>
            <a:r>
              <a:rPr lang="en-US" spc="-50" dirty="0">
                <a:latin typeface="Tahoma"/>
                <a:cs typeface="Tahoma"/>
              </a:rPr>
              <a:t>or </a:t>
            </a:r>
            <a:r>
              <a:rPr lang="en-US" spc="-35" dirty="0">
                <a:latin typeface="Tahoma"/>
                <a:cs typeface="Tahoma"/>
              </a:rPr>
              <a:t>simply </a:t>
            </a:r>
            <a:r>
              <a:rPr lang="en-US" i="1" spc="-55" dirty="0">
                <a:latin typeface="Trebuchet MS"/>
                <a:cs typeface="Trebuchet MS"/>
              </a:rPr>
              <a:t>range </a:t>
            </a:r>
            <a:r>
              <a:rPr lang="en-US" spc="-35" dirty="0">
                <a:latin typeface="Tahoma"/>
                <a:cs typeface="Tahoma"/>
              </a:rPr>
              <a:t>of </a:t>
            </a:r>
            <a:r>
              <a:rPr lang="en-US" spc="-50" dirty="0">
                <a:latin typeface="Tahoma"/>
                <a:cs typeface="Tahoma"/>
              </a:rPr>
              <a:t>a </a:t>
            </a:r>
            <a:r>
              <a:rPr lang="en-US" spc="-45" dirty="0">
                <a:latin typeface="Tahoma"/>
                <a:cs typeface="Tahoma"/>
              </a:rPr>
              <a:t>random </a:t>
            </a:r>
            <a:r>
              <a:rPr lang="en-US" spc="-40" dirty="0">
                <a:latin typeface="Tahoma"/>
                <a:cs typeface="Tahoma"/>
              </a:rPr>
              <a:t>variable </a:t>
            </a:r>
            <a:r>
              <a:rPr lang="en-US" i="1" spc="-5" dirty="0">
                <a:latin typeface="Arial"/>
                <a:cs typeface="Arial"/>
              </a:rPr>
              <a:t>X </a:t>
            </a:r>
            <a:r>
              <a:rPr lang="en-US" spc="-35" dirty="0">
                <a:latin typeface="Tahoma"/>
                <a:cs typeface="Tahoma"/>
              </a:rPr>
              <a:t>is the </a:t>
            </a:r>
            <a:r>
              <a:rPr lang="en-US" spc="-45" dirty="0">
                <a:latin typeface="Tahoma"/>
                <a:cs typeface="Tahoma"/>
              </a:rPr>
              <a:t>difference </a:t>
            </a:r>
            <a:r>
              <a:rPr lang="en-US" spc="-60" dirty="0">
                <a:latin typeface="Tahoma"/>
                <a:cs typeface="Tahoma"/>
              </a:rPr>
              <a:t>between  </a:t>
            </a:r>
            <a:r>
              <a:rPr lang="en-US" spc="-35" dirty="0">
                <a:latin typeface="Tahoma"/>
                <a:cs typeface="Tahoma"/>
              </a:rPr>
              <a:t>the </a:t>
            </a:r>
            <a:r>
              <a:rPr lang="en-US" spc="-45" dirty="0">
                <a:latin typeface="Tahoma"/>
                <a:cs typeface="Tahoma"/>
              </a:rPr>
              <a:t>maximum and </a:t>
            </a:r>
            <a:r>
              <a:rPr lang="en-US" spc="-35" dirty="0">
                <a:latin typeface="Tahoma"/>
                <a:cs typeface="Tahoma"/>
              </a:rPr>
              <a:t>minimum </a:t>
            </a:r>
            <a:r>
              <a:rPr lang="en-US" spc="-50" dirty="0">
                <a:latin typeface="Tahoma"/>
                <a:cs typeface="Tahoma"/>
              </a:rPr>
              <a:t>values </a:t>
            </a:r>
            <a:r>
              <a:rPr lang="en-US" spc="-35" dirty="0">
                <a:latin typeface="Tahoma"/>
                <a:cs typeface="Tahoma"/>
              </a:rPr>
              <a:t>of </a:t>
            </a:r>
            <a:r>
              <a:rPr lang="en-US" i="1" spc="-5" dirty="0">
                <a:latin typeface="Arial"/>
                <a:cs typeface="Arial"/>
              </a:rPr>
              <a:t>X </a:t>
            </a:r>
            <a:r>
              <a:rPr lang="en-US" spc="-30" dirty="0">
                <a:latin typeface="Tahoma"/>
                <a:cs typeface="Tahoma"/>
              </a:rPr>
              <a:t>, </a:t>
            </a:r>
            <a:r>
              <a:rPr lang="en-US" spc="-50" dirty="0">
                <a:latin typeface="Tahoma"/>
                <a:cs typeface="Tahoma"/>
              </a:rPr>
              <a:t>given</a:t>
            </a:r>
            <a:r>
              <a:rPr lang="en-US" spc="10" dirty="0">
                <a:latin typeface="Tahoma"/>
                <a:cs typeface="Tahoma"/>
              </a:rPr>
              <a:t> </a:t>
            </a:r>
            <a:r>
              <a:rPr lang="en-US" spc="-60" dirty="0">
                <a:latin typeface="Tahoma"/>
                <a:cs typeface="Tahoma"/>
              </a:rPr>
              <a:t>as</a:t>
            </a:r>
            <a:endParaRPr lang="en-US" dirty="0">
              <a:latin typeface="Tahoma"/>
              <a:cs typeface="Tahoma"/>
            </a:endParaRPr>
          </a:p>
          <a:p>
            <a:pPr marL="0" indent="0" algn="ctr">
              <a:lnSpc>
                <a:spcPct val="100000"/>
              </a:lnSpc>
              <a:spcBef>
                <a:spcPts val="875"/>
              </a:spcBef>
              <a:buNone/>
            </a:pPr>
            <a:r>
              <a:rPr lang="en-US" i="1" spc="5" dirty="0">
                <a:latin typeface="Arial"/>
                <a:cs typeface="Arial"/>
              </a:rPr>
              <a:t>r</a:t>
            </a:r>
            <a:r>
              <a:rPr lang="en-US" i="1" spc="30" dirty="0">
                <a:latin typeface="Arial"/>
                <a:cs typeface="Arial"/>
              </a:rPr>
              <a:t> </a:t>
            </a:r>
            <a:r>
              <a:rPr lang="en-US" spc="45" dirty="0">
                <a:latin typeface="Tahoma"/>
                <a:cs typeface="Tahoma"/>
              </a:rPr>
              <a:t>=</a:t>
            </a:r>
            <a:r>
              <a:rPr lang="en-US" spc="-110" dirty="0">
                <a:latin typeface="Tahoma"/>
                <a:cs typeface="Tahoma"/>
              </a:rPr>
              <a:t> </a:t>
            </a:r>
            <a:r>
              <a:rPr lang="en-US" spc="5" dirty="0">
                <a:latin typeface="Tahoma"/>
                <a:cs typeface="Tahoma"/>
              </a:rPr>
              <a:t>max</a:t>
            </a:r>
            <a:r>
              <a:rPr lang="en-US" spc="5" dirty="0">
                <a:latin typeface="Lucida Sans Unicode"/>
                <a:cs typeface="Lucida Sans Unicode"/>
              </a:rPr>
              <a:t>{</a:t>
            </a:r>
            <a:r>
              <a:rPr lang="en-US" i="1" spc="5" dirty="0">
                <a:latin typeface="Arial"/>
                <a:cs typeface="Arial"/>
              </a:rPr>
              <a:t>X</a:t>
            </a:r>
            <a:r>
              <a:rPr lang="en-US" i="1" spc="-145" dirty="0">
                <a:latin typeface="Arial"/>
                <a:cs typeface="Arial"/>
              </a:rPr>
              <a:t> </a:t>
            </a:r>
            <a:r>
              <a:rPr lang="en-US" spc="170" dirty="0">
                <a:latin typeface="Lucida Sans Unicode"/>
                <a:cs typeface="Lucida Sans Unicode"/>
              </a:rPr>
              <a:t>}</a:t>
            </a:r>
            <a:r>
              <a:rPr lang="en-US" spc="-165" dirty="0">
                <a:latin typeface="Lucida Sans Unicode"/>
                <a:cs typeface="Lucida Sans Unicode"/>
              </a:rPr>
              <a:t> </a:t>
            </a:r>
            <a:r>
              <a:rPr lang="en-US" spc="-25" dirty="0">
                <a:latin typeface="Lucida Sans Unicode"/>
                <a:cs typeface="Lucida Sans Unicode"/>
              </a:rPr>
              <a:t>−</a:t>
            </a:r>
            <a:r>
              <a:rPr lang="en-US" spc="-165" dirty="0">
                <a:latin typeface="Lucida Sans Unicode"/>
                <a:cs typeface="Lucida Sans Unicode"/>
              </a:rPr>
              <a:t> </a:t>
            </a:r>
            <a:r>
              <a:rPr lang="en-US" spc="15" dirty="0">
                <a:latin typeface="Tahoma"/>
                <a:cs typeface="Tahoma"/>
              </a:rPr>
              <a:t>min</a:t>
            </a:r>
            <a:r>
              <a:rPr lang="en-US" spc="15" dirty="0">
                <a:latin typeface="Lucida Sans Unicode"/>
                <a:cs typeface="Lucida Sans Unicode"/>
              </a:rPr>
              <a:t>{</a:t>
            </a:r>
            <a:r>
              <a:rPr lang="en-US" i="1" spc="15" dirty="0">
                <a:latin typeface="Arial"/>
                <a:cs typeface="Arial"/>
              </a:rPr>
              <a:t>X</a:t>
            </a:r>
            <a:r>
              <a:rPr lang="en-US" i="1" spc="-145" dirty="0">
                <a:latin typeface="Arial"/>
                <a:cs typeface="Arial"/>
              </a:rPr>
              <a:t> </a:t>
            </a:r>
            <a:r>
              <a:rPr lang="en-US" spc="170" dirty="0">
                <a:latin typeface="Lucida Sans Unicode"/>
                <a:cs typeface="Lucida Sans Unicode"/>
              </a:rPr>
              <a:t>}</a:t>
            </a:r>
            <a:endParaRPr lang="en-US" dirty="0">
              <a:latin typeface="Lucida Sans Unicode"/>
              <a:cs typeface="Lucida Sans Unicode"/>
            </a:endParaRPr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72BF49-7139-45BD-87D6-BC221EF9DD96}"/>
              </a:ext>
            </a:extLst>
          </p:cNvPr>
          <p:cNvSpPr/>
          <p:nvPr/>
        </p:nvSpPr>
        <p:spPr>
          <a:xfrm>
            <a:off x="1706153" y="5261034"/>
            <a:ext cx="8408808" cy="10935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Is Range robust?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F384A-E048-40DA-8248-F66E2D2A7F8D}"/>
              </a:ext>
            </a:extLst>
          </p:cNvPr>
          <p:cNvSpPr txBox="1"/>
          <p:nvPr/>
        </p:nvSpPr>
        <p:spPr>
          <a:xfrm>
            <a:off x="3906875" y="6022273"/>
            <a:ext cx="40607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No, it is sensitive to extreme values</a:t>
            </a:r>
          </a:p>
        </p:txBody>
      </p:sp>
    </p:spTree>
    <p:extLst>
      <p:ext uri="{BB962C8B-B14F-4D97-AF65-F5344CB8AC3E}">
        <p14:creationId xmlns:p14="http://schemas.microsoft.com/office/powerpoint/2010/main" val="5035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FE82-3380-4A5C-8B13-E069EFBC2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6" y="18255"/>
            <a:ext cx="10515600" cy="1325563"/>
          </a:xfrm>
        </p:spPr>
        <p:txBody>
          <a:bodyPr/>
          <a:lstStyle/>
          <a:p>
            <a:r>
              <a:rPr lang="en-US" dirty="0"/>
              <a:t>Variances and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ECAD8-E3C4-427A-8F16-457F1CFC5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57" y="1475399"/>
            <a:ext cx="11576957" cy="5212784"/>
          </a:xfrm>
        </p:spPr>
        <p:txBody>
          <a:bodyPr>
            <a:normAutofit/>
          </a:bodyPr>
          <a:lstStyle/>
          <a:p>
            <a:r>
              <a:rPr lang="en-US" spc="-15" dirty="0">
                <a:latin typeface="Tahoma"/>
                <a:cs typeface="Tahoma"/>
              </a:rPr>
              <a:t>The </a:t>
            </a:r>
            <a:r>
              <a:rPr lang="en-US" i="1" spc="-60" dirty="0">
                <a:latin typeface="Trebuchet MS"/>
                <a:cs typeface="Trebuchet MS"/>
              </a:rPr>
              <a:t>variance </a:t>
            </a:r>
            <a:r>
              <a:rPr lang="en-US" spc="-35" dirty="0">
                <a:latin typeface="Tahoma"/>
                <a:cs typeface="Tahoma"/>
              </a:rPr>
              <a:t>of </a:t>
            </a:r>
            <a:r>
              <a:rPr lang="en-US" spc="-50" dirty="0">
                <a:latin typeface="Tahoma"/>
                <a:cs typeface="Tahoma"/>
              </a:rPr>
              <a:t>a </a:t>
            </a:r>
            <a:r>
              <a:rPr lang="en-US" spc="-45" dirty="0">
                <a:latin typeface="Tahoma"/>
                <a:cs typeface="Tahoma"/>
              </a:rPr>
              <a:t>random </a:t>
            </a:r>
            <a:r>
              <a:rPr lang="en-US" spc="-40" dirty="0">
                <a:latin typeface="Tahoma"/>
                <a:cs typeface="Tahoma"/>
              </a:rPr>
              <a:t>variable </a:t>
            </a:r>
            <a:r>
              <a:rPr lang="en-US" i="1" spc="-5" dirty="0">
                <a:latin typeface="Arial"/>
                <a:cs typeface="Arial"/>
              </a:rPr>
              <a:t>X </a:t>
            </a:r>
            <a:r>
              <a:rPr lang="en-US" spc="-50" dirty="0">
                <a:latin typeface="Tahoma"/>
                <a:cs typeface="Tahoma"/>
              </a:rPr>
              <a:t>provides a </a:t>
            </a:r>
            <a:r>
              <a:rPr lang="en-US" spc="-60" dirty="0">
                <a:latin typeface="Tahoma"/>
                <a:cs typeface="Tahoma"/>
              </a:rPr>
              <a:t>measure </a:t>
            </a:r>
            <a:r>
              <a:rPr lang="en-US" spc="-35" dirty="0">
                <a:latin typeface="Tahoma"/>
                <a:cs typeface="Tahoma"/>
              </a:rPr>
              <a:t>of </a:t>
            </a:r>
            <a:r>
              <a:rPr lang="en-US" spc="-60" dirty="0">
                <a:latin typeface="Tahoma"/>
                <a:cs typeface="Tahoma"/>
              </a:rPr>
              <a:t>how </a:t>
            </a:r>
            <a:r>
              <a:rPr lang="en-US" spc="-40" dirty="0">
                <a:latin typeface="Tahoma"/>
                <a:cs typeface="Tahoma"/>
              </a:rPr>
              <a:t>much </a:t>
            </a:r>
            <a:r>
              <a:rPr lang="en-US" spc="-35" dirty="0">
                <a:latin typeface="Tahoma"/>
                <a:cs typeface="Tahoma"/>
              </a:rPr>
              <a:t>the </a:t>
            </a:r>
            <a:r>
              <a:rPr lang="en-US" spc="-50" dirty="0">
                <a:latin typeface="Tahoma"/>
                <a:cs typeface="Tahoma"/>
              </a:rPr>
              <a:t>values  </a:t>
            </a:r>
            <a:r>
              <a:rPr lang="en-US" spc="-35" dirty="0">
                <a:latin typeface="Tahoma"/>
                <a:cs typeface="Tahoma"/>
              </a:rPr>
              <a:t>of</a:t>
            </a:r>
            <a:r>
              <a:rPr lang="en-US" spc="15" dirty="0">
                <a:latin typeface="Tahoma"/>
                <a:cs typeface="Tahoma"/>
              </a:rPr>
              <a:t> </a:t>
            </a:r>
            <a:r>
              <a:rPr lang="en-US" i="1" spc="-5" dirty="0">
                <a:latin typeface="Arial"/>
                <a:cs typeface="Arial"/>
              </a:rPr>
              <a:t>X</a:t>
            </a:r>
            <a:r>
              <a:rPr lang="en-US" i="1" spc="185" dirty="0">
                <a:latin typeface="Arial"/>
                <a:cs typeface="Arial"/>
              </a:rPr>
              <a:t> </a:t>
            </a:r>
            <a:r>
              <a:rPr lang="en-US" spc="-40" dirty="0">
                <a:latin typeface="Tahoma"/>
                <a:cs typeface="Tahoma"/>
              </a:rPr>
              <a:t>deviate</a:t>
            </a:r>
            <a:r>
              <a:rPr lang="en-US" spc="15" dirty="0">
                <a:latin typeface="Tahoma"/>
                <a:cs typeface="Tahoma"/>
              </a:rPr>
              <a:t> </a:t>
            </a:r>
            <a:r>
              <a:rPr lang="en-US" spc="-40" dirty="0">
                <a:latin typeface="Tahoma"/>
                <a:cs typeface="Tahoma"/>
              </a:rPr>
              <a:t>from</a:t>
            </a:r>
            <a:r>
              <a:rPr lang="en-US" spc="15" dirty="0">
                <a:latin typeface="Tahoma"/>
                <a:cs typeface="Tahoma"/>
              </a:rPr>
              <a:t> </a:t>
            </a:r>
            <a:r>
              <a:rPr lang="en-US" spc="-35" dirty="0">
                <a:latin typeface="Tahoma"/>
                <a:cs typeface="Tahoma"/>
              </a:rPr>
              <a:t>the</a:t>
            </a:r>
            <a:r>
              <a:rPr lang="en-US" spc="15" dirty="0">
                <a:latin typeface="Tahoma"/>
                <a:cs typeface="Tahoma"/>
              </a:rPr>
              <a:t> </a:t>
            </a:r>
            <a:r>
              <a:rPr lang="en-US" spc="-60" dirty="0">
                <a:latin typeface="Tahoma"/>
                <a:cs typeface="Tahoma"/>
              </a:rPr>
              <a:t>mean</a:t>
            </a:r>
            <a:r>
              <a:rPr lang="en-US" spc="15" dirty="0">
                <a:latin typeface="Tahoma"/>
                <a:cs typeface="Tahoma"/>
              </a:rPr>
              <a:t> </a:t>
            </a:r>
            <a:r>
              <a:rPr lang="en-US" spc="-50" dirty="0">
                <a:latin typeface="Tahoma"/>
                <a:cs typeface="Tahoma"/>
              </a:rPr>
              <a:t>or</a:t>
            </a:r>
            <a:r>
              <a:rPr lang="en-US" spc="20" dirty="0">
                <a:latin typeface="Tahoma"/>
                <a:cs typeface="Tahoma"/>
              </a:rPr>
              <a:t> </a:t>
            </a:r>
            <a:r>
              <a:rPr lang="en-US" spc="-45" dirty="0">
                <a:latin typeface="Tahoma"/>
                <a:cs typeface="Tahoma"/>
              </a:rPr>
              <a:t>expected</a:t>
            </a:r>
            <a:r>
              <a:rPr lang="en-US" spc="15" dirty="0">
                <a:latin typeface="Tahoma"/>
                <a:cs typeface="Tahoma"/>
              </a:rPr>
              <a:t> </a:t>
            </a:r>
            <a:r>
              <a:rPr lang="en-US" spc="-45" dirty="0">
                <a:latin typeface="Tahoma"/>
                <a:cs typeface="Tahoma"/>
              </a:rPr>
              <a:t>value</a:t>
            </a:r>
            <a:r>
              <a:rPr lang="en-US" spc="15" dirty="0">
                <a:latin typeface="Tahoma"/>
                <a:cs typeface="Tahoma"/>
              </a:rPr>
              <a:t> </a:t>
            </a:r>
            <a:r>
              <a:rPr lang="en-US" spc="-35" dirty="0">
                <a:latin typeface="Tahoma"/>
                <a:cs typeface="Tahoma"/>
              </a:rPr>
              <a:t>of</a:t>
            </a:r>
            <a:r>
              <a:rPr lang="en-US" spc="20" dirty="0">
                <a:latin typeface="Tahoma"/>
                <a:cs typeface="Tahoma"/>
              </a:rPr>
              <a:t> </a:t>
            </a:r>
            <a:r>
              <a:rPr lang="en-US" i="1" spc="-5" dirty="0">
                <a:latin typeface="Arial"/>
                <a:cs typeface="Arial"/>
              </a:rPr>
              <a:t>X</a:t>
            </a:r>
          </a:p>
          <a:p>
            <a:endParaRPr lang="en-US" i="1" spc="-5" dirty="0">
              <a:latin typeface="Arial"/>
              <a:cs typeface="Arial"/>
            </a:endParaRPr>
          </a:p>
          <a:p>
            <a:endParaRPr lang="en-US" i="1" spc="-5" dirty="0">
              <a:latin typeface="Arial"/>
              <a:cs typeface="Arial"/>
            </a:endParaRPr>
          </a:p>
          <a:p>
            <a:endParaRPr lang="en-US" i="1" spc="-5" dirty="0">
              <a:latin typeface="Arial"/>
              <a:cs typeface="Arial"/>
            </a:endParaRPr>
          </a:p>
          <a:p>
            <a:pPr marL="436245" indent="0" algn="ctr">
              <a:lnSpc>
                <a:spcPct val="100000"/>
              </a:lnSpc>
              <a:spcBef>
                <a:spcPts val="355"/>
              </a:spcBef>
              <a:buNone/>
            </a:pPr>
            <a:endParaRPr lang="en-US" sz="8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60"/>
              </a:spcBef>
            </a:pPr>
            <a:r>
              <a:rPr lang="en-US" spc="-15" dirty="0">
                <a:latin typeface="Tahoma"/>
                <a:cs typeface="Tahoma"/>
              </a:rPr>
              <a:t>The </a:t>
            </a:r>
            <a:r>
              <a:rPr lang="en-US" i="1" spc="-55" dirty="0">
                <a:latin typeface="Trebuchet MS"/>
                <a:cs typeface="Trebuchet MS"/>
              </a:rPr>
              <a:t>standard </a:t>
            </a:r>
            <a:r>
              <a:rPr lang="en-US" i="1" spc="-60" dirty="0">
                <a:latin typeface="Trebuchet MS"/>
                <a:cs typeface="Trebuchet MS"/>
              </a:rPr>
              <a:t>deviation </a:t>
            </a:r>
            <a:r>
              <a:rPr lang="en-US" i="1" spc="-15" dirty="0">
                <a:latin typeface="Arial"/>
                <a:cs typeface="Arial"/>
              </a:rPr>
              <a:t>σ</a:t>
            </a:r>
            <a:r>
              <a:rPr lang="en-US" spc="-15" dirty="0">
                <a:latin typeface="Tahoma"/>
                <a:cs typeface="Tahoma"/>
              </a:rPr>
              <a:t>, </a:t>
            </a:r>
            <a:r>
              <a:rPr lang="en-US" spc="-35" dirty="0">
                <a:latin typeface="Tahoma"/>
                <a:cs typeface="Tahoma"/>
              </a:rPr>
              <a:t>is the </a:t>
            </a:r>
            <a:r>
              <a:rPr lang="en-US" spc="-30" dirty="0">
                <a:latin typeface="Tahoma"/>
                <a:cs typeface="Tahoma"/>
              </a:rPr>
              <a:t>positive </a:t>
            </a:r>
            <a:r>
              <a:rPr lang="en-US" spc="-60" dirty="0">
                <a:latin typeface="Tahoma"/>
                <a:cs typeface="Tahoma"/>
              </a:rPr>
              <a:t>square </a:t>
            </a:r>
            <a:r>
              <a:rPr lang="en-US" spc="-20" dirty="0">
                <a:latin typeface="Tahoma"/>
                <a:cs typeface="Tahoma"/>
              </a:rPr>
              <a:t>root </a:t>
            </a:r>
            <a:r>
              <a:rPr lang="en-US" spc="-35" dirty="0">
                <a:latin typeface="Tahoma"/>
                <a:cs typeface="Tahoma"/>
              </a:rPr>
              <a:t>of the </a:t>
            </a:r>
            <a:r>
              <a:rPr lang="en-US" spc="-40" dirty="0">
                <a:latin typeface="Tahoma"/>
                <a:cs typeface="Tahoma"/>
              </a:rPr>
              <a:t>variance,</a:t>
            </a:r>
            <a:r>
              <a:rPr lang="en-US" spc="175" dirty="0">
                <a:latin typeface="Tahoma"/>
                <a:cs typeface="Tahoma"/>
              </a:rPr>
              <a:t> </a:t>
            </a:r>
            <a:r>
              <a:rPr lang="en-US" i="1" spc="5" dirty="0">
                <a:latin typeface="Arial"/>
                <a:cs typeface="Arial"/>
              </a:rPr>
              <a:t>σ</a:t>
            </a:r>
            <a:r>
              <a:rPr lang="en-US" sz="3200" spc="7" baseline="27777" dirty="0">
                <a:latin typeface="Arial"/>
                <a:cs typeface="Arial"/>
              </a:rPr>
              <a:t>2</a:t>
            </a:r>
            <a:r>
              <a:rPr lang="en-US" spc="5" dirty="0">
                <a:latin typeface="Tahoma"/>
                <a:cs typeface="Tahoma"/>
              </a:rPr>
              <a:t>.</a:t>
            </a:r>
            <a:endParaRPr lang="en-US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795"/>
              </a:spcBef>
            </a:pPr>
            <a:r>
              <a:rPr lang="en-US" spc="-15" dirty="0">
                <a:latin typeface="Tahoma"/>
                <a:cs typeface="Tahoma"/>
              </a:rPr>
              <a:t>The </a:t>
            </a:r>
            <a:r>
              <a:rPr lang="en-US" i="1" spc="-60" dirty="0">
                <a:latin typeface="Trebuchet MS"/>
                <a:cs typeface="Trebuchet MS"/>
              </a:rPr>
              <a:t>population variance </a:t>
            </a:r>
            <a:r>
              <a:rPr lang="en-US" spc="-35" dirty="0">
                <a:latin typeface="Tahoma"/>
                <a:cs typeface="Tahoma"/>
              </a:rPr>
              <a:t>is defined</a:t>
            </a:r>
            <a:r>
              <a:rPr lang="en-US" spc="-210" dirty="0">
                <a:latin typeface="Tahoma"/>
                <a:cs typeface="Tahoma"/>
              </a:rPr>
              <a:t> </a:t>
            </a:r>
            <a:r>
              <a:rPr lang="en-US" spc="-60" dirty="0">
                <a:latin typeface="Tahoma"/>
                <a:cs typeface="Tahoma"/>
              </a:rPr>
              <a:t>as</a:t>
            </a:r>
          </a:p>
          <a:p>
            <a:pPr marL="50800">
              <a:lnSpc>
                <a:spcPct val="100000"/>
              </a:lnSpc>
              <a:spcBef>
                <a:spcPts val="795"/>
              </a:spcBef>
            </a:pPr>
            <a:endParaRPr lang="en-US" dirty="0">
              <a:latin typeface="Tahoma"/>
              <a:cs typeface="Tahoma"/>
            </a:endParaRPr>
          </a:p>
          <a:p>
            <a:endParaRPr lang="en-US" dirty="0">
              <a:latin typeface="Arial"/>
              <a:cs typeface="Arial"/>
            </a:endParaRPr>
          </a:p>
          <a:p>
            <a:pPr marL="12700">
              <a:lnSpc>
                <a:spcPts val="1035"/>
              </a:lnSpc>
              <a:spcBef>
                <a:spcPts val="95"/>
              </a:spcBef>
            </a:pPr>
            <a:r>
              <a:rPr lang="en-US" spc="-45" dirty="0">
                <a:latin typeface="Tahoma"/>
                <a:cs typeface="Tahoma"/>
              </a:rPr>
              <a:t>and </a:t>
            </a:r>
            <a:r>
              <a:rPr lang="en-US" spc="-35" dirty="0">
                <a:latin typeface="Tahoma"/>
                <a:cs typeface="Tahoma"/>
              </a:rPr>
              <a:t>the </a:t>
            </a:r>
            <a:r>
              <a:rPr lang="en-US" i="1" spc="-60" dirty="0">
                <a:latin typeface="Trebuchet MS"/>
                <a:cs typeface="Trebuchet MS"/>
              </a:rPr>
              <a:t>population </a:t>
            </a:r>
            <a:r>
              <a:rPr lang="en-US" i="1" spc="-55" dirty="0">
                <a:latin typeface="Trebuchet MS"/>
                <a:cs typeface="Trebuchet MS"/>
              </a:rPr>
              <a:t>standard </a:t>
            </a:r>
            <a:r>
              <a:rPr lang="en-US" i="1" spc="-60" dirty="0">
                <a:latin typeface="Trebuchet MS"/>
                <a:cs typeface="Trebuchet MS"/>
              </a:rPr>
              <a:t>deviation</a:t>
            </a:r>
            <a:r>
              <a:rPr lang="en-US" i="1" spc="-170" dirty="0">
                <a:latin typeface="Trebuchet MS"/>
                <a:cs typeface="Trebuchet MS"/>
              </a:rPr>
              <a:t> </a:t>
            </a:r>
            <a:r>
              <a:rPr lang="en-US" spc="-35" dirty="0">
                <a:latin typeface="Tahoma"/>
                <a:cs typeface="Tahoma"/>
              </a:rPr>
              <a:t>is</a:t>
            </a:r>
            <a:endParaRPr lang="en-US" dirty="0">
              <a:latin typeface="Tahoma"/>
              <a:cs typeface="Tahoma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AC8F0-4002-4D42-8EC4-47FB01A8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681" y="2621144"/>
            <a:ext cx="6572250" cy="1171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74C815-D307-44E6-AFE1-7009BE115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074" y="4500290"/>
            <a:ext cx="2886075" cy="1235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8EE63F-800E-45A6-A914-C7EAF24F8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074" y="5735432"/>
            <a:ext cx="2720381" cy="110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77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4E3517-ECC0-4DD2-AE5E-523FB6AEA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762" y="1140611"/>
            <a:ext cx="8644302" cy="56151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6CA713-AAEC-4F37-BFDC-7DA055F70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63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Normal Distribution with mean = 0, different  std</a:t>
            </a:r>
          </a:p>
        </p:txBody>
      </p:sp>
    </p:spTree>
    <p:extLst>
      <p:ext uri="{BB962C8B-B14F-4D97-AF65-F5344CB8AC3E}">
        <p14:creationId xmlns:p14="http://schemas.microsoft.com/office/powerpoint/2010/main" val="2535915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1EB8F-A2C7-4745-84B3-5B77637B0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E88F5-21B5-4115-982D-B9FC862C1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Kahoot Quiz</a:t>
            </a:r>
          </a:p>
        </p:txBody>
      </p:sp>
    </p:spTree>
    <p:extLst>
      <p:ext uri="{BB962C8B-B14F-4D97-AF65-F5344CB8AC3E}">
        <p14:creationId xmlns:p14="http://schemas.microsoft.com/office/powerpoint/2010/main" val="364118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560</Words>
  <Application>Microsoft Office PowerPoint</Application>
  <PresentationFormat>Widescreen</PresentationFormat>
  <Paragraphs>85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DejaVu Sans Condensed</vt:lpstr>
      <vt:lpstr>LM Sans 10</vt:lpstr>
      <vt:lpstr>LM Sans 8</vt:lpstr>
      <vt:lpstr>Lucida Sans Unicode</vt:lpstr>
      <vt:lpstr>Tahoma</vt:lpstr>
      <vt:lpstr>Trebuchet MS</vt:lpstr>
      <vt:lpstr>Verdana</vt:lpstr>
      <vt:lpstr>Office Theme</vt:lpstr>
      <vt:lpstr>Basic Statistics</vt:lpstr>
      <vt:lpstr>Data Matrix</vt:lpstr>
      <vt:lpstr>Iris Dataset</vt:lpstr>
      <vt:lpstr>Probabilistic View</vt:lpstr>
      <vt:lpstr>Example for Random Variable</vt:lpstr>
      <vt:lpstr>Probability Mass Function</vt:lpstr>
      <vt:lpstr>Probability Mass Function For Sepal Length</vt:lpstr>
      <vt:lpstr>Probability Density Function</vt:lpstr>
      <vt:lpstr>Cumulative Distribution Function (CDF)</vt:lpstr>
      <vt:lpstr>Example for CDF</vt:lpstr>
      <vt:lpstr>Example for CDF</vt:lpstr>
      <vt:lpstr>Descriptive Statistics</vt:lpstr>
      <vt:lpstr>Robustness</vt:lpstr>
      <vt:lpstr>Univariate Analysis</vt:lpstr>
      <vt:lpstr>Mean</vt:lpstr>
      <vt:lpstr>Sample Mean</vt:lpstr>
      <vt:lpstr>Sample Mean: Iris sepal length</vt:lpstr>
      <vt:lpstr>Median</vt:lpstr>
      <vt:lpstr>Mode</vt:lpstr>
      <vt:lpstr>Range</vt:lpstr>
      <vt:lpstr>Variances and Standard Deviation</vt:lpstr>
      <vt:lpstr>Normal Distribution with mean = 0, different  std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Marzieh Ayati</dc:creator>
  <cp:lastModifiedBy>Marzieh Ayati</cp:lastModifiedBy>
  <cp:revision>2</cp:revision>
  <dcterms:created xsi:type="dcterms:W3CDTF">2020-08-27T22:28:36Z</dcterms:created>
  <dcterms:modified xsi:type="dcterms:W3CDTF">2023-09-12T22:57:41Z</dcterms:modified>
</cp:coreProperties>
</file>