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15" r:id="rId2"/>
    <p:sldId id="316" r:id="rId3"/>
    <p:sldId id="317" r:id="rId4"/>
    <p:sldId id="347" r:id="rId5"/>
    <p:sldId id="348" r:id="rId6"/>
    <p:sldId id="319" r:id="rId7"/>
    <p:sldId id="320" r:id="rId8"/>
    <p:sldId id="321" r:id="rId9"/>
    <p:sldId id="318" r:id="rId10"/>
    <p:sldId id="322" r:id="rId11"/>
    <p:sldId id="323" r:id="rId12"/>
    <p:sldId id="324" r:id="rId13"/>
    <p:sldId id="325" r:id="rId14"/>
    <p:sldId id="326" r:id="rId15"/>
    <p:sldId id="327" r:id="rId16"/>
    <p:sldId id="328" r:id="rId17"/>
    <p:sldId id="329" r:id="rId18"/>
    <p:sldId id="330" r:id="rId19"/>
    <p:sldId id="332" r:id="rId20"/>
    <p:sldId id="334" r:id="rId21"/>
    <p:sldId id="349" r:id="rId22"/>
    <p:sldId id="333" r:id="rId23"/>
    <p:sldId id="335" r:id="rId24"/>
    <p:sldId id="342" r:id="rId25"/>
    <p:sldId id="336" r:id="rId26"/>
    <p:sldId id="337" r:id="rId27"/>
    <p:sldId id="344" r:id="rId28"/>
    <p:sldId id="338" r:id="rId29"/>
    <p:sldId id="339" r:id="rId30"/>
    <p:sldId id="340" r:id="rId31"/>
    <p:sldId id="343" r:id="rId32"/>
    <p:sldId id="350" r:id="rId33"/>
    <p:sldId id="345" r:id="rId34"/>
    <p:sldId id="346" r:id="rId35"/>
    <p:sldId id="34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FA1C7-6269-4D21-B121-E283D4E3446E}" v="7" dt="2024-02-26T07:15:45.6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zieh Ayati" userId="719e7aeb-c3b5-48e5-801b-084d43cd09ac" providerId="ADAL" clId="{E0A64724-5DEE-476A-B14F-E52C2824A79A}"/>
    <pc:docChg chg="custSel addSld delSld modSld">
      <pc:chgData name="Marzieh Ayati" userId="719e7aeb-c3b5-48e5-801b-084d43cd09ac" providerId="ADAL" clId="{E0A64724-5DEE-476A-B14F-E52C2824A79A}" dt="2020-10-01T00:43:11.777" v="194" actId="6549"/>
      <pc:docMkLst>
        <pc:docMk/>
      </pc:docMkLst>
      <pc:sldChg chg="modSp add mod">
        <pc:chgData name="Marzieh Ayati" userId="719e7aeb-c3b5-48e5-801b-084d43cd09ac" providerId="ADAL" clId="{E0A64724-5DEE-476A-B14F-E52C2824A79A}" dt="2020-09-30T22:41:15.949" v="8" actId="1076"/>
        <pc:sldMkLst>
          <pc:docMk/>
          <pc:sldMk cId="0" sldId="333"/>
        </pc:sldMkLst>
        <pc:spChg chg="mod">
          <ac:chgData name="Marzieh Ayati" userId="719e7aeb-c3b5-48e5-801b-084d43cd09ac" providerId="ADAL" clId="{E0A64724-5DEE-476A-B14F-E52C2824A79A}" dt="2020-09-30T22:41:11.977" v="7" actId="20577"/>
          <ac:spMkLst>
            <pc:docMk/>
            <pc:sldMk cId="0" sldId="333"/>
            <ac:spMk id="576" creationId="{00000000-0000-0000-0000-000000000000}"/>
          </ac:spMkLst>
        </pc:spChg>
        <pc:picChg chg="mod">
          <ac:chgData name="Marzieh Ayati" userId="719e7aeb-c3b5-48e5-801b-084d43cd09ac" providerId="ADAL" clId="{E0A64724-5DEE-476A-B14F-E52C2824A79A}" dt="2020-09-30T22:41:15.949" v="8" actId="1076"/>
          <ac:picMkLst>
            <pc:docMk/>
            <pc:sldMk cId="0" sldId="333"/>
            <ac:picMk id="577" creationId="{00000000-0000-0000-0000-000000000000}"/>
          </ac:picMkLst>
        </pc:picChg>
      </pc:sldChg>
      <pc:sldChg chg="modSp mod">
        <pc:chgData name="Marzieh Ayati" userId="719e7aeb-c3b5-48e5-801b-084d43cd09ac" providerId="ADAL" clId="{E0A64724-5DEE-476A-B14F-E52C2824A79A}" dt="2020-10-01T00:33:07.554" v="100" actId="6549"/>
        <pc:sldMkLst>
          <pc:docMk/>
          <pc:sldMk cId="0" sldId="334"/>
        </pc:sldMkLst>
        <pc:spChg chg="mod">
          <ac:chgData name="Marzieh Ayati" userId="719e7aeb-c3b5-48e5-801b-084d43cd09ac" providerId="ADAL" clId="{E0A64724-5DEE-476A-B14F-E52C2824A79A}" dt="2020-10-01T00:33:07.554" v="100" actId="6549"/>
          <ac:spMkLst>
            <pc:docMk/>
            <pc:sldMk cId="0" sldId="334"/>
            <ac:spMk id="571" creationId="{00000000-0000-0000-0000-000000000000}"/>
          </ac:spMkLst>
        </pc:spChg>
      </pc:sldChg>
      <pc:sldChg chg="modSp add mod">
        <pc:chgData name="Marzieh Ayati" userId="719e7aeb-c3b5-48e5-801b-084d43cd09ac" providerId="ADAL" clId="{E0A64724-5DEE-476A-B14F-E52C2824A79A}" dt="2020-09-30T22:41:25.573" v="10" actId="1076"/>
        <pc:sldMkLst>
          <pc:docMk/>
          <pc:sldMk cId="0" sldId="335"/>
        </pc:sldMkLst>
        <pc:spChg chg="mod">
          <ac:chgData name="Marzieh Ayati" userId="719e7aeb-c3b5-48e5-801b-084d43cd09ac" providerId="ADAL" clId="{E0A64724-5DEE-476A-B14F-E52C2824A79A}" dt="2020-09-30T22:41:23.808" v="9"/>
          <ac:spMkLst>
            <pc:docMk/>
            <pc:sldMk cId="0" sldId="335"/>
            <ac:spMk id="582" creationId="{00000000-0000-0000-0000-000000000000}"/>
          </ac:spMkLst>
        </pc:spChg>
        <pc:picChg chg="mod">
          <ac:chgData name="Marzieh Ayati" userId="719e7aeb-c3b5-48e5-801b-084d43cd09ac" providerId="ADAL" clId="{E0A64724-5DEE-476A-B14F-E52C2824A79A}" dt="2020-09-30T22:41:25.573" v="10" actId="1076"/>
          <ac:picMkLst>
            <pc:docMk/>
            <pc:sldMk cId="0" sldId="335"/>
            <ac:picMk id="583" creationId="{00000000-0000-0000-0000-000000000000}"/>
          </ac:picMkLst>
        </pc:picChg>
      </pc:sldChg>
      <pc:sldChg chg="add">
        <pc:chgData name="Marzieh Ayati" userId="719e7aeb-c3b5-48e5-801b-084d43cd09ac" providerId="ADAL" clId="{E0A64724-5DEE-476A-B14F-E52C2824A79A}" dt="2020-09-30T22:42:36.562" v="11"/>
        <pc:sldMkLst>
          <pc:docMk/>
          <pc:sldMk cId="0" sldId="336"/>
        </pc:sldMkLst>
      </pc:sldChg>
      <pc:sldChg chg="add">
        <pc:chgData name="Marzieh Ayati" userId="719e7aeb-c3b5-48e5-801b-084d43cd09ac" providerId="ADAL" clId="{E0A64724-5DEE-476A-B14F-E52C2824A79A}" dt="2020-09-30T22:42:49.676" v="12"/>
        <pc:sldMkLst>
          <pc:docMk/>
          <pc:sldMk cId="0" sldId="337"/>
        </pc:sldMkLst>
      </pc:sldChg>
      <pc:sldChg chg="add del">
        <pc:chgData name="Marzieh Ayati" userId="719e7aeb-c3b5-48e5-801b-084d43cd09ac" providerId="ADAL" clId="{E0A64724-5DEE-476A-B14F-E52C2824A79A}" dt="2020-10-01T00:31:51.084" v="99"/>
        <pc:sldMkLst>
          <pc:docMk/>
          <pc:sldMk cId="0" sldId="338"/>
        </pc:sldMkLst>
      </pc:sldChg>
      <pc:sldChg chg="add del">
        <pc:chgData name="Marzieh Ayati" userId="719e7aeb-c3b5-48e5-801b-084d43cd09ac" providerId="ADAL" clId="{E0A64724-5DEE-476A-B14F-E52C2824A79A}" dt="2020-10-01T00:31:12.419" v="98"/>
        <pc:sldMkLst>
          <pc:docMk/>
          <pc:sldMk cId="0" sldId="339"/>
        </pc:sldMkLst>
      </pc:sldChg>
      <pc:sldChg chg="modSp add mod">
        <pc:chgData name="Marzieh Ayati" userId="719e7aeb-c3b5-48e5-801b-084d43cd09ac" providerId="ADAL" clId="{E0A64724-5DEE-476A-B14F-E52C2824A79A}" dt="2020-10-01T00:10:44.908" v="21" actId="14100"/>
        <pc:sldMkLst>
          <pc:docMk/>
          <pc:sldMk cId="0" sldId="340"/>
        </pc:sldMkLst>
        <pc:picChg chg="mod">
          <ac:chgData name="Marzieh Ayati" userId="719e7aeb-c3b5-48e5-801b-084d43cd09ac" providerId="ADAL" clId="{E0A64724-5DEE-476A-B14F-E52C2824A79A}" dt="2020-10-01T00:10:44.908" v="21" actId="14100"/>
          <ac:picMkLst>
            <pc:docMk/>
            <pc:sldMk cId="0" sldId="340"/>
            <ac:picMk id="639" creationId="{00000000-0000-0000-0000-000000000000}"/>
          </ac:picMkLst>
        </pc:picChg>
      </pc:sldChg>
      <pc:sldChg chg="modSp new mod">
        <pc:chgData name="Marzieh Ayati" userId="719e7aeb-c3b5-48e5-801b-084d43cd09ac" providerId="ADAL" clId="{E0A64724-5DEE-476A-B14F-E52C2824A79A}" dt="2020-10-01T00:43:11.777" v="194" actId="6549"/>
        <pc:sldMkLst>
          <pc:docMk/>
          <pc:sldMk cId="1241052428" sldId="341"/>
        </pc:sldMkLst>
        <pc:spChg chg="mod">
          <ac:chgData name="Marzieh Ayati" userId="719e7aeb-c3b5-48e5-801b-084d43cd09ac" providerId="ADAL" clId="{E0A64724-5DEE-476A-B14F-E52C2824A79A}" dt="2020-10-01T00:43:11.777" v="194" actId="6549"/>
          <ac:spMkLst>
            <pc:docMk/>
            <pc:sldMk cId="1241052428" sldId="341"/>
            <ac:spMk id="3" creationId="{5956623E-95CC-46F8-B0DC-0A645D7C9761}"/>
          </ac:spMkLst>
        </pc:spChg>
      </pc:sldChg>
      <pc:sldChg chg="modSp new mod">
        <pc:chgData name="Marzieh Ayati" userId="719e7aeb-c3b5-48e5-801b-084d43cd09ac" providerId="ADAL" clId="{E0A64724-5DEE-476A-B14F-E52C2824A79A}" dt="2020-10-01T00:12:48.200" v="45" actId="20577"/>
        <pc:sldMkLst>
          <pc:docMk/>
          <pc:sldMk cId="1763271751" sldId="342"/>
        </pc:sldMkLst>
        <pc:spChg chg="mod">
          <ac:chgData name="Marzieh Ayati" userId="719e7aeb-c3b5-48e5-801b-084d43cd09ac" providerId="ADAL" clId="{E0A64724-5DEE-476A-B14F-E52C2824A79A}" dt="2020-10-01T00:12:08.084" v="36" actId="1076"/>
          <ac:spMkLst>
            <pc:docMk/>
            <pc:sldMk cId="1763271751" sldId="342"/>
            <ac:spMk id="2" creationId="{E4E7BDE7-5583-4D45-AA14-81FCF4E4B921}"/>
          </ac:spMkLst>
        </pc:spChg>
        <pc:spChg chg="mod">
          <ac:chgData name="Marzieh Ayati" userId="719e7aeb-c3b5-48e5-801b-084d43cd09ac" providerId="ADAL" clId="{E0A64724-5DEE-476A-B14F-E52C2824A79A}" dt="2020-10-01T00:12:48.200" v="45" actId="20577"/>
          <ac:spMkLst>
            <pc:docMk/>
            <pc:sldMk cId="1763271751" sldId="342"/>
            <ac:spMk id="3" creationId="{26FEBEE2-B8AD-46EF-AA5E-15D3A320FE03}"/>
          </ac:spMkLst>
        </pc:spChg>
      </pc:sldChg>
      <pc:sldChg chg="modSp new mod">
        <pc:chgData name="Marzieh Ayati" userId="719e7aeb-c3b5-48e5-801b-084d43cd09ac" providerId="ADAL" clId="{E0A64724-5DEE-476A-B14F-E52C2824A79A}" dt="2020-10-01T00:24:20.242" v="74" actId="20577"/>
        <pc:sldMkLst>
          <pc:docMk/>
          <pc:sldMk cId="2721875298" sldId="343"/>
        </pc:sldMkLst>
        <pc:spChg chg="mod">
          <ac:chgData name="Marzieh Ayati" userId="719e7aeb-c3b5-48e5-801b-084d43cd09ac" providerId="ADAL" clId="{E0A64724-5DEE-476A-B14F-E52C2824A79A}" dt="2020-10-01T00:22:56.254" v="68" actId="20577"/>
          <ac:spMkLst>
            <pc:docMk/>
            <pc:sldMk cId="2721875298" sldId="343"/>
            <ac:spMk id="2" creationId="{FB832C09-0A07-49CF-8A28-AAF032103951}"/>
          </ac:spMkLst>
        </pc:spChg>
        <pc:spChg chg="mod">
          <ac:chgData name="Marzieh Ayati" userId="719e7aeb-c3b5-48e5-801b-084d43cd09ac" providerId="ADAL" clId="{E0A64724-5DEE-476A-B14F-E52C2824A79A}" dt="2020-10-01T00:24:20.242" v="74" actId="20577"/>
          <ac:spMkLst>
            <pc:docMk/>
            <pc:sldMk cId="2721875298" sldId="343"/>
            <ac:spMk id="3" creationId="{91368589-0630-4223-805D-44B84CC6A0D3}"/>
          </ac:spMkLst>
        </pc:spChg>
      </pc:sldChg>
      <pc:sldChg chg="delSp modSp add mod">
        <pc:chgData name="Marzieh Ayati" userId="719e7aeb-c3b5-48e5-801b-084d43cd09ac" providerId="ADAL" clId="{E0A64724-5DEE-476A-B14F-E52C2824A79A}" dt="2020-10-01T00:30:54.457" v="97" actId="1076"/>
        <pc:sldMkLst>
          <pc:docMk/>
          <pc:sldMk cId="0" sldId="344"/>
        </pc:sldMkLst>
        <pc:spChg chg="mod">
          <ac:chgData name="Marzieh Ayati" userId="719e7aeb-c3b5-48e5-801b-084d43cd09ac" providerId="ADAL" clId="{E0A64724-5DEE-476A-B14F-E52C2824A79A}" dt="2020-10-01T00:30:54.457" v="97" actId="1076"/>
          <ac:spMkLst>
            <pc:docMk/>
            <pc:sldMk cId="0" sldId="344"/>
            <ac:spMk id="609" creationId="{00000000-0000-0000-0000-000000000000}"/>
          </ac:spMkLst>
        </pc:spChg>
        <pc:spChg chg="del">
          <ac:chgData name="Marzieh Ayati" userId="719e7aeb-c3b5-48e5-801b-084d43cd09ac" providerId="ADAL" clId="{E0A64724-5DEE-476A-B14F-E52C2824A79A}" dt="2020-10-01T00:29:49.131" v="76" actId="478"/>
          <ac:spMkLst>
            <pc:docMk/>
            <pc:sldMk cId="0" sldId="344"/>
            <ac:spMk id="614" creationId="{00000000-0000-0000-0000-000000000000}"/>
          </ac:spMkLst>
        </pc:spChg>
      </pc:sldChg>
      <pc:sldChg chg="delSp modSp add mod">
        <pc:chgData name="Marzieh Ayati" userId="719e7aeb-c3b5-48e5-801b-084d43cd09ac" providerId="ADAL" clId="{E0A64724-5DEE-476A-B14F-E52C2824A79A}" dt="2020-10-01T00:33:43.088" v="105" actId="1076"/>
        <pc:sldMkLst>
          <pc:docMk/>
          <pc:sldMk cId="0" sldId="345"/>
        </pc:sldMkLst>
        <pc:spChg chg="mod">
          <ac:chgData name="Marzieh Ayati" userId="719e7aeb-c3b5-48e5-801b-084d43cd09ac" providerId="ADAL" clId="{E0A64724-5DEE-476A-B14F-E52C2824A79A}" dt="2020-10-01T00:33:43.088" v="105" actId="1076"/>
          <ac:spMkLst>
            <pc:docMk/>
            <pc:sldMk cId="0" sldId="345"/>
            <ac:spMk id="645" creationId="{00000000-0000-0000-0000-000000000000}"/>
          </ac:spMkLst>
        </pc:spChg>
        <pc:spChg chg="del">
          <ac:chgData name="Marzieh Ayati" userId="719e7aeb-c3b5-48e5-801b-084d43cd09ac" providerId="ADAL" clId="{E0A64724-5DEE-476A-B14F-E52C2824A79A}" dt="2020-10-01T00:33:40.469" v="104" actId="478"/>
          <ac:spMkLst>
            <pc:docMk/>
            <pc:sldMk cId="0" sldId="345"/>
            <ac:spMk id="646" creationId="{00000000-0000-0000-0000-000000000000}"/>
          </ac:spMkLst>
        </pc:spChg>
      </pc:sldChg>
      <pc:sldChg chg="addSp delSp modSp new mod modAnim">
        <pc:chgData name="Marzieh Ayati" userId="719e7aeb-c3b5-48e5-801b-084d43cd09ac" providerId="ADAL" clId="{E0A64724-5DEE-476A-B14F-E52C2824A79A}" dt="2020-10-01T00:42:42.971" v="190"/>
        <pc:sldMkLst>
          <pc:docMk/>
          <pc:sldMk cId="2770549577" sldId="346"/>
        </pc:sldMkLst>
        <pc:spChg chg="mod">
          <ac:chgData name="Marzieh Ayati" userId="719e7aeb-c3b5-48e5-801b-084d43cd09ac" providerId="ADAL" clId="{E0A64724-5DEE-476A-B14F-E52C2824A79A}" dt="2020-10-01T00:42:09.087" v="182" actId="1076"/>
          <ac:spMkLst>
            <pc:docMk/>
            <pc:sldMk cId="2770549577" sldId="346"/>
            <ac:spMk id="2" creationId="{FF2DF7B1-54FF-4451-8246-C4EE3B777AD7}"/>
          </ac:spMkLst>
        </pc:spChg>
        <pc:spChg chg="del">
          <ac:chgData name="Marzieh Ayati" userId="719e7aeb-c3b5-48e5-801b-084d43cd09ac" providerId="ADAL" clId="{E0A64724-5DEE-476A-B14F-E52C2824A79A}" dt="2020-10-01T00:38:58.304" v="146" actId="478"/>
          <ac:spMkLst>
            <pc:docMk/>
            <pc:sldMk cId="2770549577" sldId="346"/>
            <ac:spMk id="3" creationId="{B5F2395C-FFFC-4535-87CD-7BEB1E5A6F50}"/>
          </ac:spMkLst>
        </pc:spChg>
        <pc:picChg chg="add mod">
          <ac:chgData name="Marzieh Ayati" userId="719e7aeb-c3b5-48e5-801b-084d43cd09ac" providerId="ADAL" clId="{E0A64724-5DEE-476A-B14F-E52C2824A79A}" dt="2020-10-01T00:38:35.145" v="130" actId="1076"/>
          <ac:picMkLst>
            <pc:docMk/>
            <pc:sldMk cId="2770549577" sldId="346"/>
            <ac:picMk id="4" creationId="{87CED1AC-1E2F-4846-8D06-05B9403FA792}"/>
          </ac:picMkLst>
        </pc:picChg>
        <pc:picChg chg="add mod">
          <ac:chgData name="Marzieh Ayati" userId="719e7aeb-c3b5-48e5-801b-084d43cd09ac" providerId="ADAL" clId="{E0A64724-5DEE-476A-B14F-E52C2824A79A}" dt="2020-10-01T00:39:50.624" v="163" actId="1076"/>
          <ac:picMkLst>
            <pc:docMk/>
            <pc:sldMk cId="2770549577" sldId="346"/>
            <ac:picMk id="5" creationId="{24F86CF3-B8C2-4C4D-AE20-5150086933C2}"/>
          </ac:picMkLst>
        </pc:picChg>
        <pc:picChg chg="add mod">
          <ac:chgData name="Marzieh Ayati" userId="719e7aeb-c3b5-48e5-801b-084d43cd09ac" providerId="ADAL" clId="{E0A64724-5DEE-476A-B14F-E52C2824A79A}" dt="2020-10-01T00:39:44.272" v="159" actId="1076"/>
          <ac:picMkLst>
            <pc:docMk/>
            <pc:sldMk cId="2770549577" sldId="346"/>
            <ac:picMk id="6" creationId="{79C1E6E8-3F5B-4510-8CBD-9D97B5079EE0}"/>
          </ac:picMkLst>
        </pc:picChg>
        <pc:picChg chg="add mod">
          <ac:chgData name="Marzieh Ayati" userId="719e7aeb-c3b5-48e5-801b-084d43cd09ac" providerId="ADAL" clId="{E0A64724-5DEE-476A-B14F-E52C2824A79A}" dt="2020-10-01T00:39:46.536" v="160" actId="1076"/>
          <ac:picMkLst>
            <pc:docMk/>
            <pc:sldMk cId="2770549577" sldId="346"/>
            <ac:picMk id="7" creationId="{81DFB449-91C1-4282-BB7C-B9552D9F765C}"/>
          </ac:picMkLst>
        </pc:picChg>
        <pc:picChg chg="add mod">
          <ac:chgData name="Marzieh Ayati" userId="719e7aeb-c3b5-48e5-801b-084d43cd09ac" providerId="ADAL" clId="{E0A64724-5DEE-476A-B14F-E52C2824A79A}" dt="2020-10-01T00:40:24.216" v="166" actId="14100"/>
          <ac:picMkLst>
            <pc:docMk/>
            <pc:sldMk cId="2770549577" sldId="346"/>
            <ac:picMk id="8" creationId="{4926A509-21DD-43E9-B37B-4CF77ACEE7DF}"/>
          </ac:picMkLst>
        </pc:picChg>
        <pc:picChg chg="add mod">
          <ac:chgData name="Marzieh Ayati" userId="719e7aeb-c3b5-48e5-801b-084d43cd09ac" providerId="ADAL" clId="{E0A64724-5DEE-476A-B14F-E52C2824A79A}" dt="2020-10-01T00:41:10.592" v="171" actId="14100"/>
          <ac:picMkLst>
            <pc:docMk/>
            <pc:sldMk cId="2770549577" sldId="346"/>
            <ac:picMk id="9" creationId="{FDFCE139-D694-450C-BAAB-B733D1F32DE1}"/>
          </ac:picMkLst>
        </pc:picChg>
        <pc:picChg chg="add mod">
          <ac:chgData name="Marzieh Ayati" userId="719e7aeb-c3b5-48e5-801b-084d43cd09ac" providerId="ADAL" clId="{E0A64724-5DEE-476A-B14F-E52C2824A79A}" dt="2020-10-01T00:41:27.192" v="175" actId="1076"/>
          <ac:picMkLst>
            <pc:docMk/>
            <pc:sldMk cId="2770549577" sldId="346"/>
            <ac:picMk id="10" creationId="{E1BF2C0D-EBC2-45D6-85BE-4BC0431B846B}"/>
          </ac:picMkLst>
        </pc:picChg>
        <pc:picChg chg="add mod">
          <ac:chgData name="Marzieh Ayati" userId="719e7aeb-c3b5-48e5-801b-084d43cd09ac" providerId="ADAL" clId="{E0A64724-5DEE-476A-B14F-E52C2824A79A}" dt="2020-10-01T00:41:42.392" v="179" actId="1076"/>
          <ac:picMkLst>
            <pc:docMk/>
            <pc:sldMk cId="2770549577" sldId="346"/>
            <ac:picMk id="11" creationId="{460DD4E8-24E3-47AE-88AD-52D2AAA8F112}"/>
          </ac:picMkLst>
        </pc:picChg>
        <pc:picChg chg="add mod">
          <ac:chgData name="Marzieh Ayati" userId="719e7aeb-c3b5-48e5-801b-084d43cd09ac" providerId="ADAL" clId="{E0A64724-5DEE-476A-B14F-E52C2824A79A}" dt="2020-10-01T00:42:30.848" v="184" actId="1076"/>
          <ac:picMkLst>
            <pc:docMk/>
            <pc:sldMk cId="2770549577" sldId="346"/>
            <ac:picMk id="12" creationId="{6D53F7F9-1D82-47CE-AD97-A2BFA6026F93}"/>
          </ac:picMkLst>
        </pc:picChg>
        <pc:picChg chg="add mod">
          <ac:chgData name="Marzieh Ayati" userId="719e7aeb-c3b5-48e5-801b-084d43cd09ac" providerId="ADAL" clId="{E0A64724-5DEE-476A-B14F-E52C2824A79A}" dt="2020-10-01T00:42:42.096" v="188" actId="1076"/>
          <ac:picMkLst>
            <pc:docMk/>
            <pc:sldMk cId="2770549577" sldId="346"/>
            <ac:picMk id="13" creationId="{614A6798-DB0B-46D8-A310-D28EC96FD4E0}"/>
          </ac:picMkLst>
        </pc:picChg>
      </pc:sldChg>
    </pc:docChg>
  </pc:docChgLst>
  <pc:docChgLst>
    <pc:chgData name="Marzieh Ayati" userId="719e7aeb-c3b5-48e5-801b-084d43cd09ac" providerId="ADAL" clId="{60867949-49D6-4828-ADCC-A7037AFE4189}"/>
    <pc:docChg chg="addSld modSld">
      <pc:chgData name="Marzieh Ayati" userId="719e7aeb-c3b5-48e5-801b-084d43cd09ac" providerId="ADAL" clId="{60867949-49D6-4828-ADCC-A7037AFE4189}" dt="2022-10-11T21:14:29.149" v="68" actId="1076"/>
      <pc:docMkLst>
        <pc:docMk/>
      </pc:docMkLst>
      <pc:sldChg chg="modSp mod">
        <pc:chgData name="Marzieh Ayati" userId="719e7aeb-c3b5-48e5-801b-084d43cd09ac" providerId="ADAL" clId="{60867949-49D6-4828-ADCC-A7037AFE4189}" dt="2022-10-04T21:40:02.952" v="58" actId="1076"/>
        <pc:sldMkLst>
          <pc:docMk/>
          <pc:sldMk cId="916702573" sldId="320"/>
        </pc:sldMkLst>
        <pc:picChg chg="mod">
          <ac:chgData name="Marzieh Ayati" userId="719e7aeb-c3b5-48e5-801b-084d43cd09ac" providerId="ADAL" clId="{60867949-49D6-4828-ADCC-A7037AFE4189}" dt="2022-10-04T21:40:02.952" v="58" actId="1076"/>
          <ac:picMkLst>
            <pc:docMk/>
            <pc:sldMk cId="916702573" sldId="320"/>
            <ac:picMk id="475" creationId="{00000000-0000-0000-0000-000000000000}"/>
          </ac:picMkLst>
        </pc:picChg>
      </pc:sldChg>
      <pc:sldChg chg="addSp modSp mod">
        <pc:chgData name="Marzieh Ayati" userId="719e7aeb-c3b5-48e5-801b-084d43cd09ac" providerId="ADAL" clId="{60867949-49D6-4828-ADCC-A7037AFE4189}" dt="2022-10-11T21:14:29.149" v="68" actId="1076"/>
        <pc:sldMkLst>
          <pc:docMk/>
          <pc:sldMk cId="0" sldId="337"/>
        </pc:sldMkLst>
        <pc:spChg chg="add mod">
          <ac:chgData name="Marzieh Ayati" userId="719e7aeb-c3b5-48e5-801b-084d43cd09ac" providerId="ADAL" clId="{60867949-49D6-4828-ADCC-A7037AFE4189}" dt="2022-10-11T21:14:23.394" v="66" actId="207"/>
          <ac:spMkLst>
            <pc:docMk/>
            <pc:sldMk cId="0" sldId="337"/>
            <ac:spMk id="2" creationId="{70C56385-4869-4BE1-BBB9-BD9369C74AD2}"/>
          </ac:spMkLst>
        </pc:spChg>
        <pc:spChg chg="add mod">
          <ac:chgData name="Marzieh Ayati" userId="719e7aeb-c3b5-48e5-801b-084d43cd09ac" providerId="ADAL" clId="{60867949-49D6-4828-ADCC-A7037AFE4189}" dt="2022-10-11T21:14:29.149" v="68" actId="1076"/>
          <ac:spMkLst>
            <pc:docMk/>
            <pc:sldMk cId="0" sldId="337"/>
            <ac:spMk id="10" creationId="{6972BA40-4BA9-40C0-A4C3-B0BFB0CC9F36}"/>
          </ac:spMkLst>
        </pc:spChg>
      </pc:sldChg>
      <pc:sldChg chg="addSp modSp new mod">
        <pc:chgData name="Marzieh Ayati" userId="719e7aeb-c3b5-48e5-801b-084d43cd09ac" providerId="ADAL" clId="{60867949-49D6-4828-ADCC-A7037AFE4189}" dt="2022-10-04T21:37:23.140" v="43" actId="1076"/>
        <pc:sldMkLst>
          <pc:docMk/>
          <pc:sldMk cId="3345109100" sldId="347"/>
        </pc:sldMkLst>
        <pc:spChg chg="mod">
          <ac:chgData name="Marzieh Ayati" userId="719e7aeb-c3b5-48e5-801b-084d43cd09ac" providerId="ADAL" clId="{60867949-49D6-4828-ADCC-A7037AFE4189}" dt="2022-10-04T21:36:40.025" v="35" actId="20577"/>
          <ac:spMkLst>
            <pc:docMk/>
            <pc:sldMk cId="3345109100" sldId="347"/>
            <ac:spMk id="2" creationId="{BA291AC7-6A15-4553-BB5D-7C989ADF3FC3}"/>
          </ac:spMkLst>
        </pc:spChg>
        <pc:spChg chg="mod">
          <ac:chgData name="Marzieh Ayati" userId="719e7aeb-c3b5-48e5-801b-084d43cd09ac" providerId="ADAL" clId="{60867949-49D6-4828-ADCC-A7037AFE4189}" dt="2022-10-04T21:37:01.562" v="41" actId="20577"/>
          <ac:spMkLst>
            <pc:docMk/>
            <pc:sldMk cId="3345109100" sldId="347"/>
            <ac:spMk id="3" creationId="{3C66CCE3-D1AE-488C-8EEE-D8E6838E4E05}"/>
          </ac:spMkLst>
        </pc:spChg>
        <pc:picChg chg="add mod">
          <ac:chgData name="Marzieh Ayati" userId="719e7aeb-c3b5-48e5-801b-084d43cd09ac" providerId="ADAL" clId="{60867949-49D6-4828-ADCC-A7037AFE4189}" dt="2022-10-04T21:37:23.140" v="43" actId="1076"/>
          <ac:picMkLst>
            <pc:docMk/>
            <pc:sldMk cId="3345109100" sldId="347"/>
            <ac:picMk id="4" creationId="{C8F8513A-7580-4C14-9D93-48205FFB0CE7}"/>
          </ac:picMkLst>
        </pc:picChg>
      </pc:sldChg>
      <pc:sldChg chg="addSp modSp new mod">
        <pc:chgData name="Marzieh Ayati" userId="719e7aeb-c3b5-48e5-801b-084d43cd09ac" providerId="ADAL" clId="{60867949-49D6-4828-ADCC-A7037AFE4189}" dt="2022-10-04T21:38:23.317" v="57" actId="20577"/>
        <pc:sldMkLst>
          <pc:docMk/>
          <pc:sldMk cId="1470228437" sldId="348"/>
        </pc:sldMkLst>
        <pc:spChg chg="mod">
          <ac:chgData name="Marzieh Ayati" userId="719e7aeb-c3b5-48e5-801b-084d43cd09ac" providerId="ADAL" clId="{60867949-49D6-4828-ADCC-A7037AFE4189}" dt="2022-10-04T21:37:32.585" v="45"/>
          <ac:spMkLst>
            <pc:docMk/>
            <pc:sldMk cId="1470228437" sldId="348"/>
            <ac:spMk id="2" creationId="{86B7DB2E-1B60-4B16-B665-42A1BEAB5729}"/>
          </ac:spMkLst>
        </pc:spChg>
        <pc:spChg chg="mod">
          <ac:chgData name="Marzieh Ayati" userId="719e7aeb-c3b5-48e5-801b-084d43cd09ac" providerId="ADAL" clId="{60867949-49D6-4828-ADCC-A7037AFE4189}" dt="2022-10-04T21:38:23.317" v="57" actId="20577"/>
          <ac:spMkLst>
            <pc:docMk/>
            <pc:sldMk cId="1470228437" sldId="348"/>
            <ac:spMk id="3" creationId="{EF79C75B-CEFD-47B6-9CC0-C9B36084E959}"/>
          </ac:spMkLst>
        </pc:spChg>
        <pc:picChg chg="add mod">
          <ac:chgData name="Marzieh Ayati" userId="719e7aeb-c3b5-48e5-801b-084d43cd09ac" providerId="ADAL" clId="{60867949-49D6-4828-ADCC-A7037AFE4189}" dt="2022-10-04T21:37:48.538" v="47" actId="1076"/>
          <ac:picMkLst>
            <pc:docMk/>
            <pc:sldMk cId="1470228437" sldId="348"/>
            <ac:picMk id="4" creationId="{9A9F52C3-092D-44F9-8D0A-DBF66DE82B2D}"/>
          </ac:picMkLst>
        </pc:picChg>
      </pc:sldChg>
    </pc:docChg>
  </pc:docChgLst>
  <pc:docChgLst>
    <pc:chgData name="Marzieh Ayati" userId="719e7aeb-c3b5-48e5-801b-084d43cd09ac" providerId="ADAL" clId="{3014004B-3201-4D1E-B154-A8BD2B5F3B47}"/>
    <pc:docChg chg="modSld">
      <pc:chgData name="Marzieh Ayati" userId="719e7aeb-c3b5-48e5-801b-084d43cd09ac" providerId="ADAL" clId="{3014004B-3201-4D1E-B154-A8BD2B5F3B47}" dt="2020-10-01T18:49:52.347" v="12" actId="14100"/>
      <pc:docMkLst>
        <pc:docMk/>
      </pc:docMkLst>
      <pc:sldChg chg="addSp modSp mod modAnim">
        <pc:chgData name="Marzieh Ayati" userId="719e7aeb-c3b5-48e5-801b-084d43cd09ac" providerId="ADAL" clId="{3014004B-3201-4D1E-B154-A8BD2B5F3B47}" dt="2020-10-01T18:49:52.347" v="12" actId="14100"/>
        <pc:sldMkLst>
          <pc:docMk/>
          <pc:sldMk cId="0" sldId="322"/>
        </pc:sldMkLst>
        <pc:spChg chg="add mod">
          <ac:chgData name="Marzieh Ayati" userId="719e7aeb-c3b5-48e5-801b-084d43cd09ac" providerId="ADAL" clId="{3014004B-3201-4D1E-B154-A8BD2B5F3B47}" dt="2020-10-01T18:48:59.554" v="6" actId="1076"/>
          <ac:spMkLst>
            <pc:docMk/>
            <pc:sldMk cId="0" sldId="322"/>
            <ac:spMk id="3" creationId="{2F6D01BA-286F-4530-A15C-C1CE8483A50B}"/>
          </ac:spMkLst>
        </pc:spChg>
        <pc:spChg chg="add mod">
          <ac:chgData name="Marzieh Ayati" userId="719e7aeb-c3b5-48e5-801b-084d43cd09ac" providerId="ADAL" clId="{3014004B-3201-4D1E-B154-A8BD2B5F3B47}" dt="2020-10-01T18:48:47.084" v="5" actId="14100"/>
          <ac:spMkLst>
            <pc:docMk/>
            <pc:sldMk cId="0" sldId="322"/>
            <ac:spMk id="8" creationId="{58A37F30-CE17-4551-A32E-5232423AFE68}"/>
          </ac:spMkLst>
        </pc:spChg>
        <pc:spChg chg="add mod">
          <ac:chgData name="Marzieh Ayati" userId="719e7aeb-c3b5-48e5-801b-084d43cd09ac" providerId="ADAL" clId="{3014004B-3201-4D1E-B154-A8BD2B5F3B47}" dt="2020-10-01T18:49:45.730" v="10" actId="14100"/>
          <ac:spMkLst>
            <pc:docMk/>
            <pc:sldMk cId="0" sldId="322"/>
            <ac:spMk id="9" creationId="{550F196E-0B09-4B7D-919E-E9C6702D4740}"/>
          </ac:spMkLst>
        </pc:spChg>
        <pc:spChg chg="add mod">
          <ac:chgData name="Marzieh Ayati" userId="719e7aeb-c3b5-48e5-801b-084d43cd09ac" providerId="ADAL" clId="{3014004B-3201-4D1E-B154-A8BD2B5F3B47}" dt="2020-10-01T18:49:52.347" v="12" actId="14100"/>
          <ac:spMkLst>
            <pc:docMk/>
            <pc:sldMk cId="0" sldId="322"/>
            <ac:spMk id="10" creationId="{1C914413-B269-49C7-A9FE-6F8EAD1952B5}"/>
          </ac:spMkLst>
        </pc:spChg>
      </pc:sldChg>
    </pc:docChg>
  </pc:docChgLst>
  <pc:docChgLst>
    <pc:chgData name="Marzieh Ayati" userId="719e7aeb-c3b5-48e5-801b-084d43cd09ac" providerId="ADAL" clId="{B14FA1C7-6269-4D21-B121-E283D4E3446E}"/>
    <pc:docChg chg="undo custSel addSld modSld">
      <pc:chgData name="Marzieh Ayati" userId="719e7aeb-c3b5-48e5-801b-084d43cd09ac" providerId="ADAL" clId="{B14FA1C7-6269-4D21-B121-E283D4E3446E}" dt="2024-02-26T07:15:53.652" v="65" actId="478"/>
      <pc:docMkLst>
        <pc:docMk/>
      </pc:docMkLst>
      <pc:sldChg chg="addSp modSp mod">
        <pc:chgData name="Marzieh Ayati" userId="719e7aeb-c3b5-48e5-801b-084d43cd09ac" providerId="ADAL" clId="{B14FA1C7-6269-4D21-B121-E283D4E3446E}" dt="2024-02-26T07:15:32.421" v="59" actId="1076"/>
        <pc:sldMkLst>
          <pc:docMk/>
          <pc:sldMk cId="0" sldId="333"/>
        </pc:sldMkLst>
        <pc:spChg chg="add mod">
          <ac:chgData name="Marzieh Ayati" userId="719e7aeb-c3b5-48e5-801b-084d43cd09ac" providerId="ADAL" clId="{B14FA1C7-6269-4D21-B121-E283D4E3446E}" dt="2024-02-26T07:15:03.382" v="46" actId="1076"/>
          <ac:spMkLst>
            <pc:docMk/>
            <pc:sldMk cId="0" sldId="333"/>
            <ac:spMk id="2" creationId="{BA639501-BBCD-49A2-8396-2E73FFC718B7}"/>
          </ac:spMkLst>
        </pc:spChg>
        <pc:spChg chg="add mod">
          <ac:chgData name="Marzieh Ayati" userId="719e7aeb-c3b5-48e5-801b-084d43cd09ac" providerId="ADAL" clId="{B14FA1C7-6269-4D21-B121-E283D4E3446E}" dt="2024-02-26T07:15:23.396" v="57" actId="1076"/>
          <ac:spMkLst>
            <pc:docMk/>
            <pc:sldMk cId="0" sldId="333"/>
            <ac:spMk id="5" creationId="{557FEF2C-64B6-4105-B5EC-043A2E99EEB2}"/>
          </ac:spMkLst>
        </pc:spChg>
        <pc:spChg chg="add mod">
          <ac:chgData name="Marzieh Ayati" userId="719e7aeb-c3b5-48e5-801b-084d43cd09ac" providerId="ADAL" clId="{B14FA1C7-6269-4D21-B121-E283D4E3446E}" dt="2024-02-26T07:15:08.694" v="52" actId="20577"/>
          <ac:spMkLst>
            <pc:docMk/>
            <pc:sldMk cId="0" sldId="333"/>
            <ac:spMk id="6" creationId="{711D0EC5-4FF3-43C4-84D4-E233723FB4EA}"/>
          </ac:spMkLst>
        </pc:spChg>
        <pc:spChg chg="add mod">
          <ac:chgData name="Marzieh Ayati" userId="719e7aeb-c3b5-48e5-801b-084d43cd09ac" providerId="ADAL" clId="{B14FA1C7-6269-4D21-B121-E283D4E3446E}" dt="2024-02-26T07:15:16.013" v="54" actId="1076"/>
          <ac:spMkLst>
            <pc:docMk/>
            <pc:sldMk cId="0" sldId="333"/>
            <ac:spMk id="7" creationId="{876CC22A-6A73-41E2-8731-D779976BAF6B}"/>
          </ac:spMkLst>
        </pc:spChg>
        <pc:spChg chg="add mod">
          <ac:chgData name="Marzieh Ayati" userId="719e7aeb-c3b5-48e5-801b-084d43cd09ac" providerId="ADAL" clId="{B14FA1C7-6269-4D21-B121-E283D4E3446E}" dt="2024-02-26T07:15:32.421" v="59" actId="1076"/>
          <ac:spMkLst>
            <pc:docMk/>
            <pc:sldMk cId="0" sldId="333"/>
            <ac:spMk id="8" creationId="{9A95B4F8-F017-44A9-8884-0EB070504A68}"/>
          </ac:spMkLst>
        </pc:spChg>
        <pc:spChg chg="add mod">
          <ac:chgData name="Marzieh Ayati" userId="719e7aeb-c3b5-48e5-801b-084d43cd09ac" providerId="ADAL" clId="{B14FA1C7-6269-4D21-B121-E283D4E3446E}" dt="2024-02-26T07:15:32.421" v="59" actId="1076"/>
          <ac:spMkLst>
            <pc:docMk/>
            <pc:sldMk cId="0" sldId="333"/>
            <ac:spMk id="9" creationId="{E059420C-F0A9-4F8C-8C0B-82CD31802DD2}"/>
          </ac:spMkLst>
        </pc:spChg>
        <pc:spChg chg="add mod">
          <ac:chgData name="Marzieh Ayati" userId="719e7aeb-c3b5-48e5-801b-084d43cd09ac" providerId="ADAL" clId="{B14FA1C7-6269-4D21-B121-E283D4E3446E}" dt="2024-02-26T07:15:32.421" v="59" actId="1076"/>
          <ac:spMkLst>
            <pc:docMk/>
            <pc:sldMk cId="0" sldId="333"/>
            <ac:spMk id="10" creationId="{7449A0A2-1594-436E-84AB-07917DA070EB}"/>
          </ac:spMkLst>
        </pc:spChg>
        <pc:spChg chg="add mod">
          <ac:chgData name="Marzieh Ayati" userId="719e7aeb-c3b5-48e5-801b-084d43cd09ac" providerId="ADAL" clId="{B14FA1C7-6269-4D21-B121-E283D4E3446E}" dt="2024-02-26T07:15:32.421" v="59" actId="1076"/>
          <ac:spMkLst>
            <pc:docMk/>
            <pc:sldMk cId="0" sldId="333"/>
            <ac:spMk id="11" creationId="{ECF093C7-A1F6-4182-8733-447428310BDE}"/>
          </ac:spMkLst>
        </pc:spChg>
        <pc:picChg chg="mod">
          <ac:chgData name="Marzieh Ayati" userId="719e7aeb-c3b5-48e5-801b-084d43cd09ac" providerId="ADAL" clId="{B14FA1C7-6269-4D21-B121-E283D4E3446E}" dt="2024-02-26T07:15:20.630" v="56" actId="1076"/>
          <ac:picMkLst>
            <pc:docMk/>
            <pc:sldMk cId="0" sldId="333"/>
            <ac:picMk id="577" creationId="{00000000-0000-0000-0000-000000000000}"/>
          </ac:picMkLst>
        </pc:picChg>
      </pc:sldChg>
      <pc:sldChg chg="addSp delSp modSp mod">
        <pc:chgData name="Marzieh Ayati" userId="719e7aeb-c3b5-48e5-801b-084d43cd09ac" providerId="ADAL" clId="{B14FA1C7-6269-4D21-B121-E283D4E3446E}" dt="2024-02-26T07:15:53.652" v="65" actId="478"/>
        <pc:sldMkLst>
          <pc:docMk/>
          <pc:sldMk cId="0" sldId="335"/>
        </pc:sldMkLst>
        <pc:spChg chg="add mod">
          <ac:chgData name="Marzieh Ayati" userId="719e7aeb-c3b5-48e5-801b-084d43cd09ac" providerId="ADAL" clId="{B14FA1C7-6269-4D21-B121-E283D4E3446E}" dt="2024-02-26T07:15:43.725" v="61" actId="1076"/>
          <ac:spMkLst>
            <pc:docMk/>
            <pc:sldMk cId="0" sldId="335"/>
            <ac:spMk id="4" creationId="{50B28C9E-C4AA-4D5D-967B-4849C5533F79}"/>
          </ac:spMkLst>
        </pc:spChg>
        <pc:spChg chg="add mod">
          <ac:chgData name="Marzieh Ayati" userId="719e7aeb-c3b5-48e5-801b-084d43cd09ac" providerId="ADAL" clId="{B14FA1C7-6269-4D21-B121-E283D4E3446E}" dt="2024-02-26T07:15:43.725" v="61" actId="1076"/>
          <ac:spMkLst>
            <pc:docMk/>
            <pc:sldMk cId="0" sldId="335"/>
            <ac:spMk id="5" creationId="{16270BF8-76E0-49E9-82C4-6D9852BA1363}"/>
          </ac:spMkLst>
        </pc:spChg>
        <pc:spChg chg="add mod">
          <ac:chgData name="Marzieh Ayati" userId="719e7aeb-c3b5-48e5-801b-084d43cd09ac" providerId="ADAL" clId="{B14FA1C7-6269-4D21-B121-E283D4E3446E}" dt="2024-02-26T07:15:43.725" v="61" actId="1076"/>
          <ac:spMkLst>
            <pc:docMk/>
            <pc:sldMk cId="0" sldId="335"/>
            <ac:spMk id="6" creationId="{A950F59A-0338-4642-B4A2-B9CB7C2306FF}"/>
          </ac:spMkLst>
        </pc:spChg>
        <pc:spChg chg="add mod">
          <ac:chgData name="Marzieh Ayati" userId="719e7aeb-c3b5-48e5-801b-084d43cd09ac" providerId="ADAL" clId="{B14FA1C7-6269-4D21-B121-E283D4E3446E}" dt="2024-02-26T07:15:43.725" v="61" actId="1076"/>
          <ac:spMkLst>
            <pc:docMk/>
            <pc:sldMk cId="0" sldId="335"/>
            <ac:spMk id="7" creationId="{A6D518D9-70C8-44E1-96AB-5A68A7DCEFB9}"/>
          </ac:spMkLst>
        </pc:spChg>
        <pc:spChg chg="add mod">
          <ac:chgData name="Marzieh Ayati" userId="719e7aeb-c3b5-48e5-801b-084d43cd09ac" providerId="ADAL" clId="{B14FA1C7-6269-4D21-B121-E283D4E3446E}" dt="2024-02-26T07:15:48.765" v="63" actId="1076"/>
          <ac:spMkLst>
            <pc:docMk/>
            <pc:sldMk cId="0" sldId="335"/>
            <ac:spMk id="8" creationId="{31961D9F-3D55-4B37-BC57-40F0EA010A72}"/>
          </ac:spMkLst>
        </pc:spChg>
        <pc:spChg chg="add del mod">
          <ac:chgData name="Marzieh Ayati" userId="719e7aeb-c3b5-48e5-801b-084d43cd09ac" providerId="ADAL" clId="{B14FA1C7-6269-4D21-B121-E283D4E3446E}" dt="2024-02-26T07:15:52.212" v="64" actId="478"/>
          <ac:spMkLst>
            <pc:docMk/>
            <pc:sldMk cId="0" sldId="335"/>
            <ac:spMk id="9" creationId="{1B8FAC97-1B53-4D61-8814-ECA7B1D6CE0B}"/>
          </ac:spMkLst>
        </pc:spChg>
        <pc:spChg chg="add mod">
          <ac:chgData name="Marzieh Ayati" userId="719e7aeb-c3b5-48e5-801b-084d43cd09ac" providerId="ADAL" clId="{B14FA1C7-6269-4D21-B121-E283D4E3446E}" dt="2024-02-26T07:15:48.765" v="63" actId="1076"/>
          <ac:spMkLst>
            <pc:docMk/>
            <pc:sldMk cId="0" sldId="335"/>
            <ac:spMk id="10" creationId="{7CBBC77B-ABFC-4CDF-AFE4-7A88EA3A0E22}"/>
          </ac:spMkLst>
        </pc:spChg>
        <pc:spChg chg="add del mod">
          <ac:chgData name="Marzieh Ayati" userId="719e7aeb-c3b5-48e5-801b-084d43cd09ac" providerId="ADAL" clId="{B14FA1C7-6269-4D21-B121-E283D4E3446E}" dt="2024-02-26T07:15:53.652" v="65" actId="478"/>
          <ac:spMkLst>
            <pc:docMk/>
            <pc:sldMk cId="0" sldId="335"/>
            <ac:spMk id="11" creationId="{8208422A-EDB5-435B-8A63-F94C23974850}"/>
          </ac:spMkLst>
        </pc:spChg>
      </pc:sldChg>
      <pc:sldChg chg="modSp add mod">
        <pc:chgData name="Marzieh Ayati" userId="719e7aeb-c3b5-48e5-801b-084d43cd09ac" providerId="ADAL" clId="{B14FA1C7-6269-4D21-B121-E283D4E3446E}" dt="2024-02-26T07:13:33.191" v="31" actId="20577"/>
        <pc:sldMkLst>
          <pc:docMk/>
          <pc:sldMk cId="1935454383" sldId="349"/>
        </pc:sldMkLst>
        <pc:spChg chg="mod">
          <ac:chgData name="Marzieh Ayati" userId="719e7aeb-c3b5-48e5-801b-084d43cd09ac" providerId="ADAL" clId="{B14FA1C7-6269-4D21-B121-E283D4E3446E}" dt="2024-02-26T07:11:08.749" v="10" actId="1076"/>
          <ac:spMkLst>
            <pc:docMk/>
            <pc:sldMk cId="1935454383" sldId="349"/>
            <ac:spMk id="570" creationId="{00000000-0000-0000-0000-000000000000}"/>
          </ac:spMkLst>
        </pc:spChg>
        <pc:spChg chg="mod">
          <ac:chgData name="Marzieh Ayati" userId="719e7aeb-c3b5-48e5-801b-084d43cd09ac" providerId="ADAL" clId="{B14FA1C7-6269-4D21-B121-E283D4E3446E}" dt="2024-02-26T07:13:33.191" v="31" actId="20577"/>
          <ac:spMkLst>
            <pc:docMk/>
            <pc:sldMk cId="1935454383" sldId="349"/>
            <ac:spMk id="571" creationId="{00000000-0000-0000-0000-000000000000}"/>
          </ac:spMkLst>
        </pc:spChg>
      </pc:sldChg>
      <pc:sldChg chg="delSp modSp new mod">
        <pc:chgData name="Marzieh Ayati" userId="719e7aeb-c3b5-48e5-801b-084d43cd09ac" providerId="ADAL" clId="{B14FA1C7-6269-4D21-B121-E283D4E3446E}" dt="2024-02-26T07:12:48.102" v="22" actId="20577"/>
        <pc:sldMkLst>
          <pc:docMk/>
          <pc:sldMk cId="4165985024" sldId="350"/>
        </pc:sldMkLst>
        <pc:spChg chg="del">
          <ac:chgData name="Marzieh Ayati" userId="719e7aeb-c3b5-48e5-801b-084d43cd09ac" providerId="ADAL" clId="{B14FA1C7-6269-4D21-B121-E283D4E3446E}" dt="2024-02-26T07:12:11.381" v="14" actId="478"/>
          <ac:spMkLst>
            <pc:docMk/>
            <pc:sldMk cId="4165985024" sldId="350"/>
            <ac:spMk id="2" creationId="{24A1D2FF-5748-4572-A982-9E509FE8A46E}"/>
          </ac:spMkLst>
        </pc:spChg>
        <pc:spChg chg="mod">
          <ac:chgData name="Marzieh Ayati" userId="719e7aeb-c3b5-48e5-801b-084d43cd09ac" providerId="ADAL" clId="{B14FA1C7-6269-4D21-B121-E283D4E3446E}" dt="2024-02-26T07:12:48.102" v="22" actId="20577"/>
          <ac:spMkLst>
            <pc:docMk/>
            <pc:sldMk cId="4165985024" sldId="350"/>
            <ac:spMk id="3" creationId="{5C3B168E-7EBB-4526-866B-8D26C7B07C23}"/>
          </ac:spMkLst>
        </pc:spChg>
      </pc:sldChg>
    </pc:docChg>
  </pc:docChgLst>
  <pc:docChgLst>
    <pc:chgData name="Marzieh Ayati" userId="719e7aeb-c3b5-48e5-801b-084d43cd09ac" providerId="ADAL" clId="{A7ECDFB6-8982-4660-847F-EBD93E336BE9}"/>
    <pc:docChg chg="modSld">
      <pc:chgData name="Marzieh Ayati" userId="719e7aeb-c3b5-48e5-801b-084d43cd09ac" providerId="ADAL" clId="{A7ECDFB6-8982-4660-847F-EBD93E336BE9}" dt="2021-09-27T20:35:29.738" v="8"/>
      <pc:docMkLst>
        <pc:docMk/>
      </pc:docMkLst>
      <pc:sldChg chg="addSp modSp mod modAnim">
        <pc:chgData name="Marzieh Ayati" userId="719e7aeb-c3b5-48e5-801b-084d43cd09ac" providerId="ADAL" clId="{A7ECDFB6-8982-4660-847F-EBD93E336BE9}" dt="2021-09-27T20:35:29.738" v="8"/>
        <pc:sldMkLst>
          <pc:docMk/>
          <pc:sldMk cId="0" sldId="317"/>
        </pc:sldMkLst>
        <pc:spChg chg="add mod">
          <ac:chgData name="Marzieh Ayati" userId="719e7aeb-c3b5-48e5-801b-084d43cd09ac" providerId="ADAL" clId="{A7ECDFB6-8982-4660-847F-EBD93E336BE9}" dt="2021-09-27T20:35:26.534" v="7" actId="207"/>
          <ac:spMkLst>
            <pc:docMk/>
            <pc:sldMk cId="0" sldId="317"/>
            <ac:spMk id="2" creationId="{AB1D0003-FA96-4E62-ACA1-DE0330FEC79C}"/>
          </ac:spMkLst>
        </pc:spChg>
      </pc:sldChg>
    </pc:docChg>
  </pc:docChgLst>
  <pc:docChgLst>
    <pc:chgData name="Marzieh Ayati" userId="719e7aeb-c3b5-48e5-801b-084d43cd09ac" providerId="ADAL" clId="{A2C91DE3-7096-4536-A0D8-99EDE12E2D1F}"/>
    <pc:docChg chg="modSld">
      <pc:chgData name="Marzieh Ayati" userId="719e7aeb-c3b5-48e5-801b-084d43cd09ac" providerId="ADAL" clId="{A2C91DE3-7096-4536-A0D8-99EDE12E2D1F}" dt="2022-02-21T04:38:58.074" v="4"/>
      <pc:docMkLst>
        <pc:docMk/>
      </pc:docMkLst>
      <pc:sldChg chg="addSp modSp mod modAnim">
        <pc:chgData name="Marzieh Ayati" userId="719e7aeb-c3b5-48e5-801b-084d43cd09ac" providerId="ADAL" clId="{A2C91DE3-7096-4536-A0D8-99EDE12E2D1F}" dt="2022-02-21T04:38:58.074" v="4"/>
        <pc:sldMkLst>
          <pc:docMk/>
          <pc:sldMk cId="0" sldId="317"/>
        </pc:sldMkLst>
        <pc:spChg chg="add mod">
          <ac:chgData name="Marzieh Ayati" userId="719e7aeb-c3b5-48e5-801b-084d43cd09ac" providerId="ADAL" clId="{A2C91DE3-7096-4536-A0D8-99EDE12E2D1F}" dt="2022-02-21T04:38:48.291" v="2" actId="208"/>
          <ac:spMkLst>
            <pc:docMk/>
            <pc:sldMk cId="0" sldId="317"/>
            <ac:spMk id="3" creationId="{456CA684-8D59-4A2A-AF9F-395CCE0E6E69}"/>
          </ac:spMkLst>
        </pc:spChg>
      </pc:sldChg>
    </pc:docChg>
  </pc:docChgLst>
  <pc:docChgLst>
    <pc:chgData name="Marzieh Ayati" userId="719e7aeb-c3b5-48e5-801b-084d43cd09ac" providerId="ADAL" clId="{C23462AB-A513-4D8B-81BB-415D7AAEF86D}"/>
    <pc:docChg chg="modSld sldOrd">
      <pc:chgData name="Marzieh Ayati" userId="719e7aeb-c3b5-48e5-801b-084d43cd09ac" providerId="ADAL" clId="{C23462AB-A513-4D8B-81BB-415D7AAEF86D}" dt="2022-02-21T20:39:57.169" v="8"/>
      <pc:docMkLst>
        <pc:docMk/>
      </pc:docMkLst>
      <pc:sldChg chg="addSp modSp mod">
        <pc:chgData name="Marzieh Ayati" userId="719e7aeb-c3b5-48e5-801b-084d43cd09ac" providerId="ADAL" clId="{C23462AB-A513-4D8B-81BB-415D7AAEF86D}" dt="2022-02-21T20:38:16.658" v="4" actId="1076"/>
        <pc:sldMkLst>
          <pc:docMk/>
          <pc:sldMk cId="0" sldId="326"/>
        </pc:sldMkLst>
        <pc:picChg chg="add mod">
          <ac:chgData name="Marzieh Ayati" userId="719e7aeb-c3b5-48e5-801b-084d43cd09ac" providerId="ADAL" clId="{C23462AB-A513-4D8B-81BB-415D7AAEF86D}" dt="2022-02-21T20:38:16.658" v="4" actId="1076"/>
          <ac:picMkLst>
            <pc:docMk/>
            <pc:sldMk cId="0" sldId="326"/>
            <ac:picMk id="3" creationId="{D5865F46-346B-417A-8EC0-66EE2FDB8A42}"/>
          </ac:picMkLst>
        </pc:picChg>
      </pc:sldChg>
      <pc:sldChg chg="ord">
        <pc:chgData name="Marzieh Ayati" userId="719e7aeb-c3b5-48e5-801b-084d43cd09ac" providerId="ADAL" clId="{C23462AB-A513-4D8B-81BB-415D7AAEF86D}" dt="2022-02-21T20:39:57.169" v="8"/>
        <pc:sldMkLst>
          <pc:docMk/>
          <pc:sldMk cId="0" sldId="330"/>
        </pc:sldMkLst>
      </pc:sldChg>
    </pc:docChg>
  </pc:docChgLst>
  <pc:docChgLst>
    <pc:chgData name="Marzieh Ayati" userId="719e7aeb-c3b5-48e5-801b-084d43cd09ac" providerId="ADAL" clId="{F67CE085-02A4-4BD3-BB57-5939D1597CA1}"/>
    <pc:docChg chg="custSel modSld">
      <pc:chgData name="Marzieh Ayati" userId="719e7aeb-c3b5-48e5-801b-084d43cd09ac" providerId="ADAL" clId="{F67CE085-02A4-4BD3-BB57-5939D1597CA1}" dt="2021-09-30T04:03:35.416" v="5" actId="478"/>
      <pc:docMkLst>
        <pc:docMk/>
      </pc:docMkLst>
      <pc:sldChg chg="addSp modSp">
        <pc:chgData name="Marzieh Ayati" userId="719e7aeb-c3b5-48e5-801b-084d43cd09ac" providerId="ADAL" clId="{F67CE085-02A4-4BD3-BB57-5939D1597CA1}" dt="2021-09-30T03:53:40.070" v="4" actId="14100"/>
        <pc:sldMkLst>
          <pc:docMk/>
          <pc:sldMk cId="0" sldId="323"/>
        </pc:sldMkLst>
        <pc:spChg chg="mod">
          <ac:chgData name="Marzieh Ayati" userId="719e7aeb-c3b5-48e5-801b-084d43cd09ac" providerId="ADAL" clId="{F67CE085-02A4-4BD3-BB57-5939D1597CA1}" dt="2021-09-30T03:53:29.959" v="2" actId="1076"/>
          <ac:spMkLst>
            <pc:docMk/>
            <pc:sldMk cId="0" sldId="323"/>
            <ac:spMk id="490" creationId="{00000000-0000-0000-0000-000000000000}"/>
          </ac:spMkLst>
        </pc:spChg>
        <pc:picChg chg="add mod">
          <ac:chgData name="Marzieh Ayati" userId="719e7aeb-c3b5-48e5-801b-084d43cd09ac" providerId="ADAL" clId="{F67CE085-02A4-4BD3-BB57-5939D1597CA1}" dt="2021-09-30T03:53:40.070" v="4" actId="14100"/>
          <ac:picMkLst>
            <pc:docMk/>
            <pc:sldMk cId="0" sldId="323"/>
            <ac:picMk id="1026" creationId="{819C06A4-2E6D-440C-9BC1-499DF898DAFE}"/>
          </ac:picMkLst>
        </pc:picChg>
      </pc:sldChg>
      <pc:sldChg chg="delSp mod">
        <pc:chgData name="Marzieh Ayati" userId="719e7aeb-c3b5-48e5-801b-084d43cd09ac" providerId="ADAL" clId="{F67CE085-02A4-4BD3-BB57-5939D1597CA1}" dt="2021-09-30T04:03:35.416" v="5" actId="478"/>
        <pc:sldMkLst>
          <pc:docMk/>
          <pc:sldMk cId="0" sldId="339"/>
        </pc:sldMkLst>
        <pc:spChg chg="del">
          <ac:chgData name="Marzieh Ayati" userId="719e7aeb-c3b5-48e5-801b-084d43cd09ac" providerId="ADAL" clId="{F67CE085-02A4-4BD3-BB57-5939D1597CA1}" dt="2021-09-30T04:03:35.416" v="5" actId="478"/>
          <ac:spMkLst>
            <pc:docMk/>
            <pc:sldMk cId="0" sldId="339"/>
            <ac:spMk id="63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4ED0A5-F74A-40BE-A014-BAA124B7DC4F}"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159F2-1108-4A17-A116-162B80559223}" type="slidenum">
              <a:rPr lang="en-US" smtClean="0"/>
              <a:t>‹#›</a:t>
            </a:fld>
            <a:endParaRPr lang="en-US"/>
          </a:p>
        </p:txBody>
      </p:sp>
    </p:spTree>
    <p:extLst>
      <p:ext uri="{BB962C8B-B14F-4D97-AF65-F5344CB8AC3E}">
        <p14:creationId xmlns:p14="http://schemas.microsoft.com/office/powerpoint/2010/main" val="346771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647cbe1d4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647cbe1d4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6379e527ea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6379e527e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6379e527ea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6379e527ea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636d82b5c2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636d82b5c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636d82b5c2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636d82b5c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3597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636d82b5c2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636d82b5c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5412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636d82b5c2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636d82b5c2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636d82b5c2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636d82b5c2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636d82b5c2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636d82b5c2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36d82b5c2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36d82b5c2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636d82b5c2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636d82b5c2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636d82b5c2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636d82b5c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636d82b5c2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636d82b5c2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636d82b5c2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636d82b5c2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636d82b5c2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636d82b5c2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638700d2ae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638700d2ae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638700d2ae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638700d2ae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5210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638700d2ae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638700d2ae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638700d2ae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638700d2ae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638700d2ae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638700d2ae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638700d2ae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638700d2ae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638700d2ae_1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638700d2ae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638700d2ae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638700d2ae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638700d2ae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638700d2ae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638700d2ae_1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638700d2ae_1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638700d2ae_1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638700d2ae_1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98CA0-E003-403E-9D2A-0EB1B2D04D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76EB88-E506-4073-B361-D338CC8A29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3D38D4-7C47-4E55-8179-C019209C59A0}"/>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5" name="Footer Placeholder 4">
            <a:extLst>
              <a:ext uri="{FF2B5EF4-FFF2-40B4-BE49-F238E27FC236}">
                <a16:creationId xmlns:a16="http://schemas.microsoft.com/office/drawing/2014/main" id="{4088A57A-4ADD-4D26-830F-7622FECFF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FD7E5-EA91-43BC-A863-571FC1A21B3F}"/>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1478464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C3EB9-7D2D-45F9-B909-48D7FAE845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8F93F8-FFAB-4D04-9DA9-E2CFA8EC36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9CCFC-FAAA-4FCB-8442-9B7CB9B79099}"/>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5" name="Footer Placeholder 4">
            <a:extLst>
              <a:ext uri="{FF2B5EF4-FFF2-40B4-BE49-F238E27FC236}">
                <a16:creationId xmlns:a16="http://schemas.microsoft.com/office/drawing/2014/main" id="{48DAFDC1-06D6-4863-ADC8-E849AEE00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DB9465-7747-4953-A235-DF5B600AB263}"/>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87090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AC794-6025-4212-A6B8-ED2DE8AC9C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8944BB-7004-411B-BAA1-97EF76DCE4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FCB84F-30DF-4C68-8B5D-6071FFA88F97}"/>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5" name="Footer Placeholder 4">
            <a:extLst>
              <a:ext uri="{FF2B5EF4-FFF2-40B4-BE49-F238E27FC236}">
                <a16:creationId xmlns:a16="http://schemas.microsoft.com/office/drawing/2014/main" id="{4BF96F57-DD50-44B0-A116-A63BAA4D81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E4F09-33A4-4C7C-93E2-21506DB9AA03}"/>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3563163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D5F3-A312-4C4E-8AA3-E324CB81CB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129264-8C20-41CC-A4BC-C3E78C135E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F8896F-5BAD-401F-AC5D-87ED88B830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B48C8C-C5D8-4E91-914B-9005338FC689}"/>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6" name="Footer Placeholder 5">
            <a:extLst>
              <a:ext uri="{FF2B5EF4-FFF2-40B4-BE49-F238E27FC236}">
                <a16:creationId xmlns:a16="http://schemas.microsoft.com/office/drawing/2014/main" id="{BB07AF7F-877A-4C43-996A-55A9D72073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930BDD-F632-45DC-91AC-41398081CDDC}"/>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3895362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ACBB7-B61D-4C4E-9470-5137E375DD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019322-4617-4D5E-9E77-8EC97560F9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753B57-D1B0-4F52-84D1-C05F58A3D5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695D39-C7CC-4311-A322-9CCCFB1C37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34FDFD-72F3-466A-9289-5BFAFF99D3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4BE2BA-72B7-407C-A740-DE11E76D5B94}"/>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8" name="Footer Placeholder 7">
            <a:extLst>
              <a:ext uri="{FF2B5EF4-FFF2-40B4-BE49-F238E27FC236}">
                <a16:creationId xmlns:a16="http://schemas.microsoft.com/office/drawing/2014/main" id="{FB5E974D-51F9-445C-8C6C-5ED2468DF3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2E31DC-2DF9-4C0C-A66C-86D9EA19440B}"/>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3074619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DB63-D48A-4537-BEBD-103BD898AF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C063B9-F15D-4DB4-BB47-8E2D90E7C9EC}"/>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4" name="Footer Placeholder 3">
            <a:extLst>
              <a:ext uri="{FF2B5EF4-FFF2-40B4-BE49-F238E27FC236}">
                <a16:creationId xmlns:a16="http://schemas.microsoft.com/office/drawing/2014/main" id="{BB557912-F988-4E3C-B3E4-6ED5E490F0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F81C47-D1B1-4EA8-BDC7-30957F91B3E0}"/>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527587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BE5326-0D3E-4ABE-8013-439D078B466F}"/>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3" name="Footer Placeholder 2">
            <a:extLst>
              <a:ext uri="{FF2B5EF4-FFF2-40B4-BE49-F238E27FC236}">
                <a16:creationId xmlns:a16="http://schemas.microsoft.com/office/drawing/2014/main" id="{79D470B8-2C63-46FF-9C2E-F6C81D1E03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7B9C31C-43D9-4558-9BE7-995EC004C2AE}"/>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3674596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5F4E8-267C-411D-B818-D432B6EDC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873744-AEBC-4486-AE97-C90EB9949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CC5786-A365-4591-AA23-B886E59337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F0FE57-4F49-4F1D-BF9D-56477749E8C5}"/>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6" name="Footer Placeholder 5">
            <a:extLst>
              <a:ext uri="{FF2B5EF4-FFF2-40B4-BE49-F238E27FC236}">
                <a16:creationId xmlns:a16="http://schemas.microsoft.com/office/drawing/2014/main" id="{A861558F-AEC3-40CD-BF3E-C358221DB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9B71F9-976B-4871-BFA2-03768E99DC88}"/>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1679850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95B53-219A-4942-99FB-F1EEC3E13E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CC0047-A1B4-4B81-8604-F2EFA86240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3D097F-9D25-4473-9212-47B94186AB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6402E-B24C-4DA2-B557-C5D9EDD70031}"/>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6" name="Footer Placeholder 5">
            <a:extLst>
              <a:ext uri="{FF2B5EF4-FFF2-40B4-BE49-F238E27FC236}">
                <a16:creationId xmlns:a16="http://schemas.microsoft.com/office/drawing/2014/main" id="{62DE4CDD-2FFA-4BED-8965-434517995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2DAD7C-4A75-4B7F-B56C-60D319880068}"/>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3842671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FA2E-58F0-41B3-AAD4-D884A5981A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A6FF85-9C3D-429A-94D4-837DB54354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6A1406-64D2-4E4A-9DDA-81EFD030C4ED}"/>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5" name="Footer Placeholder 4">
            <a:extLst>
              <a:ext uri="{FF2B5EF4-FFF2-40B4-BE49-F238E27FC236}">
                <a16:creationId xmlns:a16="http://schemas.microsoft.com/office/drawing/2014/main" id="{3F01FD3B-8E14-454B-ACC8-7385AB8445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F4483-DEC5-4286-9BEB-008CDCF8E83E}"/>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1662979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471A8A-4EC0-40DB-97F5-79ABEE0BE2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8AED3-8F97-4057-87B7-CB3AED2855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28A6F-D36D-40D6-BB0F-520FC64384B9}"/>
              </a:ext>
            </a:extLst>
          </p:cNvPr>
          <p:cNvSpPr>
            <a:spLocks noGrp="1"/>
          </p:cNvSpPr>
          <p:nvPr>
            <p:ph type="dt" sz="half" idx="10"/>
          </p:nvPr>
        </p:nvSpPr>
        <p:spPr/>
        <p:txBody>
          <a:bodyPr/>
          <a:lstStyle/>
          <a:p>
            <a:fld id="{7218E5C8-07E3-46A3-8CDA-53D905CEAB1C}" type="datetimeFigureOut">
              <a:rPr lang="en-US" smtClean="0"/>
              <a:t>2/26/2024</a:t>
            </a:fld>
            <a:endParaRPr lang="en-US"/>
          </a:p>
        </p:txBody>
      </p:sp>
      <p:sp>
        <p:nvSpPr>
          <p:cNvPr id="5" name="Footer Placeholder 4">
            <a:extLst>
              <a:ext uri="{FF2B5EF4-FFF2-40B4-BE49-F238E27FC236}">
                <a16:creationId xmlns:a16="http://schemas.microsoft.com/office/drawing/2014/main" id="{12DE4E5E-A7A9-42FD-880F-770ECA3B0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6B2E6B-975B-41EC-937E-7E0B90AD7556}"/>
              </a:ext>
            </a:extLst>
          </p:cNvPr>
          <p:cNvSpPr>
            <a:spLocks noGrp="1"/>
          </p:cNvSpPr>
          <p:nvPr>
            <p:ph type="sldNum" sz="quarter" idx="12"/>
          </p:nvPr>
        </p:nvSpPr>
        <p:spPr/>
        <p:txBody>
          <a:bodyPr/>
          <a:lstStyle/>
          <a:p>
            <a:fld id="{6540E38C-B31C-4BB6-8F39-32F6E8AB32EA}" type="slidenum">
              <a:rPr lang="en-US" smtClean="0"/>
              <a:t>‹#›</a:t>
            </a:fld>
            <a:endParaRPr lang="en-US"/>
          </a:p>
        </p:txBody>
      </p:sp>
    </p:spTree>
    <p:extLst>
      <p:ext uri="{BB962C8B-B14F-4D97-AF65-F5344CB8AC3E}">
        <p14:creationId xmlns:p14="http://schemas.microsoft.com/office/powerpoint/2010/main" val="3246458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709559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9E22EE-2338-4DD5-A9D0-F920AF53A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194C6F-F00E-499F-A6A1-EB3905765E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E15E77-C8AD-4EEA-A8D0-0C1EF22500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18E5C8-07E3-46A3-8CDA-53D905CEAB1C}" type="datetimeFigureOut">
              <a:rPr lang="en-US" smtClean="0"/>
              <a:t>2/26/2024</a:t>
            </a:fld>
            <a:endParaRPr lang="en-US"/>
          </a:p>
        </p:txBody>
      </p:sp>
      <p:sp>
        <p:nvSpPr>
          <p:cNvPr id="5" name="Footer Placeholder 4">
            <a:extLst>
              <a:ext uri="{FF2B5EF4-FFF2-40B4-BE49-F238E27FC236}">
                <a16:creationId xmlns:a16="http://schemas.microsoft.com/office/drawing/2014/main" id="{F2E532F4-BBBF-4A55-904B-009CCEB9D3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6634F5-0C5F-4DD8-BBD8-B540211FC5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40E38C-B31C-4BB6-8F39-32F6E8AB32EA}" type="slidenum">
              <a:rPr lang="en-US" smtClean="0"/>
              <a:t>‹#›</a:t>
            </a:fld>
            <a:endParaRPr lang="en-US"/>
          </a:p>
        </p:txBody>
      </p:sp>
    </p:spTree>
    <p:extLst>
      <p:ext uri="{BB962C8B-B14F-4D97-AF65-F5344CB8AC3E}">
        <p14:creationId xmlns:p14="http://schemas.microsoft.com/office/powerpoint/2010/main" val="2981684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72"/>
          <p:cNvSpPr txBox="1">
            <a:spLocks noGrp="1"/>
          </p:cNvSpPr>
          <p:nvPr>
            <p:ph type="title"/>
          </p:nvPr>
        </p:nvSpPr>
        <p:spPr>
          <a:xfrm>
            <a:off x="185767" y="1242067"/>
            <a:ext cx="11360800" cy="763600"/>
          </a:xfrm>
          <a:prstGeom prst="rect">
            <a:avLst/>
          </a:prstGeom>
        </p:spPr>
        <p:txBody>
          <a:bodyPr spcFirstLastPara="1" vert="horz" wrap="square" lIns="121900" tIns="121900" rIns="121900" bIns="121900" rtlCol="0" anchor="t" anchorCtr="0">
            <a:noAutofit/>
          </a:bodyPr>
          <a:lstStyle/>
          <a:p>
            <a:pPr algn="ctr"/>
            <a:r>
              <a:rPr lang="en">
                <a:solidFill>
                  <a:srgbClr val="1155CC"/>
                </a:solidFill>
              </a:rPr>
              <a:t>Multiple Hypothesis Testing</a:t>
            </a:r>
            <a:endParaRPr>
              <a:solidFill>
                <a:srgbClr val="1155CC"/>
              </a:solidFill>
            </a:endParaRPr>
          </a:p>
        </p:txBody>
      </p:sp>
      <p:sp>
        <p:nvSpPr>
          <p:cNvPr id="455" name="Google Shape;455;p72"/>
          <p:cNvSpPr txBox="1"/>
          <p:nvPr/>
        </p:nvSpPr>
        <p:spPr>
          <a:xfrm>
            <a:off x="1562267" y="2591500"/>
            <a:ext cx="9367200" cy="2760800"/>
          </a:xfrm>
          <a:prstGeom prst="rect">
            <a:avLst/>
          </a:prstGeom>
          <a:noFill/>
          <a:ln>
            <a:noFill/>
          </a:ln>
        </p:spPr>
        <p:txBody>
          <a:bodyPr spcFirstLastPara="1" wrap="square" lIns="121900" tIns="121900" rIns="121900" bIns="121900" anchor="t" anchorCtr="0">
            <a:noAutofit/>
          </a:bodyPr>
          <a:lstStyle/>
          <a:p>
            <a:pPr marL="609585" indent="-507987">
              <a:lnSpc>
                <a:spcPct val="115000"/>
              </a:lnSpc>
              <a:buClr>
                <a:schemeClr val="dk1"/>
              </a:buClr>
              <a:buSzPts val="2400"/>
              <a:buChar char="●"/>
            </a:pPr>
            <a:r>
              <a:rPr lang="en" sz="3200">
                <a:solidFill>
                  <a:schemeClr val="dk1"/>
                </a:solidFill>
              </a:rPr>
              <a:t>The problem </a:t>
            </a:r>
            <a:endParaRPr sz="3200">
              <a:solidFill>
                <a:schemeClr val="dk1"/>
              </a:solidFill>
            </a:endParaRPr>
          </a:p>
          <a:p>
            <a:pPr>
              <a:lnSpc>
                <a:spcPct val="115000"/>
              </a:lnSpc>
            </a:pPr>
            <a:endParaRPr sz="3200">
              <a:solidFill>
                <a:schemeClr val="dk1"/>
              </a:solidFill>
            </a:endParaRPr>
          </a:p>
          <a:p>
            <a:pPr marL="609585" indent="-507987">
              <a:lnSpc>
                <a:spcPct val="115000"/>
              </a:lnSpc>
              <a:buClr>
                <a:schemeClr val="dk1"/>
              </a:buClr>
              <a:buSzPts val="2400"/>
              <a:buChar char="●"/>
            </a:pPr>
            <a:r>
              <a:rPr lang="en" sz="3200">
                <a:solidFill>
                  <a:schemeClr val="dk1"/>
                </a:solidFill>
              </a:rPr>
              <a:t>Controlling the error rate</a:t>
            </a:r>
            <a:endParaRPr sz="3200">
              <a:solidFill>
                <a:schemeClr val="dk1"/>
              </a:solidFill>
            </a:endParaRPr>
          </a:p>
          <a:p>
            <a:pPr>
              <a:lnSpc>
                <a:spcPct val="115000"/>
              </a:lnSpc>
            </a:pPr>
            <a:endParaRPr sz="3200">
              <a:solidFill>
                <a:schemeClr val="dk1"/>
              </a:solidFill>
            </a:endParaRPr>
          </a:p>
          <a:p>
            <a:pPr marL="609585" indent="-507987">
              <a:lnSpc>
                <a:spcPct val="115000"/>
              </a:lnSpc>
              <a:buClr>
                <a:schemeClr val="dk1"/>
              </a:buClr>
              <a:buSzPts val="2400"/>
              <a:buChar char="●"/>
            </a:pPr>
            <a:r>
              <a:rPr lang="en" sz="3200">
                <a:solidFill>
                  <a:schemeClr val="dk1"/>
                </a:solidFill>
              </a:rPr>
              <a:t>Correction methods</a:t>
            </a:r>
            <a:endParaRPr sz="3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73"/>
          <p:cNvSpPr txBox="1">
            <a:spLocks noGrp="1"/>
          </p:cNvSpPr>
          <p:nvPr>
            <p:ph type="title"/>
          </p:nvPr>
        </p:nvSpPr>
        <p:spPr>
          <a:xfrm>
            <a:off x="415600" y="4170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Rhine Paradox</a:t>
            </a:r>
            <a:endParaRPr>
              <a:solidFill>
                <a:srgbClr val="1155CC"/>
              </a:solidFill>
            </a:endParaRPr>
          </a:p>
        </p:txBody>
      </p:sp>
      <p:sp>
        <p:nvSpPr>
          <p:cNvPr id="461" name="Google Shape;461;p73"/>
          <p:cNvSpPr txBox="1">
            <a:spLocks noGrp="1"/>
          </p:cNvSpPr>
          <p:nvPr>
            <p:ph type="body" idx="1"/>
          </p:nvPr>
        </p:nvSpPr>
        <p:spPr>
          <a:xfrm>
            <a:off x="415600" y="1180667"/>
            <a:ext cx="10922000" cy="5070000"/>
          </a:xfrm>
          <a:prstGeom prst="rect">
            <a:avLst/>
          </a:prstGeom>
        </p:spPr>
        <p:txBody>
          <a:bodyPr spcFirstLastPara="1" vert="horz" wrap="square" lIns="121900" tIns="121900" rIns="121900" bIns="121900" rtlCol="0" anchor="t" anchorCtr="0">
            <a:noAutofit/>
          </a:bodyPr>
          <a:lstStyle/>
          <a:p>
            <a:pPr indent="-507987">
              <a:spcBef>
                <a:spcPts val="800"/>
              </a:spcBef>
              <a:buSzPts val="2400"/>
            </a:pPr>
            <a:r>
              <a:rPr lang="en" sz="3200">
                <a:solidFill>
                  <a:schemeClr val="dk1"/>
                </a:solidFill>
                <a:latin typeface="Calibri"/>
                <a:ea typeface="Calibri"/>
                <a:cs typeface="Calibri"/>
                <a:sym typeface="Calibri"/>
              </a:rPr>
              <a:t>J</a:t>
            </a:r>
            <a:r>
              <a:rPr lang="en" sz="3200">
                <a:solidFill>
                  <a:schemeClr val="dk1"/>
                </a:solidFill>
              </a:rPr>
              <a:t>oseph Rhine was a parapsychologist in the 1950’s (founder of the </a:t>
            </a:r>
            <a:r>
              <a:rPr lang="en" sz="3200" i="1">
                <a:solidFill>
                  <a:schemeClr val="dk1"/>
                </a:solidFill>
              </a:rPr>
              <a:t>Journal of Parapsychology </a:t>
            </a:r>
            <a:r>
              <a:rPr lang="en" sz="3200">
                <a:solidFill>
                  <a:schemeClr val="dk1"/>
                </a:solidFill>
              </a:rPr>
              <a:t>and the </a:t>
            </a:r>
            <a:r>
              <a:rPr lang="en" sz="3200" i="1">
                <a:solidFill>
                  <a:schemeClr val="dk1"/>
                </a:solidFill>
              </a:rPr>
              <a:t>Parapsychological Society, an affiliate of the AAAS</a:t>
            </a:r>
            <a:r>
              <a:rPr lang="en" sz="3200">
                <a:solidFill>
                  <a:schemeClr val="dk1"/>
                </a:solidFill>
              </a:rPr>
              <a:t>).</a:t>
            </a:r>
            <a:endParaRPr sz="3200">
              <a:solidFill>
                <a:schemeClr val="dk1"/>
              </a:solidFill>
            </a:endParaRPr>
          </a:p>
          <a:p>
            <a:pPr indent="0">
              <a:spcBef>
                <a:spcPts val="800"/>
              </a:spcBef>
              <a:buNone/>
            </a:pPr>
            <a:endParaRPr sz="3200">
              <a:solidFill>
                <a:schemeClr val="dk1"/>
              </a:solidFill>
            </a:endParaRPr>
          </a:p>
          <a:p>
            <a:pPr indent="-507987">
              <a:spcBef>
                <a:spcPts val="800"/>
              </a:spcBef>
              <a:buSzPts val="2400"/>
            </a:pPr>
            <a:r>
              <a:rPr lang="en" sz="3200">
                <a:solidFill>
                  <a:schemeClr val="dk1"/>
                </a:solidFill>
              </a:rPr>
              <a:t>He ran an experiment where subjects had to guess whether 10 hidden cards were red or blue.</a:t>
            </a:r>
            <a:endParaRPr sz="3200">
              <a:solidFill>
                <a:schemeClr val="dk1"/>
              </a:solidFill>
            </a:endParaRPr>
          </a:p>
          <a:p>
            <a:pPr indent="0">
              <a:spcBef>
                <a:spcPts val="800"/>
              </a:spcBef>
              <a:buNone/>
            </a:pPr>
            <a:endParaRPr sz="3200">
              <a:solidFill>
                <a:schemeClr val="dk1"/>
              </a:solidFill>
            </a:endParaRPr>
          </a:p>
          <a:p>
            <a:pPr indent="-507987">
              <a:spcBef>
                <a:spcPts val="800"/>
              </a:spcBef>
              <a:buSzPts val="2400"/>
            </a:pPr>
            <a:r>
              <a:rPr lang="en" sz="3200">
                <a:solidFill>
                  <a:schemeClr val="dk1"/>
                </a:solidFill>
              </a:rPr>
              <a:t>He found that about 1 person in 1000 had ESP, i.e. they could guess the color of all 10 cards.</a:t>
            </a:r>
            <a:endParaRPr sz="3200">
              <a:solidFill>
                <a:schemeClr val="dk1"/>
              </a:solidFill>
            </a:endParaRPr>
          </a:p>
          <a:p>
            <a:pPr indent="0">
              <a:spcBef>
                <a:spcPts val="800"/>
              </a:spcBef>
              <a:buNone/>
            </a:pPr>
            <a:endParaRPr sz="3200">
              <a:solidFill>
                <a:schemeClr val="dk1"/>
              </a:solidFill>
            </a:endParaRPr>
          </a:p>
          <a:p>
            <a:pPr indent="0">
              <a:spcAft>
                <a:spcPts val="2133"/>
              </a:spcAft>
              <a:buNone/>
            </a:pP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74"/>
          <p:cNvSpPr txBox="1">
            <a:spLocks noGrp="1"/>
          </p:cNvSpPr>
          <p:nvPr>
            <p:ph type="title"/>
          </p:nvPr>
        </p:nvSpPr>
        <p:spPr>
          <a:xfrm>
            <a:off x="415600" y="4170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Rhine Paradox (cont’d)</a:t>
            </a:r>
            <a:endParaRPr>
              <a:solidFill>
                <a:srgbClr val="1155CC"/>
              </a:solidFill>
            </a:endParaRPr>
          </a:p>
        </p:txBody>
      </p:sp>
      <p:sp>
        <p:nvSpPr>
          <p:cNvPr id="467" name="Google Shape;467;p74"/>
          <p:cNvSpPr txBox="1">
            <a:spLocks noGrp="1"/>
          </p:cNvSpPr>
          <p:nvPr>
            <p:ph type="body" idx="1"/>
          </p:nvPr>
        </p:nvSpPr>
        <p:spPr>
          <a:xfrm>
            <a:off x="415600" y="1367600"/>
            <a:ext cx="10922000" cy="5070000"/>
          </a:xfrm>
          <a:prstGeom prst="rect">
            <a:avLst/>
          </a:prstGeom>
        </p:spPr>
        <p:txBody>
          <a:bodyPr spcFirstLastPara="1" vert="horz" wrap="square" lIns="121900" tIns="121900" rIns="121900" bIns="121900" rtlCol="0" anchor="t" anchorCtr="0">
            <a:noAutofit/>
          </a:bodyPr>
          <a:lstStyle/>
          <a:p>
            <a:pPr indent="-507987">
              <a:spcBef>
                <a:spcPts val="800"/>
              </a:spcBef>
              <a:buSzPts val="2400"/>
            </a:pPr>
            <a:r>
              <a:rPr lang="en" sz="3200">
                <a:solidFill>
                  <a:schemeClr val="dk1"/>
                </a:solidFill>
              </a:rPr>
              <a:t>He called back the “psychic” subjects and had them do the same test again. They all failed.</a:t>
            </a:r>
            <a:endParaRPr sz="3200">
              <a:solidFill>
                <a:schemeClr val="dk1"/>
              </a:solidFill>
            </a:endParaRPr>
          </a:p>
          <a:p>
            <a:pPr indent="0">
              <a:spcBef>
                <a:spcPts val="800"/>
              </a:spcBef>
              <a:buNone/>
            </a:pPr>
            <a:endParaRPr sz="3200">
              <a:solidFill>
                <a:schemeClr val="dk1"/>
              </a:solidFill>
            </a:endParaRPr>
          </a:p>
          <a:p>
            <a:pPr indent="-507987">
              <a:spcBef>
                <a:spcPts val="800"/>
              </a:spcBef>
              <a:buSzPts val="2400"/>
            </a:pPr>
            <a:r>
              <a:rPr lang="en" sz="3200">
                <a:solidFill>
                  <a:schemeClr val="dk1"/>
                </a:solidFill>
              </a:rPr>
              <a:t>He concluded that </a:t>
            </a:r>
            <a:r>
              <a:rPr lang="en" sz="3200">
                <a:solidFill>
                  <a:srgbClr val="C0504D"/>
                </a:solidFill>
              </a:rPr>
              <a:t>the act of telling psychics that they have psychic abilities </a:t>
            </a:r>
            <a:r>
              <a:rPr lang="en" sz="3200">
                <a:solidFill>
                  <a:schemeClr val="dk1"/>
                </a:solidFill>
              </a:rPr>
              <a:t>causes them to lose it…(!)</a:t>
            </a:r>
            <a:endParaRPr sz="3200">
              <a:solidFill>
                <a:schemeClr val="dk1"/>
              </a:solidFill>
            </a:endParaRPr>
          </a:p>
          <a:p>
            <a:pPr indent="0">
              <a:spcBef>
                <a:spcPts val="800"/>
              </a:spcBef>
              <a:buNone/>
            </a:pPr>
            <a:endParaRPr sz="3200">
              <a:solidFill>
                <a:schemeClr val="dk1"/>
              </a:solidFill>
              <a:latin typeface="Calibri"/>
              <a:ea typeface="Calibri"/>
              <a:cs typeface="Calibri"/>
              <a:sym typeface="Calibri"/>
            </a:endParaRPr>
          </a:p>
          <a:p>
            <a:pPr indent="0">
              <a:spcAft>
                <a:spcPts val="2133"/>
              </a:spcAft>
              <a:buNone/>
            </a:pPr>
            <a:endParaRPr sz="3200"/>
          </a:p>
        </p:txBody>
      </p:sp>
      <p:sp>
        <p:nvSpPr>
          <p:cNvPr id="2" name="TextBox 1">
            <a:extLst>
              <a:ext uri="{FF2B5EF4-FFF2-40B4-BE49-F238E27FC236}">
                <a16:creationId xmlns:a16="http://schemas.microsoft.com/office/drawing/2014/main" id="{AB1D0003-FA96-4E62-ACA1-DE0330FEC79C}"/>
              </a:ext>
            </a:extLst>
          </p:cNvPr>
          <p:cNvSpPr txBox="1"/>
          <p:nvPr/>
        </p:nvSpPr>
        <p:spPr>
          <a:xfrm>
            <a:off x="1283515" y="4764947"/>
            <a:ext cx="9827755" cy="584775"/>
          </a:xfrm>
          <a:prstGeom prst="rect">
            <a:avLst/>
          </a:prstGeom>
          <a:noFill/>
        </p:spPr>
        <p:txBody>
          <a:bodyPr wrap="none" rtlCol="0">
            <a:spAutoFit/>
          </a:bodyPr>
          <a:lstStyle/>
          <a:p>
            <a:r>
              <a:rPr lang="en-US" sz="3200">
                <a:solidFill>
                  <a:srgbClr val="FF0000"/>
                </a:solidFill>
              </a:rPr>
              <a:t>a great example of how not to conduct scientific research.</a:t>
            </a:r>
          </a:p>
        </p:txBody>
      </p:sp>
      <p:sp>
        <p:nvSpPr>
          <p:cNvPr id="3" name="Rectangle: Rounded Corners 2">
            <a:extLst>
              <a:ext uri="{FF2B5EF4-FFF2-40B4-BE49-F238E27FC236}">
                <a16:creationId xmlns:a16="http://schemas.microsoft.com/office/drawing/2014/main" id="{456CA684-8D59-4A2A-AF9F-395CCE0E6E69}"/>
              </a:ext>
            </a:extLst>
          </p:cNvPr>
          <p:cNvSpPr/>
          <p:nvPr/>
        </p:nvSpPr>
        <p:spPr>
          <a:xfrm>
            <a:off x="415600" y="2858703"/>
            <a:ext cx="11076964" cy="1386038"/>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1AC7-6A15-4553-BB5D-7C989ADF3FC3}"/>
              </a:ext>
            </a:extLst>
          </p:cNvPr>
          <p:cNvSpPr>
            <a:spLocks noGrp="1"/>
          </p:cNvSpPr>
          <p:nvPr>
            <p:ph type="title"/>
          </p:nvPr>
        </p:nvSpPr>
        <p:spPr/>
        <p:txBody>
          <a:bodyPr/>
          <a:lstStyle/>
          <a:p>
            <a:r>
              <a:rPr lang="en-US"/>
              <a:t>Significance and Publication Bias</a:t>
            </a:r>
          </a:p>
        </p:txBody>
      </p:sp>
      <p:sp>
        <p:nvSpPr>
          <p:cNvPr id="3" name="Text Placeholder 2">
            <a:extLst>
              <a:ext uri="{FF2B5EF4-FFF2-40B4-BE49-F238E27FC236}">
                <a16:creationId xmlns:a16="http://schemas.microsoft.com/office/drawing/2014/main" id="{3C66CCE3-D1AE-488C-8EEE-D8E6838E4E05}"/>
              </a:ext>
            </a:extLst>
          </p:cNvPr>
          <p:cNvSpPr>
            <a:spLocks noGrp="1"/>
          </p:cNvSpPr>
          <p:nvPr>
            <p:ph type="body" idx="1"/>
          </p:nvPr>
        </p:nvSpPr>
        <p:spPr/>
        <p:txBody>
          <a:bodyPr/>
          <a:lstStyle/>
          <a:p>
            <a:r>
              <a:rPr lang="en-US"/>
              <a:t>Most scientific tests are probabilistic (due to measurement error, sampling </a:t>
            </a:r>
            <a:r>
              <a:rPr lang="en-US" err="1"/>
              <a:t>etc</a:t>
            </a:r>
            <a:r>
              <a:rPr lang="en-US"/>
              <a:t>), and are only true to some “significance” value, which is the false positive rate, e.g. 0.05</a:t>
            </a:r>
          </a:p>
          <a:p>
            <a:endParaRPr lang="en-US"/>
          </a:p>
          <a:p>
            <a:r>
              <a:rPr lang="en-US"/>
              <a:t>Both experimenters and journals have a strong bias to publish only results that “succeed”, i.e. which were significant at 0.05</a:t>
            </a:r>
          </a:p>
          <a:p>
            <a:endParaRPr lang="en-US"/>
          </a:p>
          <a:p>
            <a:endParaRPr lang="en-US"/>
          </a:p>
        </p:txBody>
      </p:sp>
      <p:pic>
        <p:nvPicPr>
          <p:cNvPr id="4" name="Picture 3">
            <a:extLst>
              <a:ext uri="{FF2B5EF4-FFF2-40B4-BE49-F238E27FC236}">
                <a16:creationId xmlns:a16="http://schemas.microsoft.com/office/drawing/2014/main" id="{C8F8513A-7580-4C14-9D93-48205FFB0CE7}"/>
              </a:ext>
            </a:extLst>
          </p:cNvPr>
          <p:cNvPicPr>
            <a:picLocks noChangeAspect="1"/>
          </p:cNvPicPr>
          <p:nvPr/>
        </p:nvPicPr>
        <p:blipFill>
          <a:blip r:embed="rId2"/>
          <a:stretch>
            <a:fillRect/>
          </a:stretch>
        </p:blipFill>
        <p:spPr>
          <a:xfrm>
            <a:off x="1944810" y="4402538"/>
            <a:ext cx="8124825" cy="2047875"/>
          </a:xfrm>
          <a:prstGeom prst="rect">
            <a:avLst/>
          </a:prstGeom>
        </p:spPr>
      </p:pic>
    </p:spTree>
    <p:extLst>
      <p:ext uri="{BB962C8B-B14F-4D97-AF65-F5344CB8AC3E}">
        <p14:creationId xmlns:p14="http://schemas.microsoft.com/office/powerpoint/2010/main" val="3345109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DB2E-1B60-4B16-B665-42A1BEAB5729}"/>
              </a:ext>
            </a:extLst>
          </p:cNvPr>
          <p:cNvSpPr>
            <a:spLocks noGrp="1"/>
          </p:cNvSpPr>
          <p:nvPr>
            <p:ph type="title"/>
          </p:nvPr>
        </p:nvSpPr>
        <p:spPr/>
        <p:txBody>
          <a:bodyPr/>
          <a:lstStyle/>
          <a:p>
            <a:r>
              <a:rPr lang="en-US"/>
              <a:t>Significance and Publication Bias</a:t>
            </a:r>
          </a:p>
        </p:txBody>
      </p:sp>
      <p:sp>
        <p:nvSpPr>
          <p:cNvPr id="3" name="Text Placeholder 2">
            <a:extLst>
              <a:ext uri="{FF2B5EF4-FFF2-40B4-BE49-F238E27FC236}">
                <a16:creationId xmlns:a16="http://schemas.microsoft.com/office/drawing/2014/main" id="{EF79C75B-CEFD-47B6-9CC0-C9B36084E959}"/>
              </a:ext>
            </a:extLst>
          </p:cNvPr>
          <p:cNvSpPr>
            <a:spLocks noGrp="1"/>
          </p:cNvSpPr>
          <p:nvPr>
            <p:ph type="body" idx="1"/>
          </p:nvPr>
        </p:nvSpPr>
        <p:spPr>
          <a:xfrm>
            <a:off x="415600" y="1536632"/>
            <a:ext cx="11360800" cy="5321367"/>
          </a:xfrm>
        </p:spPr>
        <p:txBody>
          <a:bodyPr/>
          <a:lstStyle/>
          <a:p>
            <a:endParaRPr lang="en-US"/>
          </a:p>
          <a:p>
            <a:endParaRPr lang="en-US"/>
          </a:p>
          <a:p>
            <a:endParaRPr lang="en-US"/>
          </a:p>
          <a:p>
            <a:endParaRPr lang="en-US"/>
          </a:p>
          <a:p>
            <a:endParaRPr lang="en-US"/>
          </a:p>
          <a:p>
            <a:endParaRPr lang="en-US"/>
          </a:p>
          <a:p>
            <a:r>
              <a:rPr lang="en-US"/>
              <a:t>The other 19 experimenters will probably never submit their results, nor the fact that they tried the experiment. If they did, unless there were other results in the paper, most journals would not publish it. </a:t>
            </a:r>
          </a:p>
          <a:p>
            <a:r>
              <a:rPr lang="en-US"/>
              <a:t>The one lucky experimenter will certainly want to publish and will probably succeed. </a:t>
            </a:r>
          </a:p>
          <a:p>
            <a:r>
              <a:rPr lang="en-US"/>
              <a:t>The research community concludes the hypothesis holds. </a:t>
            </a:r>
          </a:p>
        </p:txBody>
      </p:sp>
      <p:pic>
        <p:nvPicPr>
          <p:cNvPr id="4" name="Picture 3">
            <a:extLst>
              <a:ext uri="{FF2B5EF4-FFF2-40B4-BE49-F238E27FC236}">
                <a16:creationId xmlns:a16="http://schemas.microsoft.com/office/drawing/2014/main" id="{9A9F52C3-092D-44F9-8D0A-DBF66DE82B2D}"/>
              </a:ext>
            </a:extLst>
          </p:cNvPr>
          <p:cNvPicPr>
            <a:picLocks noChangeAspect="1"/>
          </p:cNvPicPr>
          <p:nvPr/>
        </p:nvPicPr>
        <p:blipFill>
          <a:blip r:embed="rId2"/>
          <a:stretch>
            <a:fillRect/>
          </a:stretch>
        </p:blipFill>
        <p:spPr>
          <a:xfrm>
            <a:off x="2043112" y="1597282"/>
            <a:ext cx="8105775" cy="2114550"/>
          </a:xfrm>
          <a:prstGeom prst="rect">
            <a:avLst/>
          </a:prstGeom>
        </p:spPr>
      </p:pic>
    </p:spTree>
    <p:extLst>
      <p:ext uri="{BB962C8B-B14F-4D97-AF65-F5344CB8AC3E}">
        <p14:creationId xmlns:p14="http://schemas.microsoft.com/office/powerpoint/2010/main" val="1470228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75"/>
          <p:cNvSpPr txBox="1">
            <a:spLocks noGrp="1"/>
          </p:cNvSpPr>
          <p:nvPr>
            <p:ph type="title"/>
          </p:nvPr>
        </p:nvSpPr>
        <p:spPr>
          <a:xfrm>
            <a:off x="415600" y="4170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Spurious Correlations</a:t>
            </a:r>
            <a:endParaRPr>
              <a:solidFill>
                <a:srgbClr val="1155CC"/>
              </a:solidFill>
            </a:endParaRPr>
          </a:p>
        </p:txBody>
      </p:sp>
      <p:sp>
        <p:nvSpPr>
          <p:cNvPr id="474" name="Google Shape;474;p75"/>
          <p:cNvSpPr txBox="1">
            <a:spLocks noGrp="1"/>
          </p:cNvSpPr>
          <p:nvPr>
            <p:ph type="body" idx="1"/>
          </p:nvPr>
        </p:nvSpPr>
        <p:spPr>
          <a:xfrm>
            <a:off x="415600" y="1180667"/>
            <a:ext cx="10922000" cy="931600"/>
          </a:xfrm>
          <a:prstGeom prst="rect">
            <a:avLst/>
          </a:prstGeom>
        </p:spPr>
        <p:txBody>
          <a:bodyPr spcFirstLastPara="1" vert="horz" wrap="square" lIns="121900" tIns="121900" rIns="121900" bIns="121900" rtlCol="0" anchor="t" anchorCtr="0">
            <a:noAutofit/>
          </a:bodyPr>
          <a:lstStyle/>
          <a:p>
            <a:pPr indent="0">
              <a:spcBef>
                <a:spcPts val="800"/>
              </a:spcBef>
              <a:buNone/>
            </a:pPr>
            <a:endParaRPr sz="3200">
              <a:solidFill>
                <a:schemeClr val="dk1"/>
              </a:solidFill>
              <a:latin typeface="Calibri"/>
              <a:ea typeface="Calibri"/>
              <a:cs typeface="Calibri"/>
              <a:sym typeface="Calibri"/>
            </a:endParaRPr>
          </a:p>
          <a:p>
            <a:pPr indent="0">
              <a:spcAft>
                <a:spcPts val="2133"/>
              </a:spcAft>
              <a:buNone/>
            </a:pPr>
            <a:endParaRPr sz="3200"/>
          </a:p>
        </p:txBody>
      </p:sp>
      <p:sp>
        <p:nvSpPr>
          <p:cNvPr id="476" name="Google Shape;476;p75"/>
          <p:cNvSpPr txBox="1">
            <a:spLocks noGrp="1"/>
          </p:cNvSpPr>
          <p:nvPr>
            <p:ph type="body" idx="1"/>
          </p:nvPr>
        </p:nvSpPr>
        <p:spPr>
          <a:xfrm>
            <a:off x="3231067" y="6194967"/>
            <a:ext cx="6568000" cy="565600"/>
          </a:xfrm>
          <a:prstGeom prst="rect">
            <a:avLst/>
          </a:prstGeom>
        </p:spPr>
        <p:txBody>
          <a:bodyPr spcFirstLastPara="1" vert="horz" wrap="square" lIns="121900" tIns="121900" rIns="121900" bIns="121900" rtlCol="0" anchor="t" anchorCtr="0">
            <a:noAutofit/>
          </a:bodyPr>
          <a:lstStyle/>
          <a:p>
            <a:pPr marL="0" indent="0" algn="ctr">
              <a:spcBef>
                <a:spcPts val="800"/>
              </a:spcBef>
              <a:buNone/>
            </a:pPr>
            <a:r>
              <a:rPr lang="en">
                <a:solidFill>
                  <a:srgbClr val="FF0000"/>
                </a:solidFill>
              </a:rPr>
              <a:t>Correlation: 0.947091 </a:t>
            </a:r>
            <a:endParaRPr sz="3200">
              <a:solidFill>
                <a:schemeClr val="dk1"/>
              </a:solidFill>
              <a:latin typeface="Calibri"/>
              <a:ea typeface="Calibri"/>
              <a:cs typeface="Calibri"/>
              <a:sym typeface="Calibri"/>
            </a:endParaRPr>
          </a:p>
          <a:p>
            <a:pPr indent="0">
              <a:spcAft>
                <a:spcPts val="2133"/>
              </a:spcAft>
              <a:buNone/>
            </a:pPr>
            <a:endParaRPr sz="3200"/>
          </a:p>
        </p:txBody>
      </p:sp>
      <p:pic>
        <p:nvPicPr>
          <p:cNvPr id="2" name="Picture 1">
            <a:extLst>
              <a:ext uri="{FF2B5EF4-FFF2-40B4-BE49-F238E27FC236}">
                <a16:creationId xmlns:a16="http://schemas.microsoft.com/office/drawing/2014/main" id="{9C190960-EF8E-4FCC-8B59-8A5A70E87696}"/>
              </a:ext>
            </a:extLst>
          </p:cNvPr>
          <p:cNvPicPr>
            <a:picLocks noChangeAspect="1"/>
          </p:cNvPicPr>
          <p:nvPr/>
        </p:nvPicPr>
        <p:blipFill>
          <a:blip r:embed="rId3"/>
          <a:stretch>
            <a:fillRect/>
          </a:stretch>
        </p:blipFill>
        <p:spPr>
          <a:xfrm>
            <a:off x="1361750" y="1589317"/>
            <a:ext cx="9029700" cy="43719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75"/>
          <p:cNvSpPr txBox="1">
            <a:spLocks noGrp="1"/>
          </p:cNvSpPr>
          <p:nvPr>
            <p:ph type="title"/>
          </p:nvPr>
        </p:nvSpPr>
        <p:spPr>
          <a:xfrm>
            <a:off x="415600" y="4170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Spurious Correlations</a:t>
            </a:r>
            <a:endParaRPr>
              <a:solidFill>
                <a:srgbClr val="1155CC"/>
              </a:solidFill>
            </a:endParaRPr>
          </a:p>
        </p:txBody>
      </p:sp>
      <p:sp>
        <p:nvSpPr>
          <p:cNvPr id="474" name="Google Shape;474;p75"/>
          <p:cNvSpPr txBox="1">
            <a:spLocks noGrp="1"/>
          </p:cNvSpPr>
          <p:nvPr>
            <p:ph type="body" idx="1"/>
          </p:nvPr>
        </p:nvSpPr>
        <p:spPr>
          <a:xfrm>
            <a:off x="415600" y="1180667"/>
            <a:ext cx="10922000" cy="931600"/>
          </a:xfrm>
          <a:prstGeom prst="rect">
            <a:avLst/>
          </a:prstGeom>
        </p:spPr>
        <p:txBody>
          <a:bodyPr spcFirstLastPara="1" vert="horz" wrap="square" lIns="121900" tIns="121900" rIns="121900" bIns="121900" rtlCol="0" anchor="t" anchorCtr="0">
            <a:noAutofit/>
          </a:bodyPr>
          <a:lstStyle/>
          <a:p>
            <a:pPr indent="0">
              <a:spcBef>
                <a:spcPts val="800"/>
              </a:spcBef>
              <a:buNone/>
            </a:pPr>
            <a:endParaRPr sz="3200">
              <a:solidFill>
                <a:schemeClr val="dk1"/>
              </a:solidFill>
              <a:latin typeface="Calibri"/>
              <a:ea typeface="Calibri"/>
              <a:cs typeface="Calibri"/>
              <a:sym typeface="Calibri"/>
            </a:endParaRPr>
          </a:p>
          <a:p>
            <a:pPr indent="0">
              <a:spcAft>
                <a:spcPts val="2133"/>
              </a:spcAft>
              <a:buNone/>
            </a:pPr>
            <a:endParaRPr sz="3200"/>
          </a:p>
        </p:txBody>
      </p:sp>
      <p:pic>
        <p:nvPicPr>
          <p:cNvPr id="475" name="Google Shape;475;p75"/>
          <p:cNvPicPr preferRelativeResize="0"/>
          <p:nvPr/>
        </p:nvPicPr>
        <p:blipFill>
          <a:blip r:embed="rId3">
            <a:alphaModFix/>
          </a:blip>
          <a:stretch>
            <a:fillRect/>
          </a:stretch>
        </p:blipFill>
        <p:spPr>
          <a:xfrm>
            <a:off x="854400" y="1872828"/>
            <a:ext cx="10625673" cy="4188967"/>
          </a:xfrm>
          <a:prstGeom prst="rect">
            <a:avLst/>
          </a:prstGeom>
          <a:noFill/>
          <a:ln>
            <a:noFill/>
          </a:ln>
        </p:spPr>
      </p:pic>
      <p:sp>
        <p:nvSpPr>
          <p:cNvPr id="476" name="Google Shape;476;p75"/>
          <p:cNvSpPr txBox="1">
            <a:spLocks noGrp="1"/>
          </p:cNvSpPr>
          <p:nvPr>
            <p:ph type="body" idx="1"/>
          </p:nvPr>
        </p:nvSpPr>
        <p:spPr>
          <a:xfrm>
            <a:off x="3231067" y="6194967"/>
            <a:ext cx="6568000" cy="565600"/>
          </a:xfrm>
          <a:prstGeom prst="rect">
            <a:avLst/>
          </a:prstGeom>
        </p:spPr>
        <p:txBody>
          <a:bodyPr spcFirstLastPara="1" vert="horz" wrap="square" lIns="121900" tIns="121900" rIns="121900" bIns="121900" rtlCol="0" anchor="t" anchorCtr="0">
            <a:noAutofit/>
          </a:bodyPr>
          <a:lstStyle/>
          <a:p>
            <a:pPr marL="0" indent="0" algn="ctr">
              <a:spcBef>
                <a:spcPts val="800"/>
              </a:spcBef>
              <a:buNone/>
            </a:pPr>
            <a:r>
              <a:rPr lang="en">
                <a:solidFill>
                  <a:srgbClr val="FF0000"/>
                </a:solidFill>
              </a:rPr>
              <a:t>Correlation: 0.992558 </a:t>
            </a:r>
            <a:endParaRPr sz="3200">
              <a:solidFill>
                <a:schemeClr val="dk1"/>
              </a:solidFill>
              <a:latin typeface="Calibri"/>
              <a:ea typeface="Calibri"/>
              <a:cs typeface="Calibri"/>
              <a:sym typeface="Calibri"/>
            </a:endParaRPr>
          </a:p>
          <a:p>
            <a:pPr indent="0">
              <a:spcAft>
                <a:spcPts val="2133"/>
              </a:spcAft>
              <a:buNone/>
            </a:pPr>
            <a:endParaRPr sz="3200"/>
          </a:p>
        </p:txBody>
      </p:sp>
    </p:spTree>
    <p:extLst>
      <p:ext uri="{BB962C8B-B14F-4D97-AF65-F5344CB8AC3E}">
        <p14:creationId xmlns:p14="http://schemas.microsoft.com/office/powerpoint/2010/main" val="91670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75"/>
          <p:cNvSpPr txBox="1">
            <a:spLocks noGrp="1"/>
          </p:cNvSpPr>
          <p:nvPr>
            <p:ph type="title"/>
          </p:nvPr>
        </p:nvSpPr>
        <p:spPr>
          <a:xfrm>
            <a:off x="415600" y="4170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Spurious Correlations</a:t>
            </a:r>
            <a:endParaRPr>
              <a:solidFill>
                <a:srgbClr val="1155CC"/>
              </a:solidFill>
            </a:endParaRPr>
          </a:p>
        </p:txBody>
      </p:sp>
      <p:sp>
        <p:nvSpPr>
          <p:cNvPr id="474" name="Google Shape;474;p75"/>
          <p:cNvSpPr txBox="1">
            <a:spLocks noGrp="1"/>
          </p:cNvSpPr>
          <p:nvPr>
            <p:ph type="body" idx="1"/>
          </p:nvPr>
        </p:nvSpPr>
        <p:spPr>
          <a:xfrm>
            <a:off x="415600" y="1180667"/>
            <a:ext cx="10922000" cy="931600"/>
          </a:xfrm>
          <a:prstGeom prst="rect">
            <a:avLst/>
          </a:prstGeom>
        </p:spPr>
        <p:txBody>
          <a:bodyPr spcFirstLastPara="1" vert="horz" wrap="square" lIns="121900" tIns="121900" rIns="121900" bIns="121900" rtlCol="0" anchor="t" anchorCtr="0">
            <a:noAutofit/>
          </a:bodyPr>
          <a:lstStyle/>
          <a:p>
            <a:pPr indent="0">
              <a:spcBef>
                <a:spcPts val="800"/>
              </a:spcBef>
              <a:buNone/>
            </a:pPr>
            <a:endParaRPr sz="3200">
              <a:solidFill>
                <a:schemeClr val="dk1"/>
              </a:solidFill>
              <a:latin typeface="Calibri"/>
              <a:ea typeface="Calibri"/>
              <a:cs typeface="Calibri"/>
              <a:sym typeface="Calibri"/>
            </a:endParaRPr>
          </a:p>
          <a:p>
            <a:pPr indent="0">
              <a:spcAft>
                <a:spcPts val="2133"/>
              </a:spcAft>
              <a:buNone/>
            </a:pPr>
            <a:endParaRPr sz="3200"/>
          </a:p>
        </p:txBody>
      </p:sp>
      <p:sp>
        <p:nvSpPr>
          <p:cNvPr id="476" name="Google Shape;476;p75"/>
          <p:cNvSpPr txBox="1">
            <a:spLocks noGrp="1"/>
          </p:cNvSpPr>
          <p:nvPr>
            <p:ph type="body" idx="1"/>
          </p:nvPr>
        </p:nvSpPr>
        <p:spPr>
          <a:xfrm>
            <a:off x="3231067" y="6194967"/>
            <a:ext cx="6568000" cy="565600"/>
          </a:xfrm>
          <a:prstGeom prst="rect">
            <a:avLst/>
          </a:prstGeom>
        </p:spPr>
        <p:txBody>
          <a:bodyPr spcFirstLastPara="1" vert="horz" wrap="square" lIns="121900" tIns="121900" rIns="121900" bIns="121900" rtlCol="0" anchor="t" anchorCtr="0">
            <a:noAutofit/>
          </a:bodyPr>
          <a:lstStyle/>
          <a:p>
            <a:pPr marL="0" indent="0" algn="ctr">
              <a:spcBef>
                <a:spcPts val="800"/>
              </a:spcBef>
              <a:buNone/>
            </a:pPr>
            <a:r>
              <a:rPr lang="en">
                <a:solidFill>
                  <a:srgbClr val="FF0000"/>
                </a:solidFill>
              </a:rPr>
              <a:t>Correlation: </a:t>
            </a:r>
            <a:r>
              <a:rPr lang="en-US">
                <a:solidFill>
                  <a:srgbClr val="FF0000"/>
                </a:solidFill>
              </a:rPr>
              <a:t>0.98</a:t>
            </a:r>
            <a:endParaRPr sz="3200">
              <a:solidFill>
                <a:schemeClr val="dk1"/>
              </a:solidFill>
              <a:latin typeface="Calibri"/>
              <a:ea typeface="Calibri"/>
              <a:cs typeface="Calibri"/>
              <a:sym typeface="Calibri"/>
            </a:endParaRPr>
          </a:p>
          <a:p>
            <a:pPr indent="0">
              <a:spcAft>
                <a:spcPts val="2133"/>
              </a:spcAft>
              <a:buNone/>
            </a:pPr>
            <a:endParaRPr sz="3200"/>
          </a:p>
        </p:txBody>
      </p:sp>
      <p:pic>
        <p:nvPicPr>
          <p:cNvPr id="2" name="Picture 1">
            <a:extLst>
              <a:ext uri="{FF2B5EF4-FFF2-40B4-BE49-F238E27FC236}">
                <a16:creationId xmlns:a16="http://schemas.microsoft.com/office/drawing/2014/main" id="{5D9AF574-0D6A-482E-B36E-50449CB0420D}"/>
              </a:ext>
            </a:extLst>
          </p:cNvPr>
          <p:cNvPicPr>
            <a:picLocks noChangeAspect="1"/>
          </p:cNvPicPr>
          <p:nvPr/>
        </p:nvPicPr>
        <p:blipFill>
          <a:blip r:embed="rId3"/>
          <a:stretch>
            <a:fillRect/>
          </a:stretch>
        </p:blipFill>
        <p:spPr>
          <a:xfrm>
            <a:off x="1609725" y="1395412"/>
            <a:ext cx="8972550" cy="4067175"/>
          </a:xfrm>
          <a:prstGeom prst="rect">
            <a:avLst/>
          </a:prstGeom>
        </p:spPr>
      </p:pic>
    </p:spTree>
    <p:extLst>
      <p:ext uri="{BB962C8B-B14F-4D97-AF65-F5344CB8AC3E}">
        <p14:creationId xmlns:p14="http://schemas.microsoft.com/office/powerpoint/2010/main" val="1005517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73666-0E2A-4EB1-A248-187245855DF3}"/>
              </a:ext>
            </a:extLst>
          </p:cNvPr>
          <p:cNvSpPr>
            <a:spLocks noGrp="1"/>
          </p:cNvSpPr>
          <p:nvPr>
            <p:ph type="title"/>
          </p:nvPr>
        </p:nvSpPr>
        <p:spPr>
          <a:xfrm>
            <a:off x="415600" y="126642"/>
            <a:ext cx="11360800" cy="763600"/>
          </a:xfrm>
        </p:spPr>
        <p:txBody>
          <a:bodyPr/>
          <a:lstStyle/>
          <a:p>
            <a:r>
              <a:rPr lang="en-US">
                <a:solidFill>
                  <a:schemeClr val="accent1"/>
                </a:solidFill>
              </a:rPr>
              <a:t>Errors</a:t>
            </a:r>
          </a:p>
        </p:txBody>
      </p:sp>
      <p:sp>
        <p:nvSpPr>
          <p:cNvPr id="3" name="Text Placeholder 2">
            <a:extLst>
              <a:ext uri="{FF2B5EF4-FFF2-40B4-BE49-F238E27FC236}">
                <a16:creationId xmlns:a16="http://schemas.microsoft.com/office/drawing/2014/main" id="{24A620E5-C297-483A-A322-55D654C991CB}"/>
              </a:ext>
            </a:extLst>
          </p:cNvPr>
          <p:cNvSpPr>
            <a:spLocks noGrp="1"/>
          </p:cNvSpPr>
          <p:nvPr>
            <p:ph type="body" idx="1"/>
          </p:nvPr>
        </p:nvSpPr>
        <p:spPr>
          <a:xfrm>
            <a:off x="415600" y="1279457"/>
            <a:ext cx="11360800" cy="5321367"/>
          </a:xfrm>
        </p:spPr>
        <p:txBody>
          <a:bodyPr/>
          <a:lstStyle/>
          <a:p>
            <a:r>
              <a:rPr lang="en-US" b="1"/>
              <a:t>Type I: False Positive</a:t>
            </a:r>
            <a:r>
              <a:rPr lang="en-US"/>
              <a:t>. Experimenter rejects the null hypothesis (supports the original hypothesis) when it is not true, i.e. when the null hypothesis actually holds. </a:t>
            </a:r>
          </a:p>
          <a:p>
            <a:endParaRPr lang="en-US"/>
          </a:p>
          <a:p>
            <a:pPr marL="152396" indent="0">
              <a:buNone/>
            </a:pPr>
            <a:r>
              <a:rPr lang="en-US"/>
              <a:t>These are the most serious because results that are not true become part of the scientific record. </a:t>
            </a:r>
          </a:p>
          <a:p>
            <a:endParaRPr lang="en-US"/>
          </a:p>
          <a:p>
            <a:r>
              <a:rPr lang="en-US" b="1"/>
              <a:t>Type II: False Negative</a:t>
            </a:r>
            <a:r>
              <a:rPr lang="en-US"/>
              <a:t>. Experimenter does not reject the null hypothesis even though it does not hold. </a:t>
            </a:r>
          </a:p>
          <a:p>
            <a:endParaRPr lang="en-US"/>
          </a:p>
          <a:p>
            <a:pPr marL="152396" indent="0">
              <a:buNone/>
            </a:pPr>
            <a:r>
              <a:rPr lang="en-US"/>
              <a:t>Arguable that this is an “error.” Provides no real evidence against the original hypothesis. Often the sample size was just too small. Minimal effect on the scientific record (may not get reported). </a:t>
            </a:r>
          </a:p>
        </p:txBody>
      </p:sp>
    </p:spTree>
    <p:extLst>
      <p:ext uri="{BB962C8B-B14F-4D97-AF65-F5344CB8AC3E}">
        <p14:creationId xmlns:p14="http://schemas.microsoft.com/office/powerpoint/2010/main" val="3444955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6"/>
          <p:cNvSpPr txBox="1">
            <a:spLocks noGrp="1"/>
          </p:cNvSpPr>
          <p:nvPr>
            <p:ph type="title"/>
          </p:nvPr>
        </p:nvSpPr>
        <p:spPr>
          <a:xfrm>
            <a:off x="415600" y="4170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Multiple Hypothesis Testing</a:t>
            </a:r>
            <a:endParaRPr>
              <a:solidFill>
                <a:srgbClr val="1155CC"/>
              </a:solidFill>
            </a:endParaRPr>
          </a:p>
        </p:txBody>
      </p:sp>
      <p:pic>
        <p:nvPicPr>
          <p:cNvPr id="482" name="Google Shape;482;p76"/>
          <p:cNvPicPr preferRelativeResize="0"/>
          <p:nvPr/>
        </p:nvPicPr>
        <p:blipFill>
          <a:blip r:embed="rId3">
            <a:alphaModFix/>
          </a:blip>
          <a:stretch>
            <a:fillRect/>
          </a:stretch>
        </p:blipFill>
        <p:spPr>
          <a:xfrm>
            <a:off x="203201" y="1383868"/>
            <a:ext cx="4590892" cy="2521801"/>
          </a:xfrm>
          <a:prstGeom prst="rect">
            <a:avLst/>
          </a:prstGeom>
          <a:noFill/>
          <a:ln>
            <a:noFill/>
          </a:ln>
        </p:spPr>
      </p:pic>
      <p:pic>
        <p:nvPicPr>
          <p:cNvPr id="483" name="Google Shape;483;p76"/>
          <p:cNvPicPr preferRelativeResize="0"/>
          <p:nvPr/>
        </p:nvPicPr>
        <p:blipFill>
          <a:blip r:embed="rId4">
            <a:alphaModFix/>
          </a:blip>
          <a:stretch>
            <a:fillRect/>
          </a:stretch>
        </p:blipFill>
        <p:spPr>
          <a:xfrm>
            <a:off x="5285768" y="1498367"/>
            <a:ext cx="6605565" cy="3861279"/>
          </a:xfrm>
          <a:prstGeom prst="rect">
            <a:avLst/>
          </a:prstGeom>
          <a:noFill/>
          <a:ln>
            <a:noFill/>
          </a:ln>
        </p:spPr>
      </p:pic>
      <p:pic>
        <p:nvPicPr>
          <p:cNvPr id="484" name="Google Shape;484;p76"/>
          <p:cNvPicPr preferRelativeResize="0"/>
          <p:nvPr/>
        </p:nvPicPr>
        <p:blipFill>
          <a:blip r:embed="rId5">
            <a:alphaModFix/>
          </a:blip>
          <a:stretch>
            <a:fillRect/>
          </a:stretch>
        </p:blipFill>
        <p:spPr>
          <a:xfrm>
            <a:off x="924034" y="3905667"/>
            <a:ext cx="3870063" cy="2952333"/>
          </a:xfrm>
          <a:prstGeom prst="rect">
            <a:avLst/>
          </a:prstGeom>
          <a:noFill/>
          <a:ln>
            <a:noFill/>
          </a:ln>
        </p:spPr>
      </p:pic>
      <p:sp>
        <p:nvSpPr>
          <p:cNvPr id="2" name="TextBox 1">
            <a:extLst>
              <a:ext uri="{FF2B5EF4-FFF2-40B4-BE49-F238E27FC236}">
                <a16:creationId xmlns:a16="http://schemas.microsoft.com/office/drawing/2014/main" id="{9FB8E280-C7D1-4969-9292-FF2101341642}"/>
              </a:ext>
            </a:extLst>
          </p:cNvPr>
          <p:cNvSpPr txBox="1"/>
          <p:nvPr/>
        </p:nvSpPr>
        <p:spPr>
          <a:xfrm>
            <a:off x="4934078" y="5517603"/>
            <a:ext cx="6842322" cy="923330"/>
          </a:xfrm>
          <a:prstGeom prst="rect">
            <a:avLst/>
          </a:prstGeom>
          <a:noFill/>
        </p:spPr>
        <p:txBody>
          <a:bodyPr wrap="none" rtlCol="0">
            <a:spAutoFit/>
          </a:bodyPr>
          <a:lstStyle/>
          <a:p>
            <a:r>
              <a:rPr lang="en-US"/>
              <a:t>With three statistical tests:  m = 3; P(at least one error) = 1 – (1-0.05)^3</a:t>
            </a:r>
          </a:p>
          <a:p>
            <a:r>
              <a:rPr lang="en-US"/>
              <a:t>                                                                                                  = 0.143</a:t>
            </a:r>
          </a:p>
          <a:p>
            <a:r>
              <a:rPr lang="en-US"/>
              <a:t>14.3% chance to reject null hypothesis at least once as n error</a:t>
            </a:r>
          </a:p>
        </p:txBody>
      </p:sp>
      <p:sp>
        <p:nvSpPr>
          <p:cNvPr id="3" name="Rectangle 2">
            <a:extLst>
              <a:ext uri="{FF2B5EF4-FFF2-40B4-BE49-F238E27FC236}">
                <a16:creationId xmlns:a16="http://schemas.microsoft.com/office/drawing/2014/main" id="{2F6D01BA-286F-4530-A15C-C1CE8483A50B}"/>
              </a:ext>
            </a:extLst>
          </p:cNvPr>
          <p:cNvSpPr/>
          <p:nvPr/>
        </p:nvSpPr>
        <p:spPr>
          <a:xfrm>
            <a:off x="4958908" y="3024554"/>
            <a:ext cx="7097240" cy="36532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8A37F30-CE17-4551-A32E-5232423AFE68}"/>
              </a:ext>
            </a:extLst>
          </p:cNvPr>
          <p:cNvSpPr/>
          <p:nvPr/>
        </p:nvSpPr>
        <p:spPr>
          <a:xfrm>
            <a:off x="4946493" y="3956538"/>
            <a:ext cx="7097240" cy="28648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50F196E-0B09-4B7D-919E-E9C6702D4740}"/>
              </a:ext>
            </a:extLst>
          </p:cNvPr>
          <p:cNvSpPr/>
          <p:nvPr/>
        </p:nvSpPr>
        <p:spPr>
          <a:xfrm>
            <a:off x="4686300" y="4695092"/>
            <a:ext cx="7509833" cy="22786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C914413-B269-49C7-A9FE-6F8EAD1952B5}"/>
              </a:ext>
            </a:extLst>
          </p:cNvPr>
          <p:cNvSpPr/>
          <p:nvPr/>
        </p:nvSpPr>
        <p:spPr>
          <a:xfrm>
            <a:off x="4838700" y="5517603"/>
            <a:ext cx="7509833" cy="16085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77"/>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What are the hypotheses we are testing?</a:t>
            </a:r>
            <a:endParaRPr>
              <a:solidFill>
                <a:srgbClr val="1155CC"/>
              </a:solidFill>
            </a:endParaRPr>
          </a:p>
        </p:txBody>
      </p:sp>
      <p:sp>
        <p:nvSpPr>
          <p:cNvPr id="490" name="Google Shape;490;p77"/>
          <p:cNvSpPr txBox="1">
            <a:spLocks noGrp="1"/>
          </p:cNvSpPr>
          <p:nvPr>
            <p:ph type="body" idx="1"/>
          </p:nvPr>
        </p:nvSpPr>
        <p:spPr>
          <a:xfrm>
            <a:off x="488700" y="800259"/>
            <a:ext cx="11924778" cy="5407969"/>
          </a:xfrm>
          <a:prstGeom prst="rect">
            <a:avLst/>
          </a:prstGeom>
        </p:spPr>
        <p:txBody>
          <a:bodyPr spcFirstLastPara="1" vert="horz" wrap="square" lIns="121900" tIns="121900" rIns="121900" bIns="121900" rtlCol="0" anchor="t" anchorCtr="0">
            <a:noAutofit/>
          </a:bodyPr>
          <a:lstStyle/>
          <a:p>
            <a:pPr indent="-507987">
              <a:spcBef>
                <a:spcPts val="800"/>
              </a:spcBef>
              <a:buSzPts val="2400"/>
            </a:pPr>
            <a:endParaRPr lang="en" sz="3200">
              <a:solidFill>
                <a:schemeClr val="dk1"/>
              </a:solidFill>
            </a:endParaRPr>
          </a:p>
          <a:p>
            <a:pPr indent="-507987">
              <a:spcBef>
                <a:spcPts val="800"/>
              </a:spcBef>
              <a:buSzPts val="2400"/>
            </a:pPr>
            <a:r>
              <a:rPr lang="en" sz="3200">
                <a:solidFill>
                  <a:schemeClr val="dk1"/>
                </a:solidFill>
              </a:rPr>
              <a:t>Comparing the distributions of each</a:t>
            </a:r>
            <a:r>
              <a:rPr lang="en" sz="3200" i="1">
                <a:solidFill>
                  <a:schemeClr val="dk1"/>
                </a:solidFill>
              </a:rPr>
              <a:t> </a:t>
            </a:r>
            <a:r>
              <a:rPr lang="en" sz="3200">
                <a:solidFill>
                  <a:schemeClr val="dk1"/>
                </a:solidFill>
              </a:rPr>
              <a:t>variable in two different samples for multiple variables</a:t>
            </a:r>
            <a:endParaRPr sz="3200">
              <a:solidFill>
                <a:schemeClr val="dk1"/>
              </a:solidFill>
            </a:endParaRPr>
          </a:p>
          <a:p>
            <a:pPr lvl="1" indent="-457189">
              <a:spcBef>
                <a:spcPts val="0"/>
              </a:spcBef>
              <a:buClr>
                <a:schemeClr val="dk1"/>
              </a:buClr>
              <a:buSzPts val="1800"/>
            </a:pPr>
            <a:r>
              <a:rPr lang="en">
                <a:solidFill>
                  <a:schemeClr val="dk1"/>
                </a:solidFill>
              </a:rPr>
              <a:t>Identifying differentially expressed genes in metastatic vs. non-metastatic cancer: 35K human genes =&gt; 35K hypotheses</a:t>
            </a:r>
          </a:p>
          <a:p>
            <a:pPr lvl="1" indent="-457189">
              <a:spcBef>
                <a:spcPts val="0"/>
              </a:spcBef>
              <a:buClr>
                <a:schemeClr val="dk1"/>
              </a:buClr>
              <a:buSzPts val="1800"/>
            </a:pPr>
            <a:endParaRPr>
              <a:solidFill>
                <a:schemeClr val="dk1"/>
              </a:solidFill>
            </a:endParaRPr>
          </a:p>
          <a:p>
            <a:pPr>
              <a:lnSpc>
                <a:spcPct val="115000"/>
              </a:lnSpc>
              <a:buClr>
                <a:schemeClr val="dk1"/>
              </a:buClr>
              <a:buFont typeface="Arial"/>
              <a:buChar char="●"/>
            </a:pPr>
            <a:r>
              <a:rPr lang="en" sz="3200">
                <a:solidFill>
                  <a:schemeClr val="dk1"/>
                </a:solidFill>
              </a:rPr>
              <a:t>Assessing pairwise associations between multiple variables</a:t>
            </a:r>
            <a:endParaRPr sz="3200">
              <a:solidFill>
                <a:schemeClr val="dk1"/>
              </a:solidFill>
            </a:endParaRPr>
          </a:p>
          <a:p>
            <a:pPr lvl="1" indent="-457189">
              <a:spcBef>
                <a:spcPts val="0"/>
              </a:spcBef>
              <a:buClr>
                <a:schemeClr val="dk1"/>
              </a:buClr>
              <a:buSzPts val="1800"/>
            </a:pPr>
            <a:r>
              <a:rPr lang="en">
                <a:solidFill>
                  <a:schemeClr val="dk1"/>
                </a:solidFill>
              </a:rPr>
              <a:t>Identifying epistatic pairs of genomic variants among 1M variants screened =&gt; 500B hypotheses</a:t>
            </a:r>
            <a:endParaRPr>
              <a:solidFill>
                <a:schemeClr val="dk1"/>
              </a:solidFill>
            </a:endParaRPr>
          </a:p>
          <a:p>
            <a:pPr indent="0">
              <a:spcBef>
                <a:spcPts val="800"/>
              </a:spcBef>
              <a:buNone/>
            </a:pPr>
            <a:endParaRPr sz="3200">
              <a:solidFill>
                <a:schemeClr val="dk1"/>
              </a:solidFill>
            </a:endParaRPr>
          </a:p>
          <a:p>
            <a:pPr indent="0">
              <a:spcAft>
                <a:spcPts val="2133"/>
              </a:spcAft>
              <a:buNone/>
            </a:pPr>
            <a:endParaRPr sz="3200"/>
          </a:p>
        </p:txBody>
      </p:sp>
      <p:pic>
        <p:nvPicPr>
          <p:cNvPr id="1026" name="Picture 2" descr="How Blue Eyed Parents Can Have Brown Eyed Children | Understanding Genetics">
            <a:extLst>
              <a:ext uri="{FF2B5EF4-FFF2-40B4-BE49-F238E27FC236}">
                <a16:creationId xmlns:a16="http://schemas.microsoft.com/office/drawing/2014/main" id="{819C06A4-2E6D-440C-9BC1-499DF898DA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6442" y="4668331"/>
            <a:ext cx="1888374" cy="20545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78"/>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Combinatorial Space of Hypotheses</a:t>
            </a:r>
            <a:endParaRPr>
              <a:solidFill>
                <a:srgbClr val="1155CC"/>
              </a:solidFill>
            </a:endParaRPr>
          </a:p>
        </p:txBody>
      </p:sp>
      <p:sp>
        <p:nvSpPr>
          <p:cNvPr id="496" name="Google Shape;496;p78"/>
          <p:cNvSpPr txBox="1">
            <a:spLocks noGrp="1"/>
          </p:cNvSpPr>
          <p:nvPr>
            <p:ph type="body" idx="1"/>
          </p:nvPr>
        </p:nvSpPr>
        <p:spPr>
          <a:xfrm>
            <a:off x="476667" y="985767"/>
            <a:ext cx="11226800" cy="2531600"/>
          </a:xfrm>
          <a:prstGeom prst="rect">
            <a:avLst/>
          </a:prstGeom>
        </p:spPr>
        <p:txBody>
          <a:bodyPr spcFirstLastPara="1" vert="horz" wrap="square" lIns="121900" tIns="121900" rIns="121900" bIns="121900" rtlCol="0" anchor="t" anchorCtr="0">
            <a:noAutofit/>
          </a:bodyPr>
          <a:lstStyle/>
          <a:p>
            <a:pPr indent="-507987">
              <a:spcBef>
                <a:spcPts val="800"/>
              </a:spcBef>
              <a:buSzPts val="2400"/>
            </a:pPr>
            <a:r>
              <a:rPr lang="en" sz="3200">
                <a:solidFill>
                  <a:schemeClr val="dk1"/>
                </a:solidFill>
              </a:rPr>
              <a:t>Identification of frequent itemsets</a:t>
            </a:r>
            <a:endParaRPr sz="3200">
              <a:solidFill>
                <a:schemeClr val="dk1"/>
              </a:solidFill>
            </a:endParaRPr>
          </a:p>
          <a:p>
            <a:pPr lvl="1" indent="-457189">
              <a:spcBef>
                <a:spcPts val="0"/>
              </a:spcBef>
              <a:buClr>
                <a:schemeClr val="dk1"/>
              </a:buClr>
              <a:buSzPts val="1800"/>
            </a:pPr>
            <a:r>
              <a:rPr lang="en">
                <a:solidFill>
                  <a:schemeClr val="dk1"/>
                </a:solidFill>
              </a:rPr>
              <a:t>Given </a:t>
            </a:r>
            <a:r>
              <a:rPr lang="en" i="1">
                <a:solidFill>
                  <a:schemeClr val="dk1"/>
                </a:solidFill>
              </a:rPr>
              <a:t>n </a:t>
            </a:r>
            <a:r>
              <a:rPr lang="en">
                <a:solidFill>
                  <a:schemeClr val="dk1"/>
                </a:solidFill>
              </a:rPr>
              <a:t>transactions each involving a subset of </a:t>
            </a:r>
            <a:r>
              <a:rPr lang="en" i="1">
                <a:solidFill>
                  <a:schemeClr val="dk1"/>
                </a:solidFill>
              </a:rPr>
              <a:t>m </a:t>
            </a:r>
            <a:r>
              <a:rPr lang="en">
                <a:solidFill>
                  <a:schemeClr val="dk1"/>
                </a:solidFill>
              </a:rPr>
              <a:t>items, find the sets of items that tend appear in transactions together </a:t>
            </a:r>
            <a:endParaRPr>
              <a:solidFill>
                <a:schemeClr val="dk1"/>
              </a:solidFill>
            </a:endParaRPr>
          </a:p>
          <a:p>
            <a:pPr lvl="1" indent="-457189">
              <a:spcBef>
                <a:spcPts val="0"/>
              </a:spcBef>
              <a:buClr>
                <a:schemeClr val="dk1"/>
              </a:buClr>
              <a:buSzPts val="1800"/>
            </a:pPr>
            <a:r>
              <a:rPr lang="en">
                <a:solidFill>
                  <a:schemeClr val="dk1"/>
                </a:solidFill>
              </a:rPr>
              <a:t>Token problem of “data mining”</a:t>
            </a:r>
            <a:endParaRPr>
              <a:solidFill>
                <a:schemeClr val="dk1"/>
              </a:solidFill>
            </a:endParaRPr>
          </a:p>
          <a:p>
            <a:pPr lvl="1" indent="-457189">
              <a:spcBef>
                <a:spcPts val="0"/>
              </a:spcBef>
              <a:buClr>
                <a:schemeClr val="dk1"/>
              </a:buClr>
              <a:buSzPts val="1800"/>
            </a:pPr>
            <a:r>
              <a:rPr lang="en">
                <a:solidFill>
                  <a:schemeClr val="dk1"/>
                </a:solidFill>
              </a:rPr>
              <a:t>If we are evaluating all possible subsets of items: 2</a:t>
            </a:r>
            <a:r>
              <a:rPr lang="en" i="1" baseline="30000">
                <a:solidFill>
                  <a:schemeClr val="dk1"/>
                </a:solidFill>
              </a:rPr>
              <a:t>m</a:t>
            </a:r>
            <a:r>
              <a:rPr lang="en">
                <a:solidFill>
                  <a:schemeClr val="dk1"/>
                </a:solidFill>
              </a:rPr>
              <a:t> hypotheses!</a:t>
            </a:r>
            <a:endParaRPr>
              <a:solidFill>
                <a:schemeClr val="dk1"/>
              </a:solidFill>
            </a:endParaRPr>
          </a:p>
        </p:txBody>
      </p:sp>
      <p:sp>
        <p:nvSpPr>
          <p:cNvPr id="497" name="Google Shape;497;p78"/>
          <p:cNvSpPr/>
          <p:nvPr/>
        </p:nvSpPr>
        <p:spPr>
          <a:xfrm>
            <a:off x="8383700" y="292167"/>
            <a:ext cx="3552400" cy="1385600"/>
          </a:xfrm>
          <a:prstGeom prst="wedgeRoundRectCallout">
            <a:avLst>
              <a:gd name="adj1" fmla="val -82233"/>
              <a:gd name="adj2" fmla="val 4298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Need not be significant to be useful, but assessing significance can be informative</a:t>
            </a:r>
            <a:endParaRPr sz="2133" i="1">
              <a:solidFill>
                <a:srgbClr val="CC0000"/>
              </a:solidFill>
            </a:endParaRPr>
          </a:p>
        </p:txBody>
      </p:sp>
      <p:pic>
        <p:nvPicPr>
          <p:cNvPr id="498" name="Google Shape;498;p78"/>
          <p:cNvPicPr preferRelativeResize="0"/>
          <p:nvPr/>
        </p:nvPicPr>
        <p:blipFill>
          <a:blip r:embed="rId3">
            <a:alphaModFix/>
          </a:blip>
          <a:stretch>
            <a:fillRect/>
          </a:stretch>
        </p:blipFill>
        <p:spPr>
          <a:xfrm>
            <a:off x="422467" y="3647468"/>
            <a:ext cx="4829575" cy="29342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79"/>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Counting The Errors</a:t>
            </a:r>
            <a:endParaRPr>
              <a:solidFill>
                <a:srgbClr val="1155CC"/>
              </a:solidFill>
            </a:endParaRPr>
          </a:p>
        </p:txBody>
      </p:sp>
      <p:pic>
        <p:nvPicPr>
          <p:cNvPr id="505" name="Google Shape;505;p79"/>
          <p:cNvPicPr preferRelativeResize="0"/>
          <p:nvPr/>
        </p:nvPicPr>
        <p:blipFill>
          <a:blip r:embed="rId3">
            <a:alphaModFix/>
          </a:blip>
          <a:stretch>
            <a:fillRect/>
          </a:stretch>
        </p:blipFill>
        <p:spPr>
          <a:xfrm>
            <a:off x="501833" y="1066900"/>
            <a:ext cx="8259432" cy="4724200"/>
          </a:xfrm>
          <a:prstGeom prst="rect">
            <a:avLst/>
          </a:prstGeom>
          <a:noFill/>
          <a:ln>
            <a:noFill/>
          </a:ln>
        </p:spPr>
      </p:pic>
      <p:pic>
        <p:nvPicPr>
          <p:cNvPr id="506" name="Google Shape;506;p79"/>
          <p:cNvPicPr preferRelativeResize="0"/>
          <p:nvPr/>
        </p:nvPicPr>
        <p:blipFill>
          <a:blip r:embed="rId4">
            <a:alphaModFix/>
          </a:blip>
          <a:stretch>
            <a:fillRect/>
          </a:stretch>
        </p:blipFill>
        <p:spPr>
          <a:xfrm>
            <a:off x="891667" y="5168033"/>
            <a:ext cx="9294832" cy="155446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80"/>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Controlling False Discoveries</a:t>
            </a:r>
            <a:endParaRPr>
              <a:solidFill>
                <a:srgbClr val="1155CC"/>
              </a:solidFill>
            </a:endParaRPr>
          </a:p>
        </p:txBody>
      </p:sp>
      <p:pic>
        <p:nvPicPr>
          <p:cNvPr id="513" name="Google Shape;513;p80"/>
          <p:cNvPicPr preferRelativeResize="0"/>
          <p:nvPr/>
        </p:nvPicPr>
        <p:blipFill>
          <a:blip r:embed="rId3">
            <a:alphaModFix/>
          </a:blip>
          <a:stretch>
            <a:fillRect/>
          </a:stretch>
        </p:blipFill>
        <p:spPr>
          <a:xfrm>
            <a:off x="471167" y="1201134"/>
            <a:ext cx="8111492" cy="5465833"/>
          </a:xfrm>
          <a:prstGeom prst="rect">
            <a:avLst/>
          </a:prstGeom>
          <a:noFill/>
          <a:ln>
            <a:noFill/>
          </a:ln>
        </p:spPr>
      </p:pic>
      <p:pic>
        <p:nvPicPr>
          <p:cNvPr id="3" name="Picture 2">
            <a:extLst>
              <a:ext uri="{FF2B5EF4-FFF2-40B4-BE49-F238E27FC236}">
                <a16:creationId xmlns:a16="http://schemas.microsoft.com/office/drawing/2014/main" id="{D5865F46-346B-417A-8EC0-66EE2FDB8A42}"/>
              </a:ext>
            </a:extLst>
          </p:cNvPr>
          <p:cNvPicPr>
            <a:picLocks noChangeAspect="1"/>
          </p:cNvPicPr>
          <p:nvPr/>
        </p:nvPicPr>
        <p:blipFill>
          <a:blip r:embed="rId4"/>
          <a:stretch>
            <a:fillRect/>
          </a:stretch>
        </p:blipFill>
        <p:spPr>
          <a:xfrm>
            <a:off x="8582659" y="277349"/>
            <a:ext cx="3609341" cy="14168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1"/>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Family-Wise Error Rate (FWER)</a:t>
            </a:r>
            <a:endParaRPr>
              <a:solidFill>
                <a:srgbClr val="1155CC"/>
              </a:solidFill>
            </a:endParaRPr>
          </a:p>
        </p:txBody>
      </p:sp>
      <p:pic>
        <p:nvPicPr>
          <p:cNvPr id="519" name="Google Shape;519;p81"/>
          <p:cNvPicPr preferRelativeResize="0"/>
          <p:nvPr/>
        </p:nvPicPr>
        <p:blipFill>
          <a:blip r:embed="rId3">
            <a:alphaModFix/>
          </a:blip>
          <a:stretch>
            <a:fillRect/>
          </a:stretch>
        </p:blipFill>
        <p:spPr>
          <a:xfrm>
            <a:off x="166667" y="1164633"/>
            <a:ext cx="9651591" cy="546583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82"/>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Bonferroni Correction</a:t>
            </a:r>
            <a:endParaRPr>
              <a:solidFill>
                <a:srgbClr val="1155CC"/>
              </a:solidFill>
            </a:endParaRPr>
          </a:p>
        </p:txBody>
      </p:sp>
      <p:pic>
        <p:nvPicPr>
          <p:cNvPr id="525" name="Google Shape;525;p82"/>
          <p:cNvPicPr preferRelativeResize="0"/>
          <p:nvPr/>
        </p:nvPicPr>
        <p:blipFill>
          <a:blip r:embed="rId3">
            <a:alphaModFix/>
          </a:blip>
          <a:stretch>
            <a:fillRect/>
          </a:stretch>
        </p:blipFill>
        <p:spPr>
          <a:xfrm>
            <a:off x="713201" y="2069767"/>
            <a:ext cx="7327799" cy="4658201"/>
          </a:xfrm>
          <a:prstGeom prst="rect">
            <a:avLst/>
          </a:prstGeom>
          <a:noFill/>
          <a:ln>
            <a:noFill/>
          </a:ln>
        </p:spPr>
      </p:pic>
      <p:sp>
        <p:nvSpPr>
          <p:cNvPr id="526" name="Google Shape;526;p82"/>
          <p:cNvSpPr txBox="1">
            <a:spLocks noGrp="1"/>
          </p:cNvSpPr>
          <p:nvPr>
            <p:ph type="body" idx="1"/>
          </p:nvPr>
        </p:nvSpPr>
        <p:spPr>
          <a:xfrm>
            <a:off x="476667" y="985767"/>
            <a:ext cx="11226800" cy="1084000"/>
          </a:xfrm>
          <a:prstGeom prst="rect">
            <a:avLst/>
          </a:prstGeom>
        </p:spPr>
        <p:txBody>
          <a:bodyPr spcFirstLastPara="1" vert="horz" wrap="square" lIns="121900" tIns="121900" rIns="121900" bIns="121900" rtlCol="0" anchor="t" anchorCtr="0">
            <a:noAutofit/>
          </a:bodyPr>
          <a:lstStyle/>
          <a:p>
            <a:pPr indent="0">
              <a:spcAft>
                <a:spcPts val="2133"/>
              </a:spcAft>
              <a:buNone/>
            </a:pPr>
            <a:r>
              <a:rPr lang="en" b="1">
                <a:solidFill>
                  <a:schemeClr val="dk1"/>
                </a:solidFill>
              </a:rPr>
              <a:t>Idea:</a:t>
            </a:r>
            <a:r>
              <a:rPr lang="en">
                <a:solidFill>
                  <a:schemeClr val="dk1"/>
                </a:solidFill>
              </a:rPr>
              <a:t> Correct p-values to reflect the probability of at least one false discovery by using union rule </a:t>
            </a:r>
            <a:endParaRPr/>
          </a:p>
        </p:txBody>
      </p:sp>
      <p:sp>
        <p:nvSpPr>
          <p:cNvPr id="5" name="TextBox 4">
            <a:extLst>
              <a:ext uri="{FF2B5EF4-FFF2-40B4-BE49-F238E27FC236}">
                <a16:creationId xmlns:a16="http://schemas.microsoft.com/office/drawing/2014/main" id="{764D44B0-1C9B-4E01-9494-04DAB380BB60}"/>
              </a:ext>
            </a:extLst>
          </p:cNvPr>
          <p:cNvSpPr txBox="1"/>
          <p:nvPr/>
        </p:nvSpPr>
        <p:spPr>
          <a:xfrm>
            <a:off x="7324825" y="3341137"/>
            <a:ext cx="4769208" cy="1200329"/>
          </a:xfrm>
          <a:prstGeom prst="rect">
            <a:avLst/>
          </a:prstGeom>
          <a:noFill/>
        </p:spPr>
        <p:txBody>
          <a:bodyPr wrap="square" rtlCol="0">
            <a:spAutoFit/>
          </a:bodyPr>
          <a:lstStyle/>
          <a:p>
            <a:r>
              <a:rPr lang="en-US"/>
              <a:t>With three statistical tests:  m = 3; </a:t>
            </a:r>
          </a:p>
          <a:p>
            <a:r>
              <a:rPr lang="en-US"/>
              <a:t>P(at least one error) = 1 – (1-0.05)^3 = 0.143</a:t>
            </a:r>
          </a:p>
          <a:p>
            <a:r>
              <a:rPr lang="en-US"/>
              <a:t>                                                                                                  </a:t>
            </a:r>
          </a:p>
          <a:p>
            <a:r>
              <a:rPr lang="en-US"/>
              <a:t>Adjusted p-value = 0.05/3 = 0.017</a:t>
            </a:r>
          </a:p>
        </p:txBody>
      </p:sp>
      <p:sp>
        <p:nvSpPr>
          <p:cNvPr id="2" name="TextBox 1">
            <a:extLst>
              <a:ext uri="{FF2B5EF4-FFF2-40B4-BE49-F238E27FC236}">
                <a16:creationId xmlns:a16="http://schemas.microsoft.com/office/drawing/2014/main" id="{BEBBD468-E93B-4C6B-BB7E-4674707985EB}"/>
              </a:ext>
            </a:extLst>
          </p:cNvPr>
          <p:cNvSpPr txBox="1"/>
          <p:nvPr/>
        </p:nvSpPr>
        <p:spPr>
          <a:xfrm>
            <a:off x="8499107" y="5034013"/>
            <a:ext cx="2156360" cy="923330"/>
          </a:xfrm>
          <a:prstGeom prst="rect">
            <a:avLst/>
          </a:prstGeom>
          <a:noFill/>
        </p:spPr>
        <p:txBody>
          <a:bodyPr wrap="none" rtlCol="0">
            <a:spAutoFit/>
          </a:bodyPr>
          <a:lstStyle/>
          <a:p>
            <a:r>
              <a:rPr lang="en-US"/>
              <a:t>p=0.019 , 0.048, 0.36</a:t>
            </a:r>
          </a:p>
          <a:p>
            <a:endParaRPr lang="en-US"/>
          </a:p>
          <a:p>
            <a:r>
              <a:rPr lang="en-US"/>
              <a:t>None are significant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83"/>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FWER: Sequential Adjustments</a:t>
            </a:r>
            <a:endParaRPr>
              <a:solidFill>
                <a:srgbClr val="1155CC"/>
              </a:solidFill>
            </a:endParaRPr>
          </a:p>
        </p:txBody>
      </p:sp>
      <p:pic>
        <p:nvPicPr>
          <p:cNvPr id="532" name="Google Shape;532;p83"/>
          <p:cNvPicPr preferRelativeResize="0"/>
          <p:nvPr/>
        </p:nvPicPr>
        <p:blipFill>
          <a:blip r:embed="rId3">
            <a:alphaModFix/>
          </a:blip>
          <a:stretch>
            <a:fillRect/>
          </a:stretch>
        </p:blipFill>
        <p:spPr>
          <a:xfrm>
            <a:off x="203201" y="1188967"/>
            <a:ext cx="8788351" cy="54658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84"/>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False Discovery Rate (FDR)</a:t>
            </a:r>
            <a:endParaRPr>
              <a:solidFill>
                <a:srgbClr val="1155CC"/>
              </a:solidFill>
            </a:endParaRPr>
          </a:p>
        </p:txBody>
      </p:sp>
      <p:pic>
        <p:nvPicPr>
          <p:cNvPr id="538" name="Google Shape;538;p84"/>
          <p:cNvPicPr preferRelativeResize="0"/>
          <p:nvPr/>
        </p:nvPicPr>
        <p:blipFill>
          <a:blip r:embed="rId3">
            <a:alphaModFix/>
          </a:blip>
          <a:stretch>
            <a:fillRect/>
          </a:stretch>
        </p:blipFill>
        <p:spPr>
          <a:xfrm>
            <a:off x="7238667" y="-1"/>
            <a:ext cx="4953333" cy="1865833"/>
          </a:xfrm>
          <a:prstGeom prst="rect">
            <a:avLst/>
          </a:prstGeom>
          <a:noFill/>
          <a:ln>
            <a:noFill/>
          </a:ln>
        </p:spPr>
      </p:pic>
      <p:pic>
        <p:nvPicPr>
          <p:cNvPr id="539" name="Google Shape;539;p84"/>
          <p:cNvPicPr preferRelativeResize="0"/>
          <p:nvPr/>
        </p:nvPicPr>
        <p:blipFill>
          <a:blip r:embed="rId4">
            <a:alphaModFix/>
          </a:blip>
          <a:stretch>
            <a:fillRect/>
          </a:stretch>
        </p:blipFill>
        <p:spPr>
          <a:xfrm>
            <a:off x="264134" y="1389667"/>
            <a:ext cx="9325500" cy="5277333"/>
          </a:xfrm>
          <a:prstGeom prst="rect">
            <a:avLst/>
          </a:prstGeom>
          <a:noFill/>
          <a:ln>
            <a:noFill/>
          </a:ln>
        </p:spPr>
      </p:pic>
      <p:sp>
        <p:nvSpPr>
          <p:cNvPr id="540" name="Google Shape;540;p84"/>
          <p:cNvSpPr/>
          <p:nvPr/>
        </p:nvSpPr>
        <p:spPr>
          <a:xfrm>
            <a:off x="9930700" y="2506267"/>
            <a:ext cx="2009600" cy="1327600"/>
          </a:xfrm>
          <a:prstGeom prst="wedgeRoundRectCallout">
            <a:avLst>
              <a:gd name="adj1" fmla="val 5160"/>
              <a:gd name="adj2" fmla="val -12049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False Positive Rate</a:t>
            </a:r>
            <a:endParaRPr sz="2133" i="1">
              <a:solidFill>
                <a:srgbClr val="CC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1F2D5-644B-4960-B7DB-8FC2ABCDA208}"/>
              </a:ext>
            </a:extLst>
          </p:cNvPr>
          <p:cNvSpPr>
            <a:spLocks noGrp="1"/>
          </p:cNvSpPr>
          <p:nvPr>
            <p:ph type="title"/>
          </p:nvPr>
        </p:nvSpPr>
        <p:spPr>
          <a:xfrm>
            <a:off x="0" y="155217"/>
            <a:ext cx="11360800" cy="763600"/>
          </a:xfrm>
        </p:spPr>
        <p:txBody>
          <a:bodyPr/>
          <a:lstStyle/>
          <a:p>
            <a:r>
              <a:rPr lang="en">
                <a:solidFill>
                  <a:srgbClr val="1155CC"/>
                </a:solidFill>
              </a:rPr>
              <a:t>Benjamini and Hochberg Procedure</a:t>
            </a:r>
            <a:endParaRPr lang="en-US"/>
          </a:p>
        </p:txBody>
      </p:sp>
      <p:pic>
        <p:nvPicPr>
          <p:cNvPr id="4" name="Picture 3">
            <a:extLst>
              <a:ext uri="{FF2B5EF4-FFF2-40B4-BE49-F238E27FC236}">
                <a16:creationId xmlns:a16="http://schemas.microsoft.com/office/drawing/2014/main" id="{5BDCC900-E147-442A-B76E-5AC43C954717}"/>
              </a:ext>
            </a:extLst>
          </p:cNvPr>
          <p:cNvPicPr>
            <a:picLocks noChangeAspect="1"/>
          </p:cNvPicPr>
          <p:nvPr/>
        </p:nvPicPr>
        <p:blipFill>
          <a:blip r:embed="rId2"/>
          <a:stretch>
            <a:fillRect/>
          </a:stretch>
        </p:blipFill>
        <p:spPr>
          <a:xfrm>
            <a:off x="884562" y="2266950"/>
            <a:ext cx="9820275" cy="1162050"/>
          </a:xfrm>
          <a:prstGeom prst="rect">
            <a:avLst/>
          </a:prstGeom>
        </p:spPr>
      </p:pic>
      <p:pic>
        <p:nvPicPr>
          <p:cNvPr id="5" name="Picture 4">
            <a:extLst>
              <a:ext uri="{FF2B5EF4-FFF2-40B4-BE49-F238E27FC236}">
                <a16:creationId xmlns:a16="http://schemas.microsoft.com/office/drawing/2014/main" id="{03926F1A-532E-4ED1-96B1-F629273859E0}"/>
              </a:ext>
            </a:extLst>
          </p:cNvPr>
          <p:cNvPicPr>
            <a:picLocks noChangeAspect="1"/>
          </p:cNvPicPr>
          <p:nvPr/>
        </p:nvPicPr>
        <p:blipFill>
          <a:blip r:embed="rId3"/>
          <a:stretch>
            <a:fillRect/>
          </a:stretch>
        </p:blipFill>
        <p:spPr>
          <a:xfrm>
            <a:off x="984574" y="2005012"/>
            <a:ext cx="9620250" cy="2047875"/>
          </a:xfrm>
          <a:prstGeom prst="rect">
            <a:avLst/>
          </a:prstGeom>
        </p:spPr>
      </p:pic>
      <p:pic>
        <p:nvPicPr>
          <p:cNvPr id="6" name="Picture 5">
            <a:extLst>
              <a:ext uri="{FF2B5EF4-FFF2-40B4-BE49-F238E27FC236}">
                <a16:creationId xmlns:a16="http://schemas.microsoft.com/office/drawing/2014/main" id="{D342A08B-E3B6-4BFF-98A4-8E82B7F8D28F}"/>
              </a:ext>
            </a:extLst>
          </p:cNvPr>
          <p:cNvPicPr>
            <a:picLocks noChangeAspect="1"/>
          </p:cNvPicPr>
          <p:nvPr/>
        </p:nvPicPr>
        <p:blipFill>
          <a:blip r:embed="rId4"/>
          <a:stretch>
            <a:fillRect/>
          </a:stretch>
        </p:blipFill>
        <p:spPr>
          <a:xfrm>
            <a:off x="863276" y="2176462"/>
            <a:ext cx="10344150" cy="2505075"/>
          </a:xfrm>
          <a:prstGeom prst="rect">
            <a:avLst/>
          </a:prstGeom>
        </p:spPr>
      </p:pic>
      <p:pic>
        <p:nvPicPr>
          <p:cNvPr id="7" name="Picture 6">
            <a:extLst>
              <a:ext uri="{FF2B5EF4-FFF2-40B4-BE49-F238E27FC236}">
                <a16:creationId xmlns:a16="http://schemas.microsoft.com/office/drawing/2014/main" id="{EA427E35-665E-4B54-98AF-3B7E0AF79657}"/>
              </a:ext>
            </a:extLst>
          </p:cNvPr>
          <p:cNvPicPr>
            <a:picLocks noChangeAspect="1"/>
          </p:cNvPicPr>
          <p:nvPr/>
        </p:nvPicPr>
        <p:blipFill>
          <a:blip r:embed="rId5"/>
          <a:stretch>
            <a:fillRect/>
          </a:stretch>
        </p:blipFill>
        <p:spPr>
          <a:xfrm>
            <a:off x="474987" y="4952129"/>
            <a:ext cx="10229850" cy="1933575"/>
          </a:xfrm>
          <a:prstGeom prst="rect">
            <a:avLst/>
          </a:prstGeom>
        </p:spPr>
      </p:pic>
      <p:pic>
        <p:nvPicPr>
          <p:cNvPr id="8" name="Picture 7">
            <a:extLst>
              <a:ext uri="{FF2B5EF4-FFF2-40B4-BE49-F238E27FC236}">
                <a16:creationId xmlns:a16="http://schemas.microsoft.com/office/drawing/2014/main" id="{8EA32473-A7CA-49AE-9583-D89FCB892108}"/>
              </a:ext>
            </a:extLst>
          </p:cNvPr>
          <p:cNvPicPr>
            <a:picLocks noChangeAspect="1"/>
          </p:cNvPicPr>
          <p:nvPr/>
        </p:nvPicPr>
        <p:blipFill>
          <a:blip r:embed="rId6"/>
          <a:stretch>
            <a:fillRect/>
          </a:stretch>
        </p:blipFill>
        <p:spPr>
          <a:xfrm>
            <a:off x="4443412" y="4854933"/>
            <a:ext cx="6529388" cy="1933574"/>
          </a:xfrm>
          <a:prstGeom prst="rect">
            <a:avLst/>
          </a:prstGeom>
        </p:spPr>
      </p:pic>
      <p:sp>
        <p:nvSpPr>
          <p:cNvPr id="9" name="TextBox 8">
            <a:extLst>
              <a:ext uri="{FF2B5EF4-FFF2-40B4-BE49-F238E27FC236}">
                <a16:creationId xmlns:a16="http://schemas.microsoft.com/office/drawing/2014/main" id="{4C02AA01-32E3-4E16-B754-82C3AB75B503}"/>
              </a:ext>
            </a:extLst>
          </p:cNvPr>
          <p:cNvSpPr txBox="1"/>
          <p:nvPr/>
        </p:nvSpPr>
        <p:spPr>
          <a:xfrm>
            <a:off x="9258300" y="3958709"/>
            <a:ext cx="593432" cy="369332"/>
          </a:xfrm>
          <a:prstGeom prst="rect">
            <a:avLst/>
          </a:prstGeom>
          <a:noFill/>
        </p:spPr>
        <p:txBody>
          <a:bodyPr wrap="none" rtlCol="0">
            <a:spAutoFit/>
          </a:bodyPr>
          <a:lstStyle/>
          <a:p>
            <a:r>
              <a:rPr lang="en-US"/>
              <a:t>0.90</a:t>
            </a:r>
          </a:p>
        </p:txBody>
      </p:sp>
      <p:pic>
        <p:nvPicPr>
          <p:cNvPr id="10" name="Picture 9">
            <a:extLst>
              <a:ext uri="{FF2B5EF4-FFF2-40B4-BE49-F238E27FC236}">
                <a16:creationId xmlns:a16="http://schemas.microsoft.com/office/drawing/2014/main" id="{BA85D80B-5EB1-4D00-BF04-51A3BAEA2E52}"/>
              </a:ext>
            </a:extLst>
          </p:cNvPr>
          <p:cNvPicPr>
            <a:picLocks noChangeAspect="1"/>
          </p:cNvPicPr>
          <p:nvPr/>
        </p:nvPicPr>
        <p:blipFill>
          <a:blip r:embed="rId7"/>
          <a:stretch>
            <a:fillRect/>
          </a:stretch>
        </p:blipFill>
        <p:spPr>
          <a:xfrm>
            <a:off x="884563" y="2166937"/>
            <a:ext cx="10283500" cy="2524125"/>
          </a:xfrm>
          <a:prstGeom prst="rect">
            <a:avLst/>
          </a:prstGeom>
        </p:spPr>
      </p:pic>
      <p:pic>
        <p:nvPicPr>
          <p:cNvPr id="11" name="Picture 10">
            <a:extLst>
              <a:ext uri="{FF2B5EF4-FFF2-40B4-BE49-F238E27FC236}">
                <a16:creationId xmlns:a16="http://schemas.microsoft.com/office/drawing/2014/main" id="{532CC20A-6D38-4FF0-BD54-6859CA6FEB69}"/>
              </a:ext>
            </a:extLst>
          </p:cNvPr>
          <p:cNvPicPr>
            <a:picLocks noChangeAspect="1"/>
          </p:cNvPicPr>
          <p:nvPr/>
        </p:nvPicPr>
        <p:blipFill>
          <a:blip r:embed="rId8"/>
          <a:stretch>
            <a:fillRect/>
          </a:stretch>
        </p:blipFill>
        <p:spPr>
          <a:xfrm>
            <a:off x="4480249" y="4826357"/>
            <a:ext cx="6727177" cy="1990725"/>
          </a:xfrm>
          <a:prstGeom prst="rect">
            <a:avLst/>
          </a:prstGeom>
        </p:spPr>
      </p:pic>
      <p:pic>
        <p:nvPicPr>
          <p:cNvPr id="12" name="Picture 11">
            <a:extLst>
              <a:ext uri="{FF2B5EF4-FFF2-40B4-BE49-F238E27FC236}">
                <a16:creationId xmlns:a16="http://schemas.microsoft.com/office/drawing/2014/main" id="{334C69BE-4D15-4BB6-982E-027C6B29EBE1}"/>
              </a:ext>
            </a:extLst>
          </p:cNvPr>
          <p:cNvPicPr>
            <a:picLocks noChangeAspect="1"/>
          </p:cNvPicPr>
          <p:nvPr/>
        </p:nvPicPr>
        <p:blipFill>
          <a:blip r:embed="rId9"/>
          <a:stretch>
            <a:fillRect/>
          </a:stretch>
        </p:blipFill>
        <p:spPr>
          <a:xfrm>
            <a:off x="4480249" y="4845408"/>
            <a:ext cx="7236764" cy="1876425"/>
          </a:xfrm>
          <a:prstGeom prst="rect">
            <a:avLst/>
          </a:prstGeom>
        </p:spPr>
      </p:pic>
      <p:pic>
        <p:nvPicPr>
          <p:cNvPr id="13" name="Picture 12">
            <a:extLst>
              <a:ext uri="{FF2B5EF4-FFF2-40B4-BE49-F238E27FC236}">
                <a16:creationId xmlns:a16="http://schemas.microsoft.com/office/drawing/2014/main" id="{499C5CE4-00DF-4564-A008-F526A42C7D76}"/>
              </a:ext>
            </a:extLst>
          </p:cNvPr>
          <p:cNvPicPr>
            <a:picLocks noChangeAspect="1"/>
          </p:cNvPicPr>
          <p:nvPr/>
        </p:nvPicPr>
        <p:blipFill>
          <a:blip r:embed="rId10"/>
          <a:stretch>
            <a:fillRect/>
          </a:stretch>
        </p:blipFill>
        <p:spPr>
          <a:xfrm>
            <a:off x="1020925" y="2247899"/>
            <a:ext cx="10010775" cy="2362200"/>
          </a:xfrm>
          <a:prstGeom prst="rect">
            <a:avLst/>
          </a:prstGeom>
        </p:spPr>
      </p:pic>
      <p:sp>
        <p:nvSpPr>
          <p:cNvPr id="14" name="TextBox 13">
            <a:extLst>
              <a:ext uri="{FF2B5EF4-FFF2-40B4-BE49-F238E27FC236}">
                <a16:creationId xmlns:a16="http://schemas.microsoft.com/office/drawing/2014/main" id="{D4302C3C-0C1E-43FC-8465-03926222F770}"/>
              </a:ext>
            </a:extLst>
          </p:cNvPr>
          <p:cNvSpPr txBox="1"/>
          <p:nvPr/>
        </p:nvSpPr>
        <p:spPr>
          <a:xfrm>
            <a:off x="356781" y="1324700"/>
            <a:ext cx="4559197" cy="369332"/>
          </a:xfrm>
          <a:prstGeom prst="rect">
            <a:avLst/>
          </a:prstGeom>
          <a:noFill/>
        </p:spPr>
        <p:txBody>
          <a:bodyPr wrap="none" rtlCol="0">
            <a:spAutoFit/>
          </a:bodyPr>
          <a:lstStyle/>
          <a:p>
            <a:r>
              <a:rPr lang="en-US"/>
              <a:t>Suppose we have to reject all these hypothesis</a:t>
            </a:r>
          </a:p>
        </p:txBody>
      </p:sp>
    </p:spTree>
    <p:extLst>
      <p:ext uri="{BB962C8B-B14F-4D97-AF65-F5344CB8AC3E}">
        <p14:creationId xmlns:p14="http://schemas.microsoft.com/office/powerpoint/2010/main" val="32334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89"/>
          <p:cNvSpPr txBox="1">
            <a:spLocks noGrp="1"/>
          </p:cNvSpPr>
          <p:nvPr>
            <p:ph type="title"/>
          </p:nvPr>
        </p:nvSpPr>
        <p:spPr>
          <a:xfrm>
            <a:off x="185767" y="1242067"/>
            <a:ext cx="11360800" cy="763600"/>
          </a:xfrm>
          <a:prstGeom prst="rect">
            <a:avLst/>
          </a:prstGeom>
        </p:spPr>
        <p:txBody>
          <a:bodyPr spcFirstLastPara="1" vert="horz" wrap="square" lIns="121900" tIns="121900" rIns="121900" bIns="121900" rtlCol="0" anchor="t" anchorCtr="0">
            <a:noAutofit/>
          </a:bodyPr>
          <a:lstStyle/>
          <a:p>
            <a:pPr algn="ctr"/>
            <a:r>
              <a:rPr lang="en">
                <a:solidFill>
                  <a:srgbClr val="1155CC"/>
                </a:solidFill>
              </a:rPr>
              <a:t>Permutation Tests</a:t>
            </a:r>
            <a:endParaRPr>
              <a:solidFill>
                <a:srgbClr val="1155CC"/>
              </a:solidFill>
            </a:endParaRPr>
          </a:p>
        </p:txBody>
      </p:sp>
      <p:sp>
        <p:nvSpPr>
          <p:cNvPr id="571" name="Google Shape;571;p89"/>
          <p:cNvSpPr txBox="1"/>
          <p:nvPr/>
        </p:nvSpPr>
        <p:spPr>
          <a:xfrm>
            <a:off x="1562267" y="2591500"/>
            <a:ext cx="9367200" cy="2760800"/>
          </a:xfrm>
          <a:prstGeom prst="rect">
            <a:avLst/>
          </a:prstGeom>
          <a:noFill/>
          <a:ln>
            <a:noFill/>
          </a:ln>
        </p:spPr>
        <p:txBody>
          <a:bodyPr spcFirstLastPara="1" wrap="square" lIns="121900" tIns="121900" rIns="121900" bIns="121900" anchor="t" anchorCtr="0">
            <a:noAutofit/>
          </a:bodyPr>
          <a:lstStyle/>
          <a:p>
            <a:pPr marL="609585" indent="-507987">
              <a:lnSpc>
                <a:spcPct val="115000"/>
              </a:lnSpc>
              <a:buClr>
                <a:schemeClr val="dk1"/>
              </a:buClr>
              <a:buSzPts val="2400"/>
              <a:buChar char="●"/>
            </a:pPr>
            <a:r>
              <a:rPr lang="en" sz="3200">
                <a:solidFill>
                  <a:schemeClr val="dk1"/>
                </a:solidFill>
              </a:rPr>
              <a:t>Idea and Implementation</a:t>
            </a:r>
            <a:endParaRPr sz="3200">
              <a:solidFill>
                <a:schemeClr val="dk1"/>
              </a:solidFill>
            </a:endParaRPr>
          </a:p>
          <a:p>
            <a:pPr>
              <a:lnSpc>
                <a:spcPct val="115000"/>
              </a:lnSpc>
            </a:pPr>
            <a:endParaRPr sz="3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89"/>
          <p:cNvSpPr txBox="1">
            <a:spLocks noGrp="1"/>
          </p:cNvSpPr>
          <p:nvPr>
            <p:ph type="title"/>
          </p:nvPr>
        </p:nvSpPr>
        <p:spPr>
          <a:xfrm>
            <a:off x="-554183" y="480862"/>
            <a:ext cx="7509609" cy="763600"/>
          </a:xfrm>
          <a:prstGeom prst="rect">
            <a:avLst/>
          </a:prstGeom>
        </p:spPr>
        <p:txBody>
          <a:bodyPr spcFirstLastPara="1" vert="horz" wrap="square" lIns="121900" tIns="121900" rIns="121900" bIns="121900" rtlCol="0" anchor="t" anchorCtr="0">
            <a:noAutofit/>
          </a:bodyPr>
          <a:lstStyle/>
          <a:p>
            <a:pPr algn="ctr"/>
            <a:r>
              <a:rPr lang="en" dirty="0">
                <a:solidFill>
                  <a:srgbClr val="1155CC"/>
                </a:solidFill>
              </a:rPr>
              <a:t>Permutation Tests</a:t>
            </a:r>
            <a:endParaRPr dirty="0">
              <a:solidFill>
                <a:srgbClr val="1155CC"/>
              </a:solidFill>
            </a:endParaRPr>
          </a:p>
        </p:txBody>
      </p:sp>
      <p:sp>
        <p:nvSpPr>
          <p:cNvPr id="571" name="Google Shape;571;p89"/>
          <p:cNvSpPr txBox="1"/>
          <p:nvPr/>
        </p:nvSpPr>
        <p:spPr>
          <a:xfrm>
            <a:off x="704428" y="1837354"/>
            <a:ext cx="11081172" cy="4914427"/>
          </a:xfrm>
          <a:prstGeom prst="rect">
            <a:avLst/>
          </a:prstGeom>
          <a:noFill/>
          <a:ln>
            <a:noFill/>
          </a:ln>
        </p:spPr>
        <p:txBody>
          <a:bodyPr spcFirstLastPara="1" wrap="square" lIns="121900" tIns="121900" rIns="121900" bIns="121900" anchor="t" anchorCtr="0">
            <a:noAutofit/>
          </a:bodyPr>
          <a:lstStyle/>
          <a:p>
            <a:pPr marL="609585" indent="-507987">
              <a:lnSpc>
                <a:spcPct val="115000"/>
              </a:lnSpc>
              <a:buClr>
                <a:schemeClr val="dk1"/>
              </a:buClr>
              <a:buSzPts val="2400"/>
              <a:buChar char="●"/>
            </a:pPr>
            <a:r>
              <a:rPr lang="en-US" sz="3200" dirty="0">
                <a:latin typeface="Söhne"/>
              </a:rPr>
              <a:t>A</a:t>
            </a:r>
            <a:r>
              <a:rPr lang="en-US" sz="3200" b="0" i="0" dirty="0">
                <a:effectLst/>
                <a:latin typeface="Söhne"/>
              </a:rPr>
              <a:t> type of non-parametric statistical significance test. It is used to determine whether two or more groups differ from each other to a degree that is unlikely to be due to chance.</a:t>
            </a:r>
          </a:p>
          <a:p>
            <a:pPr marL="609585" indent="-507987">
              <a:lnSpc>
                <a:spcPct val="115000"/>
              </a:lnSpc>
              <a:buClr>
                <a:schemeClr val="dk1"/>
              </a:buClr>
              <a:buSzPts val="2400"/>
              <a:buChar char="●"/>
            </a:pPr>
            <a:endParaRPr lang="en-US" sz="3200" dirty="0">
              <a:latin typeface="Söhne"/>
            </a:endParaRPr>
          </a:p>
          <a:p>
            <a:pPr marL="609585" indent="-507987">
              <a:lnSpc>
                <a:spcPct val="115000"/>
              </a:lnSpc>
              <a:buClr>
                <a:schemeClr val="dk1"/>
              </a:buClr>
              <a:buSzPts val="2400"/>
              <a:buChar char="●"/>
            </a:pPr>
            <a:r>
              <a:rPr lang="en-US" sz="3200" dirty="0">
                <a:latin typeface="Söhne"/>
              </a:rPr>
              <a:t>P</a:t>
            </a:r>
            <a:r>
              <a:rPr lang="en-US" sz="3200" b="0" i="0" dirty="0">
                <a:effectLst/>
                <a:latin typeface="Söhne"/>
              </a:rPr>
              <a:t>ermutation tests offer a robust and flexible method for assessing statistical significance without relying heavily on the assumptions required by traditional parametric tests.</a:t>
            </a:r>
            <a:endParaRPr sz="3200" dirty="0"/>
          </a:p>
        </p:txBody>
      </p:sp>
    </p:spTree>
    <p:extLst>
      <p:ext uri="{BB962C8B-B14F-4D97-AF65-F5344CB8AC3E}">
        <p14:creationId xmlns:p14="http://schemas.microsoft.com/office/powerpoint/2010/main" val="19354543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90"/>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Is a certain outcome associated with gender </a:t>
            </a:r>
            <a:r>
              <a:rPr lang="en-US">
                <a:solidFill>
                  <a:srgbClr val="1155CC"/>
                </a:solidFill>
              </a:rPr>
              <a:t>or not</a:t>
            </a:r>
            <a:r>
              <a:rPr lang="en">
                <a:solidFill>
                  <a:srgbClr val="1155CC"/>
                </a:solidFill>
              </a:rPr>
              <a:t>?</a:t>
            </a:r>
            <a:endParaRPr>
              <a:solidFill>
                <a:srgbClr val="1155CC"/>
              </a:solidFill>
            </a:endParaRPr>
          </a:p>
        </p:txBody>
      </p:sp>
      <p:pic>
        <p:nvPicPr>
          <p:cNvPr id="577" name="Google Shape;577;p90"/>
          <p:cNvPicPr preferRelativeResize="0"/>
          <p:nvPr/>
        </p:nvPicPr>
        <p:blipFill>
          <a:blip r:embed="rId3">
            <a:alphaModFix/>
          </a:blip>
          <a:stretch>
            <a:fillRect/>
          </a:stretch>
        </p:blipFill>
        <p:spPr>
          <a:xfrm>
            <a:off x="909432" y="1597400"/>
            <a:ext cx="10226935" cy="5260600"/>
          </a:xfrm>
          <a:prstGeom prst="rect">
            <a:avLst/>
          </a:prstGeom>
          <a:noFill/>
          <a:ln>
            <a:noFill/>
          </a:ln>
        </p:spPr>
      </p:pic>
      <p:sp>
        <p:nvSpPr>
          <p:cNvPr id="2" name="TextBox 1">
            <a:extLst>
              <a:ext uri="{FF2B5EF4-FFF2-40B4-BE49-F238E27FC236}">
                <a16:creationId xmlns:a16="http://schemas.microsoft.com/office/drawing/2014/main" id="{BA639501-BBCD-49A2-8396-2E73FFC718B7}"/>
              </a:ext>
            </a:extLst>
          </p:cNvPr>
          <p:cNvSpPr txBox="1"/>
          <p:nvPr/>
        </p:nvSpPr>
        <p:spPr>
          <a:xfrm>
            <a:off x="2724728" y="6012872"/>
            <a:ext cx="1170770" cy="369332"/>
          </a:xfrm>
          <a:prstGeom prst="rect">
            <a:avLst/>
          </a:prstGeom>
          <a:noFill/>
        </p:spPr>
        <p:txBody>
          <a:bodyPr wrap="none" rtlCol="0">
            <a:spAutoFit/>
          </a:bodyPr>
          <a:lstStyle/>
          <a:p>
            <a:r>
              <a:rPr lang="en-US" dirty="0"/>
              <a:t>Low salary</a:t>
            </a:r>
          </a:p>
        </p:txBody>
      </p:sp>
      <p:sp>
        <p:nvSpPr>
          <p:cNvPr id="5" name="TextBox 4">
            <a:extLst>
              <a:ext uri="{FF2B5EF4-FFF2-40B4-BE49-F238E27FC236}">
                <a16:creationId xmlns:a16="http://schemas.microsoft.com/office/drawing/2014/main" id="{557FEF2C-64B6-4105-B5EC-043A2E99EEB2}"/>
              </a:ext>
            </a:extLst>
          </p:cNvPr>
          <p:cNvSpPr txBox="1"/>
          <p:nvPr/>
        </p:nvSpPr>
        <p:spPr>
          <a:xfrm>
            <a:off x="2768906" y="4334347"/>
            <a:ext cx="1170770" cy="369332"/>
          </a:xfrm>
          <a:prstGeom prst="rect">
            <a:avLst/>
          </a:prstGeom>
          <a:noFill/>
        </p:spPr>
        <p:txBody>
          <a:bodyPr wrap="none" rtlCol="0">
            <a:spAutoFit/>
          </a:bodyPr>
          <a:lstStyle/>
          <a:p>
            <a:r>
              <a:rPr lang="en-US" dirty="0"/>
              <a:t>Low salary</a:t>
            </a:r>
          </a:p>
        </p:txBody>
      </p:sp>
      <p:sp>
        <p:nvSpPr>
          <p:cNvPr id="6" name="TextBox 5">
            <a:extLst>
              <a:ext uri="{FF2B5EF4-FFF2-40B4-BE49-F238E27FC236}">
                <a16:creationId xmlns:a16="http://schemas.microsoft.com/office/drawing/2014/main" id="{711D0EC5-4FF3-43C4-84D4-E233723FB4EA}"/>
              </a:ext>
            </a:extLst>
          </p:cNvPr>
          <p:cNvSpPr txBox="1"/>
          <p:nvPr/>
        </p:nvSpPr>
        <p:spPr>
          <a:xfrm>
            <a:off x="2724728" y="2207553"/>
            <a:ext cx="1214948" cy="369332"/>
          </a:xfrm>
          <a:prstGeom prst="rect">
            <a:avLst/>
          </a:prstGeom>
          <a:noFill/>
        </p:spPr>
        <p:txBody>
          <a:bodyPr wrap="none" rtlCol="0">
            <a:spAutoFit/>
          </a:bodyPr>
          <a:lstStyle/>
          <a:p>
            <a:r>
              <a:rPr lang="en-US" dirty="0"/>
              <a:t>High salary</a:t>
            </a:r>
          </a:p>
        </p:txBody>
      </p:sp>
      <p:sp>
        <p:nvSpPr>
          <p:cNvPr id="7" name="TextBox 6">
            <a:extLst>
              <a:ext uri="{FF2B5EF4-FFF2-40B4-BE49-F238E27FC236}">
                <a16:creationId xmlns:a16="http://schemas.microsoft.com/office/drawing/2014/main" id="{876CC22A-6A73-41E2-8731-D779976BAF6B}"/>
              </a:ext>
            </a:extLst>
          </p:cNvPr>
          <p:cNvSpPr txBox="1"/>
          <p:nvPr/>
        </p:nvSpPr>
        <p:spPr>
          <a:xfrm>
            <a:off x="2724728" y="4703679"/>
            <a:ext cx="1214948" cy="369332"/>
          </a:xfrm>
          <a:prstGeom prst="rect">
            <a:avLst/>
          </a:prstGeom>
          <a:noFill/>
        </p:spPr>
        <p:txBody>
          <a:bodyPr wrap="none" rtlCol="0">
            <a:spAutoFit/>
          </a:bodyPr>
          <a:lstStyle/>
          <a:p>
            <a:r>
              <a:rPr lang="en-US" dirty="0"/>
              <a:t>High salary</a:t>
            </a:r>
          </a:p>
        </p:txBody>
      </p:sp>
      <p:sp>
        <p:nvSpPr>
          <p:cNvPr id="8" name="TextBox 7">
            <a:extLst>
              <a:ext uri="{FF2B5EF4-FFF2-40B4-BE49-F238E27FC236}">
                <a16:creationId xmlns:a16="http://schemas.microsoft.com/office/drawing/2014/main" id="{9A95B4F8-F017-44A9-8884-0EB070504A68}"/>
              </a:ext>
            </a:extLst>
          </p:cNvPr>
          <p:cNvSpPr txBox="1"/>
          <p:nvPr/>
        </p:nvSpPr>
        <p:spPr>
          <a:xfrm>
            <a:off x="9463021" y="6012872"/>
            <a:ext cx="1170770" cy="369332"/>
          </a:xfrm>
          <a:prstGeom prst="rect">
            <a:avLst/>
          </a:prstGeom>
          <a:noFill/>
        </p:spPr>
        <p:txBody>
          <a:bodyPr wrap="none" rtlCol="0">
            <a:spAutoFit/>
          </a:bodyPr>
          <a:lstStyle/>
          <a:p>
            <a:r>
              <a:rPr lang="en-US" dirty="0"/>
              <a:t>Low salary</a:t>
            </a:r>
          </a:p>
        </p:txBody>
      </p:sp>
      <p:sp>
        <p:nvSpPr>
          <p:cNvPr id="9" name="TextBox 8">
            <a:extLst>
              <a:ext uri="{FF2B5EF4-FFF2-40B4-BE49-F238E27FC236}">
                <a16:creationId xmlns:a16="http://schemas.microsoft.com/office/drawing/2014/main" id="{E059420C-F0A9-4F8C-8C0B-82CD31802DD2}"/>
              </a:ext>
            </a:extLst>
          </p:cNvPr>
          <p:cNvSpPr txBox="1"/>
          <p:nvPr/>
        </p:nvSpPr>
        <p:spPr>
          <a:xfrm>
            <a:off x="9507199" y="4334347"/>
            <a:ext cx="1170770" cy="369332"/>
          </a:xfrm>
          <a:prstGeom prst="rect">
            <a:avLst/>
          </a:prstGeom>
          <a:noFill/>
        </p:spPr>
        <p:txBody>
          <a:bodyPr wrap="none" rtlCol="0">
            <a:spAutoFit/>
          </a:bodyPr>
          <a:lstStyle/>
          <a:p>
            <a:r>
              <a:rPr lang="en-US" dirty="0"/>
              <a:t>Low salary</a:t>
            </a:r>
          </a:p>
        </p:txBody>
      </p:sp>
      <p:sp>
        <p:nvSpPr>
          <p:cNvPr id="10" name="TextBox 9">
            <a:extLst>
              <a:ext uri="{FF2B5EF4-FFF2-40B4-BE49-F238E27FC236}">
                <a16:creationId xmlns:a16="http://schemas.microsoft.com/office/drawing/2014/main" id="{7449A0A2-1594-436E-84AB-07917DA070EB}"/>
              </a:ext>
            </a:extLst>
          </p:cNvPr>
          <p:cNvSpPr txBox="1"/>
          <p:nvPr/>
        </p:nvSpPr>
        <p:spPr>
          <a:xfrm>
            <a:off x="9463021" y="2207553"/>
            <a:ext cx="1214948" cy="369332"/>
          </a:xfrm>
          <a:prstGeom prst="rect">
            <a:avLst/>
          </a:prstGeom>
          <a:noFill/>
        </p:spPr>
        <p:txBody>
          <a:bodyPr wrap="none" rtlCol="0">
            <a:spAutoFit/>
          </a:bodyPr>
          <a:lstStyle/>
          <a:p>
            <a:r>
              <a:rPr lang="en-US" dirty="0"/>
              <a:t>High salary</a:t>
            </a:r>
          </a:p>
        </p:txBody>
      </p:sp>
      <p:sp>
        <p:nvSpPr>
          <p:cNvPr id="11" name="TextBox 10">
            <a:extLst>
              <a:ext uri="{FF2B5EF4-FFF2-40B4-BE49-F238E27FC236}">
                <a16:creationId xmlns:a16="http://schemas.microsoft.com/office/drawing/2014/main" id="{ECF093C7-A1F6-4182-8733-447428310BDE}"/>
              </a:ext>
            </a:extLst>
          </p:cNvPr>
          <p:cNvSpPr txBox="1"/>
          <p:nvPr/>
        </p:nvSpPr>
        <p:spPr>
          <a:xfrm>
            <a:off x="9463021" y="4703679"/>
            <a:ext cx="1214948" cy="369332"/>
          </a:xfrm>
          <a:prstGeom prst="rect">
            <a:avLst/>
          </a:prstGeom>
          <a:noFill/>
        </p:spPr>
        <p:txBody>
          <a:bodyPr wrap="none" rtlCol="0">
            <a:spAutoFit/>
          </a:bodyPr>
          <a:lstStyle/>
          <a:p>
            <a:r>
              <a:rPr lang="en-US" dirty="0"/>
              <a:t>High salary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91"/>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Is a certain outcome associated with gender </a:t>
            </a:r>
            <a:r>
              <a:rPr lang="en-US">
                <a:solidFill>
                  <a:srgbClr val="1155CC"/>
                </a:solidFill>
              </a:rPr>
              <a:t>or not</a:t>
            </a:r>
            <a:r>
              <a:rPr lang="en">
                <a:solidFill>
                  <a:srgbClr val="1155CC"/>
                </a:solidFill>
              </a:rPr>
              <a:t>?</a:t>
            </a:r>
            <a:endParaRPr>
              <a:solidFill>
                <a:srgbClr val="1155CC"/>
              </a:solidFill>
            </a:endParaRPr>
          </a:p>
        </p:txBody>
      </p:sp>
      <p:pic>
        <p:nvPicPr>
          <p:cNvPr id="583" name="Google Shape;583;p91"/>
          <p:cNvPicPr preferRelativeResize="0"/>
          <p:nvPr/>
        </p:nvPicPr>
        <p:blipFill>
          <a:blip r:embed="rId3">
            <a:alphaModFix/>
          </a:blip>
          <a:stretch>
            <a:fillRect/>
          </a:stretch>
        </p:blipFill>
        <p:spPr>
          <a:xfrm>
            <a:off x="244346" y="1495806"/>
            <a:ext cx="10931665" cy="5465833"/>
          </a:xfrm>
          <a:prstGeom prst="rect">
            <a:avLst/>
          </a:prstGeom>
          <a:noFill/>
          <a:ln>
            <a:noFill/>
          </a:ln>
        </p:spPr>
      </p:pic>
      <p:sp>
        <p:nvSpPr>
          <p:cNvPr id="4" name="TextBox 3">
            <a:extLst>
              <a:ext uri="{FF2B5EF4-FFF2-40B4-BE49-F238E27FC236}">
                <a16:creationId xmlns:a16="http://schemas.microsoft.com/office/drawing/2014/main" id="{50B28C9E-C4AA-4D5D-967B-4849C5533F79}"/>
              </a:ext>
            </a:extLst>
          </p:cNvPr>
          <p:cNvSpPr txBox="1"/>
          <p:nvPr/>
        </p:nvSpPr>
        <p:spPr>
          <a:xfrm>
            <a:off x="9439564" y="5948218"/>
            <a:ext cx="1170770" cy="369332"/>
          </a:xfrm>
          <a:prstGeom prst="rect">
            <a:avLst/>
          </a:prstGeom>
          <a:noFill/>
        </p:spPr>
        <p:txBody>
          <a:bodyPr wrap="none" rtlCol="0">
            <a:spAutoFit/>
          </a:bodyPr>
          <a:lstStyle/>
          <a:p>
            <a:r>
              <a:rPr lang="en-US" dirty="0"/>
              <a:t>Low salary</a:t>
            </a:r>
          </a:p>
        </p:txBody>
      </p:sp>
      <p:sp>
        <p:nvSpPr>
          <p:cNvPr id="5" name="TextBox 4">
            <a:extLst>
              <a:ext uri="{FF2B5EF4-FFF2-40B4-BE49-F238E27FC236}">
                <a16:creationId xmlns:a16="http://schemas.microsoft.com/office/drawing/2014/main" id="{16270BF8-76E0-49E9-82C4-6D9852BA1363}"/>
              </a:ext>
            </a:extLst>
          </p:cNvPr>
          <p:cNvSpPr txBox="1"/>
          <p:nvPr/>
        </p:nvSpPr>
        <p:spPr>
          <a:xfrm>
            <a:off x="9483742" y="4269693"/>
            <a:ext cx="1170770" cy="369332"/>
          </a:xfrm>
          <a:prstGeom prst="rect">
            <a:avLst/>
          </a:prstGeom>
          <a:noFill/>
        </p:spPr>
        <p:txBody>
          <a:bodyPr wrap="none" rtlCol="0">
            <a:spAutoFit/>
          </a:bodyPr>
          <a:lstStyle/>
          <a:p>
            <a:r>
              <a:rPr lang="en-US" dirty="0"/>
              <a:t>Low salary</a:t>
            </a:r>
          </a:p>
        </p:txBody>
      </p:sp>
      <p:sp>
        <p:nvSpPr>
          <p:cNvPr id="6" name="TextBox 5">
            <a:extLst>
              <a:ext uri="{FF2B5EF4-FFF2-40B4-BE49-F238E27FC236}">
                <a16:creationId xmlns:a16="http://schemas.microsoft.com/office/drawing/2014/main" id="{A950F59A-0338-4642-B4A2-B9CB7C2306FF}"/>
              </a:ext>
            </a:extLst>
          </p:cNvPr>
          <p:cNvSpPr txBox="1"/>
          <p:nvPr/>
        </p:nvSpPr>
        <p:spPr>
          <a:xfrm>
            <a:off x="9439564" y="2142899"/>
            <a:ext cx="1214948" cy="369332"/>
          </a:xfrm>
          <a:prstGeom prst="rect">
            <a:avLst/>
          </a:prstGeom>
          <a:noFill/>
        </p:spPr>
        <p:txBody>
          <a:bodyPr wrap="none" rtlCol="0">
            <a:spAutoFit/>
          </a:bodyPr>
          <a:lstStyle/>
          <a:p>
            <a:r>
              <a:rPr lang="en-US" dirty="0"/>
              <a:t>High salary</a:t>
            </a:r>
          </a:p>
        </p:txBody>
      </p:sp>
      <p:sp>
        <p:nvSpPr>
          <p:cNvPr id="7" name="TextBox 6">
            <a:extLst>
              <a:ext uri="{FF2B5EF4-FFF2-40B4-BE49-F238E27FC236}">
                <a16:creationId xmlns:a16="http://schemas.microsoft.com/office/drawing/2014/main" id="{A6D518D9-70C8-44E1-96AB-5A68A7DCEFB9}"/>
              </a:ext>
            </a:extLst>
          </p:cNvPr>
          <p:cNvSpPr txBox="1"/>
          <p:nvPr/>
        </p:nvSpPr>
        <p:spPr>
          <a:xfrm>
            <a:off x="9439564" y="4639025"/>
            <a:ext cx="1214948" cy="369332"/>
          </a:xfrm>
          <a:prstGeom prst="rect">
            <a:avLst/>
          </a:prstGeom>
          <a:noFill/>
        </p:spPr>
        <p:txBody>
          <a:bodyPr wrap="none" rtlCol="0">
            <a:spAutoFit/>
          </a:bodyPr>
          <a:lstStyle/>
          <a:p>
            <a:r>
              <a:rPr lang="en-US" dirty="0"/>
              <a:t>High salary</a:t>
            </a:r>
          </a:p>
        </p:txBody>
      </p:sp>
      <p:sp>
        <p:nvSpPr>
          <p:cNvPr id="8" name="TextBox 7">
            <a:extLst>
              <a:ext uri="{FF2B5EF4-FFF2-40B4-BE49-F238E27FC236}">
                <a16:creationId xmlns:a16="http://schemas.microsoft.com/office/drawing/2014/main" id="{31961D9F-3D55-4B37-BC57-40F0EA010A72}"/>
              </a:ext>
            </a:extLst>
          </p:cNvPr>
          <p:cNvSpPr txBox="1"/>
          <p:nvPr/>
        </p:nvSpPr>
        <p:spPr>
          <a:xfrm>
            <a:off x="2549237" y="5948218"/>
            <a:ext cx="1170770" cy="369332"/>
          </a:xfrm>
          <a:prstGeom prst="rect">
            <a:avLst/>
          </a:prstGeom>
          <a:noFill/>
        </p:spPr>
        <p:txBody>
          <a:bodyPr wrap="none" rtlCol="0">
            <a:spAutoFit/>
          </a:bodyPr>
          <a:lstStyle/>
          <a:p>
            <a:r>
              <a:rPr lang="en-US" dirty="0"/>
              <a:t>Low salary</a:t>
            </a:r>
          </a:p>
        </p:txBody>
      </p:sp>
      <p:sp>
        <p:nvSpPr>
          <p:cNvPr id="10" name="TextBox 9">
            <a:extLst>
              <a:ext uri="{FF2B5EF4-FFF2-40B4-BE49-F238E27FC236}">
                <a16:creationId xmlns:a16="http://schemas.microsoft.com/office/drawing/2014/main" id="{7CBBC77B-ABFC-4CDF-AFE4-7A88EA3A0E22}"/>
              </a:ext>
            </a:extLst>
          </p:cNvPr>
          <p:cNvSpPr txBox="1"/>
          <p:nvPr/>
        </p:nvSpPr>
        <p:spPr>
          <a:xfrm>
            <a:off x="2549237" y="2142899"/>
            <a:ext cx="1214948" cy="369332"/>
          </a:xfrm>
          <a:prstGeom prst="rect">
            <a:avLst/>
          </a:prstGeom>
          <a:noFill/>
        </p:spPr>
        <p:txBody>
          <a:bodyPr wrap="none" rtlCol="0">
            <a:spAutoFit/>
          </a:bodyPr>
          <a:lstStyle/>
          <a:p>
            <a:r>
              <a:rPr lang="en-US" dirty="0"/>
              <a:t>High salary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7BDE7-5583-4D45-AA14-81FCF4E4B921}"/>
              </a:ext>
            </a:extLst>
          </p:cNvPr>
          <p:cNvSpPr>
            <a:spLocks noGrp="1"/>
          </p:cNvSpPr>
          <p:nvPr>
            <p:ph type="title"/>
          </p:nvPr>
        </p:nvSpPr>
        <p:spPr>
          <a:xfrm>
            <a:off x="323321" y="140362"/>
            <a:ext cx="11360800" cy="763600"/>
          </a:xfrm>
        </p:spPr>
        <p:txBody>
          <a:bodyPr/>
          <a:lstStyle/>
          <a:p>
            <a:r>
              <a:rPr lang="en">
                <a:solidFill>
                  <a:srgbClr val="1155CC"/>
                </a:solidFill>
              </a:rPr>
              <a:t>Permutation</a:t>
            </a:r>
            <a:endParaRPr lang="en-US"/>
          </a:p>
        </p:txBody>
      </p:sp>
      <p:sp>
        <p:nvSpPr>
          <p:cNvPr id="3" name="Text Placeholder 2">
            <a:extLst>
              <a:ext uri="{FF2B5EF4-FFF2-40B4-BE49-F238E27FC236}">
                <a16:creationId xmlns:a16="http://schemas.microsoft.com/office/drawing/2014/main" id="{26FEBEE2-B8AD-46EF-AA5E-15D3A320FE03}"/>
              </a:ext>
            </a:extLst>
          </p:cNvPr>
          <p:cNvSpPr>
            <a:spLocks noGrp="1"/>
          </p:cNvSpPr>
          <p:nvPr>
            <p:ph type="body" idx="1"/>
          </p:nvPr>
        </p:nvSpPr>
        <p:spPr>
          <a:xfrm>
            <a:off x="415600" y="1151400"/>
            <a:ext cx="11360800" cy="5706600"/>
          </a:xfrm>
        </p:spPr>
        <p:txBody>
          <a:bodyPr/>
          <a:lstStyle/>
          <a:p>
            <a:r>
              <a:rPr lang="en-US"/>
              <a:t>To estimate the sampling distribution of the test statistic we need many samples generated under the strong null hypothesis. </a:t>
            </a:r>
          </a:p>
          <a:p>
            <a:endParaRPr lang="en-US"/>
          </a:p>
          <a:p>
            <a:r>
              <a:rPr lang="en-US"/>
              <a:t>If the null hypothesis is true, changing the exposure would have no effect on the outcome. By randomly shuffling the exposures we can make up as many data sets as we like. </a:t>
            </a:r>
          </a:p>
          <a:p>
            <a:endParaRPr lang="en-US"/>
          </a:p>
          <a:p>
            <a:r>
              <a:rPr lang="en-US"/>
              <a:t>If the null hypothesis is true the shuffled data sets should look like the real data, otherwise they should look different from the real data. </a:t>
            </a:r>
          </a:p>
          <a:p>
            <a:endParaRPr lang="en-US"/>
          </a:p>
          <a:p>
            <a:r>
              <a:rPr lang="en-US"/>
              <a:t>The ranking of the real test statistic among the shuffled test statistics gives a p-value</a:t>
            </a:r>
          </a:p>
        </p:txBody>
      </p:sp>
    </p:spTree>
    <p:extLst>
      <p:ext uri="{BB962C8B-B14F-4D97-AF65-F5344CB8AC3E}">
        <p14:creationId xmlns:p14="http://schemas.microsoft.com/office/powerpoint/2010/main" val="1763271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93"/>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Permutation Tests: Framework</a:t>
            </a:r>
            <a:endParaRPr>
              <a:solidFill>
                <a:srgbClr val="1155CC"/>
              </a:solidFill>
            </a:endParaRPr>
          </a:p>
        </p:txBody>
      </p:sp>
      <p:pic>
        <p:nvPicPr>
          <p:cNvPr id="600" name="Google Shape;600;p93"/>
          <p:cNvPicPr preferRelativeResize="0"/>
          <p:nvPr/>
        </p:nvPicPr>
        <p:blipFill>
          <a:blip r:embed="rId3">
            <a:alphaModFix/>
          </a:blip>
          <a:stretch>
            <a:fillRect/>
          </a:stretch>
        </p:blipFill>
        <p:spPr>
          <a:xfrm>
            <a:off x="227567" y="1067167"/>
            <a:ext cx="9248664" cy="5465835"/>
          </a:xfrm>
          <a:prstGeom prst="rect">
            <a:avLst/>
          </a:prstGeom>
          <a:noFill/>
          <a:ln>
            <a:noFill/>
          </a:ln>
        </p:spPr>
      </p:pic>
      <p:sp>
        <p:nvSpPr>
          <p:cNvPr id="601" name="Google Shape;601;p93"/>
          <p:cNvSpPr/>
          <p:nvPr/>
        </p:nvSpPr>
        <p:spPr>
          <a:xfrm>
            <a:off x="8931867" y="3882767"/>
            <a:ext cx="2996400" cy="1449600"/>
          </a:xfrm>
          <a:prstGeom prst="wedgeRoundRectCallout">
            <a:avLst>
              <a:gd name="adj1" fmla="val -60977"/>
              <a:gd name="adj2" fmla="val 8529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Generate and visualize the null distribution</a:t>
            </a:r>
            <a:endParaRPr sz="2133" i="1">
              <a:solidFill>
                <a:srgbClr val="CC0000"/>
              </a:solidFill>
            </a:endParaRPr>
          </a:p>
        </p:txBody>
      </p:sp>
      <p:sp>
        <p:nvSpPr>
          <p:cNvPr id="602" name="Google Shape;602;p93"/>
          <p:cNvSpPr/>
          <p:nvPr/>
        </p:nvSpPr>
        <p:spPr>
          <a:xfrm>
            <a:off x="8452933" y="0"/>
            <a:ext cx="2996400" cy="1449600"/>
          </a:xfrm>
          <a:prstGeom prst="wedgeRoundRectCallout">
            <a:avLst>
              <a:gd name="adj1" fmla="val -84833"/>
              <a:gd name="adj2" fmla="val 4054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Conceptually define the null model</a:t>
            </a:r>
            <a:endParaRPr sz="2133" i="1">
              <a:solidFill>
                <a:srgbClr val="CC0000"/>
              </a:solidFill>
            </a:endParaRPr>
          </a:p>
        </p:txBody>
      </p:sp>
      <p:sp>
        <p:nvSpPr>
          <p:cNvPr id="603" name="Google Shape;603;p93"/>
          <p:cNvSpPr/>
          <p:nvPr/>
        </p:nvSpPr>
        <p:spPr>
          <a:xfrm>
            <a:off x="8550367" y="1941384"/>
            <a:ext cx="2996400" cy="1449600"/>
          </a:xfrm>
          <a:prstGeom prst="wedgeRoundRectCallout">
            <a:avLst>
              <a:gd name="adj1" fmla="val -76702"/>
              <a:gd name="adj2" fmla="val 8644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Figure out the permutation that corresponds to the null model</a:t>
            </a:r>
            <a:endParaRPr sz="2133" i="1">
              <a:solidFill>
                <a:srgbClr val="CC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92"/>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What is a Permutation Test?</a:t>
            </a:r>
            <a:endParaRPr>
              <a:solidFill>
                <a:srgbClr val="1155CC"/>
              </a:solidFill>
            </a:endParaRPr>
          </a:p>
        </p:txBody>
      </p:sp>
      <p:pic>
        <p:nvPicPr>
          <p:cNvPr id="589" name="Google Shape;589;p92"/>
          <p:cNvPicPr preferRelativeResize="0"/>
          <p:nvPr/>
        </p:nvPicPr>
        <p:blipFill>
          <a:blip r:embed="rId3">
            <a:alphaModFix/>
          </a:blip>
          <a:stretch>
            <a:fillRect/>
          </a:stretch>
        </p:blipFill>
        <p:spPr>
          <a:xfrm>
            <a:off x="203200" y="1188968"/>
            <a:ext cx="8603443" cy="5465833"/>
          </a:xfrm>
          <a:prstGeom prst="rect">
            <a:avLst/>
          </a:prstGeom>
          <a:noFill/>
          <a:ln>
            <a:noFill/>
          </a:ln>
        </p:spPr>
      </p:pic>
      <p:sp>
        <p:nvSpPr>
          <p:cNvPr id="590" name="Google Shape;590;p92"/>
          <p:cNvSpPr txBox="1"/>
          <p:nvPr/>
        </p:nvSpPr>
        <p:spPr>
          <a:xfrm>
            <a:off x="283200" y="2201733"/>
            <a:ext cx="1327600" cy="243600"/>
          </a:xfrm>
          <a:prstGeom prst="rect">
            <a:avLst/>
          </a:prstGeom>
          <a:noFill/>
          <a:ln>
            <a:noFill/>
          </a:ln>
        </p:spPr>
        <p:txBody>
          <a:bodyPr spcFirstLastPara="1" wrap="square" lIns="121900" tIns="121900" rIns="121900" bIns="121900" anchor="t" anchorCtr="0">
            <a:noAutofit/>
          </a:bodyPr>
          <a:lstStyle/>
          <a:p>
            <a:endParaRPr sz="2400"/>
          </a:p>
        </p:txBody>
      </p:sp>
      <p:sp>
        <p:nvSpPr>
          <p:cNvPr id="591" name="Google Shape;591;p92"/>
          <p:cNvSpPr txBox="1"/>
          <p:nvPr/>
        </p:nvSpPr>
        <p:spPr>
          <a:xfrm>
            <a:off x="3572100" y="3785300"/>
            <a:ext cx="7016400" cy="818400"/>
          </a:xfrm>
          <a:prstGeom prst="rect">
            <a:avLst/>
          </a:prstGeom>
          <a:noFill/>
          <a:ln>
            <a:noFill/>
          </a:ln>
        </p:spPr>
        <p:txBody>
          <a:bodyPr spcFirstLastPara="1" wrap="square" lIns="121900" tIns="121900" rIns="121900" bIns="121900" anchor="t" anchorCtr="0">
            <a:noAutofit/>
          </a:bodyPr>
          <a:lstStyle/>
          <a:p>
            <a:endParaRPr sz="2400"/>
          </a:p>
        </p:txBody>
      </p:sp>
      <p:sp>
        <p:nvSpPr>
          <p:cNvPr id="592" name="Google Shape;592;p92"/>
          <p:cNvSpPr txBox="1"/>
          <p:nvPr/>
        </p:nvSpPr>
        <p:spPr>
          <a:xfrm>
            <a:off x="112667" y="3270633"/>
            <a:ext cx="8603600" cy="2935600"/>
          </a:xfrm>
          <a:prstGeom prst="rect">
            <a:avLst/>
          </a:prstGeom>
          <a:noFill/>
          <a:ln w="9525" cap="flat" cmpd="sng">
            <a:solidFill>
              <a:srgbClr val="FF0000"/>
            </a:solidFill>
            <a:prstDash val="solid"/>
            <a:round/>
            <a:headEnd type="none" w="sm" len="sm"/>
            <a:tailEnd type="none" w="sm" len="sm"/>
          </a:ln>
        </p:spPr>
        <p:txBody>
          <a:bodyPr spcFirstLastPara="1" wrap="square" lIns="121900" tIns="121900" rIns="121900" bIns="121900" anchor="t" anchorCtr="0">
            <a:noAutofit/>
          </a:bodyPr>
          <a:lstStyle/>
          <a:p>
            <a:endParaRPr sz="2400"/>
          </a:p>
        </p:txBody>
      </p:sp>
      <p:sp>
        <p:nvSpPr>
          <p:cNvPr id="593" name="Google Shape;593;p92"/>
          <p:cNvSpPr/>
          <p:nvPr/>
        </p:nvSpPr>
        <p:spPr>
          <a:xfrm>
            <a:off x="9029300" y="2891533"/>
            <a:ext cx="2752800" cy="1449600"/>
          </a:xfrm>
          <a:prstGeom prst="wedgeRoundRectCallout">
            <a:avLst>
              <a:gd name="adj1" fmla="val -76702"/>
              <a:gd name="adj2" fmla="val 8644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Repeat multiple times to generate an empirical distribution</a:t>
            </a:r>
            <a:endParaRPr sz="2133" i="1">
              <a:solidFill>
                <a:srgbClr val="CC0000"/>
              </a:solidFill>
            </a:endParaRPr>
          </a:p>
        </p:txBody>
      </p:sp>
      <p:sp>
        <p:nvSpPr>
          <p:cNvPr id="594" name="Google Shape;594;p92"/>
          <p:cNvSpPr/>
          <p:nvPr/>
        </p:nvSpPr>
        <p:spPr>
          <a:xfrm>
            <a:off x="9232500" y="390500"/>
            <a:ext cx="2752800" cy="1449600"/>
          </a:xfrm>
          <a:prstGeom prst="wedgeRoundRectCallout">
            <a:avLst>
              <a:gd name="adj1" fmla="val -134377"/>
              <a:gd name="adj2" fmla="val -3345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A permutation test is a Monte-Carlo algorithm </a:t>
            </a:r>
            <a:endParaRPr sz="2133" i="1">
              <a:solidFill>
                <a:srgbClr val="CC0000"/>
              </a:solidFill>
            </a:endParaRPr>
          </a:p>
        </p:txBody>
      </p:sp>
      <p:sp>
        <p:nvSpPr>
          <p:cNvPr id="2" name="Rectangle: Rounded Corners 1">
            <a:extLst>
              <a:ext uri="{FF2B5EF4-FFF2-40B4-BE49-F238E27FC236}">
                <a16:creationId xmlns:a16="http://schemas.microsoft.com/office/drawing/2014/main" id="{70C56385-4869-4BE1-BBB9-BD9369C74AD2}"/>
              </a:ext>
            </a:extLst>
          </p:cNvPr>
          <p:cNvSpPr/>
          <p:nvPr/>
        </p:nvSpPr>
        <p:spPr>
          <a:xfrm>
            <a:off x="3488924" y="5007006"/>
            <a:ext cx="861134" cy="49046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Mean</a:t>
            </a:r>
          </a:p>
        </p:txBody>
      </p:sp>
      <p:sp>
        <p:nvSpPr>
          <p:cNvPr id="10" name="Rectangle: Rounded Corners 9">
            <a:extLst>
              <a:ext uri="{FF2B5EF4-FFF2-40B4-BE49-F238E27FC236}">
                <a16:creationId xmlns:a16="http://schemas.microsoft.com/office/drawing/2014/main" id="{6972BA40-4BA9-40C0-A4C3-B0BFB0CC9F36}"/>
              </a:ext>
            </a:extLst>
          </p:cNvPr>
          <p:cNvSpPr/>
          <p:nvPr/>
        </p:nvSpPr>
        <p:spPr>
          <a:xfrm>
            <a:off x="6322380" y="5008486"/>
            <a:ext cx="861134" cy="49046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Mean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94"/>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Permutation Test Example</a:t>
            </a:r>
            <a:endParaRPr>
              <a:solidFill>
                <a:srgbClr val="1155CC"/>
              </a:solidFill>
            </a:endParaRPr>
          </a:p>
        </p:txBody>
      </p:sp>
      <p:sp>
        <p:nvSpPr>
          <p:cNvPr id="609" name="Google Shape;609;p94"/>
          <p:cNvSpPr txBox="1"/>
          <p:nvPr/>
        </p:nvSpPr>
        <p:spPr>
          <a:xfrm>
            <a:off x="237029" y="1053866"/>
            <a:ext cx="11164000" cy="2760800"/>
          </a:xfrm>
          <a:prstGeom prst="rect">
            <a:avLst/>
          </a:prstGeom>
          <a:noFill/>
          <a:ln>
            <a:noFill/>
          </a:ln>
        </p:spPr>
        <p:txBody>
          <a:bodyPr spcFirstLastPara="1" wrap="square" lIns="121900" tIns="121900" rIns="121900" bIns="121900" anchor="t" anchorCtr="0">
            <a:noAutofit/>
          </a:bodyPr>
          <a:lstStyle/>
          <a:p>
            <a:pPr marL="609585" indent="-491054">
              <a:lnSpc>
                <a:spcPct val="115000"/>
              </a:lnSpc>
              <a:buClr>
                <a:schemeClr val="dk1"/>
              </a:buClr>
              <a:buSzPts val="2200"/>
              <a:buChar char="●"/>
            </a:pPr>
            <a:r>
              <a:rPr lang="en" sz="2933">
                <a:solidFill>
                  <a:schemeClr val="dk1"/>
                </a:solidFill>
              </a:rPr>
              <a:t>Research Question: Does treatment with vitamin D enhance cell growth? </a:t>
            </a:r>
            <a:endParaRPr sz="2933">
              <a:solidFill>
                <a:schemeClr val="dk1"/>
              </a:solidFill>
            </a:endParaRPr>
          </a:p>
          <a:p>
            <a:pPr marL="1219170" lvl="1" indent="-457189">
              <a:lnSpc>
                <a:spcPct val="90000"/>
              </a:lnSpc>
              <a:buClr>
                <a:schemeClr val="dk1"/>
              </a:buClr>
              <a:buSzPts val="1800"/>
              <a:buChar char="○"/>
            </a:pPr>
            <a:r>
              <a:rPr lang="en" sz="2400">
                <a:solidFill>
                  <a:schemeClr val="dk1"/>
                </a:solidFill>
              </a:rPr>
              <a:t>6 petri dishes</a:t>
            </a:r>
            <a:endParaRPr sz="2400">
              <a:solidFill>
                <a:schemeClr val="dk1"/>
              </a:solidFill>
            </a:endParaRPr>
          </a:p>
          <a:p>
            <a:pPr marL="1828754" lvl="2" indent="-423323">
              <a:lnSpc>
                <a:spcPct val="90000"/>
              </a:lnSpc>
              <a:buClr>
                <a:schemeClr val="dk1"/>
              </a:buClr>
              <a:buSzPts val="1400"/>
              <a:buChar char="■"/>
            </a:pPr>
            <a:r>
              <a:rPr lang="en-US" sz="2400">
                <a:solidFill>
                  <a:schemeClr val="dk1"/>
                </a:solidFill>
              </a:rPr>
              <a:t>Control</a:t>
            </a:r>
            <a:r>
              <a:rPr lang="en" sz="2400">
                <a:solidFill>
                  <a:schemeClr val="dk1"/>
                </a:solidFill>
              </a:rPr>
              <a:t> group: 3 containing standard medium (dishes D, E, and F)</a:t>
            </a:r>
            <a:endParaRPr sz="2400">
              <a:solidFill>
                <a:schemeClr val="dk1"/>
              </a:solidFill>
            </a:endParaRPr>
          </a:p>
          <a:p>
            <a:pPr marL="1828754" lvl="2" indent="-423323">
              <a:lnSpc>
                <a:spcPct val="90000"/>
              </a:lnSpc>
              <a:buClr>
                <a:schemeClr val="dk1"/>
              </a:buClr>
              <a:buSzPts val="1400"/>
              <a:buChar char="■"/>
            </a:pPr>
            <a:r>
              <a:rPr lang="en-US" sz="2400">
                <a:solidFill>
                  <a:schemeClr val="dk1"/>
                </a:solidFill>
              </a:rPr>
              <a:t>Treatment</a:t>
            </a:r>
            <a:r>
              <a:rPr lang="en" sz="2400">
                <a:solidFill>
                  <a:schemeClr val="dk1"/>
                </a:solidFill>
              </a:rPr>
              <a:t> group: 3 containing standard medium + Vitamin </a:t>
            </a:r>
            <a:r>
              <a:rPr lang="en-US" sz="2400">
                <a:solidFill>
                  <a:schemeClr val="dk1"/>
                </a:solidFill>
              </a:rPr>
              <a:t>D</a:t>
            </a:r>
            <a:r>
              <a:rPr lang="en" sz="2400">
                <a:solidFill>
                  <a:schemeClr val="dk1"/>
                </a:solidFill>
              </a:rPr>
              <a:t> (dishes A, B, and C)</a:t>
            </a:r>
            <a:endParaRPr sz="3200">
              <a:solidFill>
                <a:schemeClr val="dk1"/>
              </a:solidFill>
            </a:endParaRPr>
          </a:p>
          <a:p>
            <a:pPr marL="609585" indent="-491054">
              <a:lnSpc>
                <a:spcPct val="115000"/>
              </a:lnSpc>
              <a:buClr>
                <a:schemeClr val="dk1"/>
              </a:buClr>
              <a:buSzPts val="2200"/>
              <a:buChar char="●"/>
            </a:pPr>
            <a:r>
              <a:rPr lang="en" sz="2933">
                <a:solidFill>
                  <a:schemeClr val="dk1"/>
                </a:solidFill>
              </a:rPr>
              <a:t>Measured outcome quantifies colonial growth</a:t>
            </a:r>
            <a:endParaRPr sz="2933">
              <a:solidFill>
                <a:schemeClr val="dk1"/>
              </a:solidFill>
            </a:endParaRPr>
          </a:p>
        </p:txBody>
      </p:sp>
      <p:pic>
        <p:nvPicPr>
          <p:cNvPr id="610" name="Google Shape;610;p94"/>
          <p:cNvPicPr preferRelativeResize="0"/>
          <p:nvPr/>
        </p:nvPicPr>
        <p:blipFill rotWithShape="1">
          <a:blip r:embed="rId3">
            <a:alphaModFix/>
          </a:blip>
          <a:srcRect l="38233"/>
          <a:stretch/>
        </p:blipFill>
        <p:spPr>
          <a:xfrm>
            <a:off x="660867" y="3954901"/>
            <a:ext cx="4336500" cy="1932433"/>
          </a:xfrm>
          <a:prstGeom prst="rect">
            <a:avLst/>
          </a:prstGeom>
          <a:noFill/>
          <a:ln>
            <a:noFill/>
          </a:ln>
        </p:spPr>
      </p:pic>
      <p:pic>
        <p:nvPicPr>
          <p:cNvPr id="611" name="Google Shape;611;p94"/>
          <p:cNvPicPr preferRelativeResize="0"/>
          <p:nvPr/>
        </p:nvPicPr>
        <p:blipFill rotWithShape="1">
          <a:blip r:embed="rId4">
            <a:alphaModFix/>
          </a:blip>
          <a:srcRect l="18994" r="18913"/>
          <a:stretch/>
        </p:blipFill>
        <p:spPr>
          <a:xfrm>
            <a:off x="6885434" y="4153533"/>
            <a:ext cx="4446100" cy="916000"/>
          </a:xfrm>
          <a:prstGeom prst="rect">
            <a:avLst/>
          </a:prstGeom>
          <a:noFill/>
          <a:ln>
            <a:noFill/>
          </a:ln>
        </p:spPr>
      </p:pic>
      <p:sp>
        <p:nvSpPr>
          <p:cNvPr id="612" name="Google Shape;612;p94"/>
          <p:cNvSpPr/>
          <p:nvPr/>
        </p:nvSpPr>
        <p:spPr>
          <a:xfrm>
            <a:off x="4997367" y="4548384"/>
            <a:ext cx="1169200" cy="5848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13" name="Google Shape;613;p94"/>
          <p:cNvSpPr/>
          <p:nvPr/>
        </p:nvSpPr>
        <p:spPr>
          <a:xfrm>
            <a:off x="7770767" y="5408400"/>
            <a:ext cx="3743600" cy="1324800"/>
          </a:xfrm>
          <a:prstGeom prst="wedgeRoundRectCallout">
            <a:avLst>
              <a:gd name="adj1" fmla="val -53476"/>
              <a:gd name="adj2" fmla="val -6953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But the number of samples is too small for the t-test p-value to be reliable</a:t>
            </a:r>
            <a:endParaRPr sz="2133" i="1">
              <a:solidFill>
                <a:srgbClr val="CC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95"/>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If We Permute the Classes</a:t>
            </a:r>
            <a:endParaRPr>
              <a:solidFill>
                <a:srgbClr val="1155CC"/>
              </a:solidFill>
            </a:endParaRPr>
          </a:p>
        </p:txBody>
      </p:sp>
      <p:sp>
        <p:nvSpPr>
          <p:cNvPr id="620" name="Google Shape;620;p95"/>
          <p:cNvSpPr txBox="1"/>
          <p:nvPr/>
        </p:nvSpPr>
        <p:spPr>
          <a:xfrm>
            <a:off x="539033" y="1053867"/>
            <a:ext cx="11164000" cy="1220800"/>
          </a:xfrm>
          <a:prstGeom prst="rect">
            <a:avLst/>
          </a:prstGeom>
          <a:noFill/>
          <a:ln>
            <a:noFill/>
          </a:ln>
        </p:spPr>
        <p:txBody>
          <a:bodyPr spcFirstLastPara="1" wrap="square" lIns="121900" tIns="121900" rIns="121900" bIns="121900" anchor="t" anchorCtr="0">
            <a:noAutofit/>
          </a:bodyPr>
          <a:lstStyle/>
          <a:p>
            <a:pPr marL="609585" indent="-491054">
              <a:lnSpc>
                <a:spcPct val="115000"/>
              </a:lnSpc>
              <a:buClr>
                <a:schemeClr val="dk1"/>
              </a:buClr>
              <a:buSzPts val="2200"/>
              <a:buChar char="●"/>
            </a:pPr>
            <a:r>
              <a:rPr lang="en" sz="2933">
                <a:solidFill>
                  <a:schemeClr val="dk1"/>
                </a:solidFill>
              </a:rPr>
              <a:t>Assign dishes A, B, D to the control group</a:t>
            </a:r>
            <a:endParaRPr sz="2933">
              <a:solidFill>
                <a:schemeClr val="dk1"/>
              </a:solidFill>
            </a:endParaRPr>
          </a:p>
          <a:p>
            <a:pPr marL="609585" indent="-491054">
              <a:lnSpc>
                <a:spcPct val="115000"/>
              </a:lnSpc>
              <a:buClr>
                <a:schemeClr val="dk1"/>
              </a:buClr>
              <a:buSzPts val="2200"/>
              <a:buChar char="●"/>
            </a:pPr>
            <a:r>
              <a:rPr lang="en" sz="2933">
                <a:solidFill>
                  <a:schemeClr val="dk1"/>
                </a:solidFill>
              </a:rPr>
              <a:t>Assign dishes C, E, F to the treatment group</a:t>
            </a:r>
            <a:endParaRPr sz="2933">
              <a:solidFill>
                <a:schemeClr val="dk1"/>
              </a:solidFill>
            </a:endParaRPr>
          </a:p>
        </p:txBody>
      </p:sp>
      <p:sp>
        <p:nvSpPr>
          <p:cNvPr id="621" name="Google Shape;621;p95"/>
          <p:cNvSpPr/>
          <p:nvPr/>
        </p:nvSpPr>
        <p:spPr>
          <a:xfrm>
            <a:off x="5691733" y="3429000"/>
            <a:ext cx="1169200" cy="5848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pic>
        <p:nvPicPr>
          <p:cNvPr id="622" name="Google Shape;622;p95"/>
          <p:cNvPicPr preferRelativeResize="0"/>
          <p:nvPr/>
        </p:nvPicPr>
        <p:blipFill rotWithShape="1">
          <a:blip r:embed="rId3">
            <a:alphaModFix/>
          </a:blip>
          <a:srcRect l="34892" t="20804" r="15727"/>
          <a:stretch/>
        </p:blipFill>
        <p:spPr>
          <a:xfrm>
            <a:off x="478134" y="2649401"/>
            <a:ext cx="4824957" cy="2053767"/>
          </a:xfrm>
          <a:prstGeom prst="rect">
            <a:avLst/>
          </a:prstGeom>
          <a:noFill/>
          <a:ln>
            <a:noFill/>
          </a:ln>
        </p:spPr>
      </p:pic>
      <p:pic>
        <p:nvPicPr>
          <p:cNvPr id="623" name="Google Shape;623;p95"/>
          <p:cNvPicPr preferRelativeResize="0"/>
          <p:nvPr/>
        </p:nvPicPr>
        <p:blipFill rotWithShape="1">
          <a:blip r:embed="rId4">
            <a:alphaModFix/>
          </a:blip>
          <a:srcRect l="23422" t="28330" r="23765" b="25798"/>
          <a:stretch/>
        </p:blipFill>
        <p:spPr>
          <a:xfrm>
            <a:off x="7183834" y="3470334"/>
            <a:ext cx="4519201" cy="502133"/>
          </a:xfrm>
          <a:prstGeom prst="rect">
            <a:avLst/>
          </a:prstGeom>
          <a:noFill/>
          <a:ln>
            <a:noFill/>
          </a:ln>
        </p:spPr>
      </p:pic>
      <p:sp>
        <p:nvSpPr>
          <p:cNvPr id="624" name="Google Shape;624;p95"/>
          <p:cNvSpPr txBox="1"/>
          <p:nvPr/>
        </p:nvSpPr>
        <p:spPr>
          <a:xfrm>
            <a:off x="440900" y="5077900"/>
            <a:ext cx="11164000" cy="1552800"/>
          </a:xfrm>
          <a:prstGeom prst="rect">
            <a:avLst/>
          </a:prstGeom>
          <a:noFill/>
          <a:ln>
            <a:noFill/>
          </a:ln>
        </p:spPr>
        <p:txBody>
          <a:bodyPr spcFirstLastPara="1" wrap="square" lIns="121900" tIns="121900" rIns="121900" bIns="121900" anchor="t" anchorCtr="0">
            <a:noAutofit/>
          </a:bodyPr>
          <a:lstStyle/>
          <a:p>
            <a:pPr marL="609585" indent="-491054">
              <a:lnSpc>
                <a:spcPct val="115000"/>
              </a:lnSpc>
              <a:buClr>
                <a:schemeClr val="dk1"/>
              </a:buClr>
              <a:buSzPts val="2200"/>
              <a:buChar char="●"/>
            </a:pPr>
            <a:r>
              <a:rPr lang="en" sz="2933">
                <a:solidFill>
                  <a:schemeClr val="dk1"/>
                </a:solidFill>
              </a:rPr>
              <a:t>Can actually consider all possible permutations!</a:t>
            </a:r>
            <a:endParaRPr sz="2933">
              <a:solidFill>
                <a:schemeClr val="dk1"/>
              </a:solidFill>
            </a:endParaRPr>
          </a:p>
          <a:p>
            <a:pPr marL="1219170" lvl="1" indent="-491054">
              <a:lnSpc>
                <a:spcPct val="115000"/>
              </a:lnSpc>
              <a:buClr>
                <a:schemeClr val="dk1"/>
              </a:buClr>
              <a:buSzPts val="2200"/>
              <a:buChar char="○"/>
            </a:pPr>
            <a:r>
              <a:rPr lang="en" sz="2400" b="1">
                <a:solidFill>
                  <a:schemeClr val="dk1"/>
                </a:solidFill>
              </a:rPr>
              <a:t>Null model:</a:t>
            </a:r>
            <a:r>
              <a:rPr lang="en" sz="2400">
                <a:solidFill>
                  <a:schemeClr val="dk1"/>
                </a:solidFill>
              </a:rPr>
              <a:t> The distribution of the 6 outcomes is given, the treatment group is selected uniformly at random</a:t>
            </a:r>
            <a:endParaRPr sz="24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96"/>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Considering All Permutations</a:t>
            </a:r>
            <a:endParaRPr>
              <a:solidFill>
                <a:srgbClr val="1155CC"/>
              </a:solidFill>
            </a:endParaRPr>
          </a:p>
        </p:txBody>
      </p:sp>
      <p:pic>
        <p:nvPicPr>
          <p:cNvPr id="630" name="Google Shape;630;p96"/>
          <p:cNvPicPr preferRelativeResize="0"/>
          <p:nvPr/>
        </p:nvPicPr>
        <p:blipFill>
          <a:blip r:embed="rId3">
            <a:alphaModFix/>
          </a:blip>
          <a:stretch>
            <a:fillRect/>
          </a:stretch>
        </p:blipFill>
        <p:spPr>
          <a:xfrm>
            <a:off x="1859833" y="1237668"/>
            <a:ext cx="7729467" cy="5385833"/>
          </a:xfrm>
          <a:prstGeom prst="rect">
            <a:avLst/>
          </a:prstGeom>
          <a:noFill/>
          <a:ln>
            <a:noFill/>
          </a:ln>
        </p:spPr>
      </p:pic>
      <p:sp>
        <p:nvSpPr>
          <p:cNvPr id="631" name="Google Shape;631;p96"/>
          <p:cNvSpPr/>
          <p:nvPr/>
        </p:nvSpPr>
        <p:spPr>
          <a:xfrm>
            <a:off x="10178767" y="1673967"/>
            <a:ext cx="1335600" cy="698400"/>
          </a:xfrm>
          <a:prstGeom prst="wedgeRoundRectCallout">
            <a:avLst>
              <a:gd name="adj1" fmla="val -157954"/>
              <a:gd name="adj2" fmla="val 102315"/>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2133">
                <a:solidFill>
                  <a:srgbClr val="CC0000"/>
                </a:solidFill>
              </a:rPr>
              <a:t>p = 0.1</a:t>
            </a:r>
            <a:endParaRPr sz="2133" i="1">
              <a:solidFill>
                <a:srgbClr val="CC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97"/>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Monte-Carlo Algorithms for Permutation Testing</a:t>
            </a:r>
            <a:endParaRPr>
              <a:solidFill>
                <a:srgbClr val="1155CC"/>
              </a:solidFill>
            </a:endParaRPr>
          </a:p>
        </p:txBody>
      </p:sp>
      <p:sp>
        <p:nvSpPr>
          <p:cNvPr id="638" name="Google Shape;638;p97"/>
          <p:cNvSpPr txBox="1"/>
          <p:nvPr/>
        </p:nvSpPr>
        <p:spPr>
          <a:xfrm>
            <a:off x="563400" y="1041700"/>
            <a:ext cx="10792400" cy="5277200"/>
          </a:xfrm>
          <a:prstGeom prst="rect">
            <a:avLst/>
          </a:prstGeom>
          <a:noFill/>
          <a:ln>
            <a:noFill/>
          </a:ln>
        </p:spPr>
        <p:txBody>
          <a:bodyPr spcFirstLastPara="1" wrap="square" lIns="121900" tIns="121900" rIns="121900" bIns="121900" anchor="t" anchorCtr="0">
            <a:noAutofit/>
          </a:bodyPr>
          <a:lstStyle/>
          <a:p>
            <a:pPr marL="609585" indent="-457189">
              <a:lnSpc>
                <a:spcPct val="115000"/>
              </a:lnSpc>
              <a:buClr>
                <a:schemeClr val="dk1"/>
              </a:buClr>
              <a:buSzPts val="1800"/>
              <a:buChar char="●"/>
            </a:pPr>
            <a:r>
              <a:rPr lang="en" sz="2400">
                <a:solidFill>
                  <a:schemeClr val="dk1"/>
                </a:solidFill>
              </a:rPr>
              <a:t>The number of possible permutations usually grows exponentially with the number of samples</a:t>
            </a:r>
            <a:endParaRPr sz="2400">
              <a:solidFill>
                <a:schemeClr val="dk1"/>
              </a:solidFill>
            </a:endParaRPr>
          </a:p>
          <a:p>
            <a:pPr marL="1219170" lvl="1" indent="-423323">
              <a:lnSpc>
                <a:spcPct val="115000"/>
              </a:lnSpc>
              <a:buClr>
                <a:schemeClr val="dk1"/>
              </a:buClr>
              <a:buSzPts val="1400"/>
              <a:buChar char="○"/>
            </a:pPr>
            <a:r>
              <a:rPr lang="en" sz="2400">
                <a:solidFill>
                  <a:schemeClr val="dk1"/>
                </a:solidFill>
              </a:rPr>
              <a:t>Generating all possible permutations not feasible for sufficiently large values of </a:t>
            </a:r>
            <a:r>
              <a:rPr lang="en" sz="2400" i="1">
                <a:solidFill>
                  <a:schemeClr val="dk1"/>
                </a:solidFill>
              </a:rPr>
              <a:t>n</a:t>
            </a:r>
            <a:endParaRPr sz="2400" i="1">
              <a:solidFill>
                <a:schemeClr val="dk1"/>
              </a:solidFill>
            </a:endParaRPr>
          </a:p>
          <a:p>
            <a:pPr marL="609585" indent="-457189">
              <a:lnSpc>
                <a:spcPct val="115000"/>
              </a:lnSpc>
              <a:buClr>
                <a:schemeClr val="dk1"/>
              </a:buClr>
              <a:buSzPts val="1800"/>
              <a:buChar char="●"/>
            </a:pPr>
            <a:r>
              <a:rPr lang="en" sz="2400">
                <a:solidFill>
                  <a:schemeClr val="dk1"/>
                </a:solidFill>
              </a:rPr>
              <a:t>Use Monte-Carlo simulation to draw (uniformly at random) a large number (as permitted by computational resources and time) of permutations from the space of all possible permutations</a:t>
            </a:r>
            <a:endParaRPr sz="2400">
              <a:solidFill>
                <a:schemeClr val="dk1"/>
              </a:solidFill>
            </a:endParaRPr>
          </a:p>
          <a:p>
            <a:pPr marL="1219170" lvl="1" indent="-423323">
              <a:lnSpc>
                <a:spcPct val="115000"/>
              </a:lnSpc>
              <a:buClr>
                <a:schemeClr val="dk1"/>
              </a:buClr>
              <a:buSzPts val="1400"/>
              <a:buChar char="○"/>
            </a:pPr>
            <a:r>
              <a:rPr lang="en" sz="2400">
                <a:solidFill>
                  <a:schemeClr val="dk1"/>
                </a:solidFill>
              </a:rPr>
              <a:t>Use this sample to generate a null distribution for the test statistic</a:t>
            </a:r>
            <a:endParaRPr sz="2400">
              <a:solidFill>
                <a:schemeClr val="dk1"/>
              </a:solidFill>
            </a:endParaRPr>
          </a:p>
        </p:txBody>
      </p:sp>
      <p:pic>
        <p:nvPicPr>
          <p:cNvPr id="639" name="Google Shape;639;p97"/>
          <p:cNvPicPr preferRelativeResize="0"/>
          <p:nvPr/>
        </p:nvPicPr>
        <p:blipFill rotWithShape="1">
          <a:blip r:embed="rId3">
            <a:alphaModFix/>
          </a:blip>
          <a:srcRect/>
          <a:stretch/>
        </p:blipFill>
        <p:spPr>
          <a:xfrm>
            <a:off x="3749878" y="4647501"/>
            <a:ext cx="3439487" cy="22104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2C09-0A07-49CF-8A28-AAF032103951}"/>
              </a:ext>
            </a:extLst>
          </p:cNvPr>
          <p:cNvSpPr>
            <a:spLocks noGrp="1"/>
          </p:cNvSpPr>
          <p:nvPr>
            <p:ph type="title"/>
          </p:nvPr>
        </p:nvSpPr>
        <p:spPr/>
        <p:txBody>
          <a:bodyPr/>
          <a:lstStyle/>
          <a:p>
            <a:r>
              <a:rPr lang="en-US">
                <a:solidFill>
                  <a:srgbClr val="1155CC"/>
                </a:solidFill>
              </a:rPr>
              <a:t>How many Permutation?</a:t>
            </a:r>
            <a:endParaRPr lang="en-US"/>
          </a:p>
        </p:txBody>
      </p:sp>
      <p:sp>
        <p:nvSpPr>
          <p:cNvPr id="3" name="Text Placeholder 2">
            <a:extLst>
              <a:ext uri="{FF2B5EF4-FFF2-40B4-BE49-F238E27FC236}">
                <a16:creationId xmlns:a16="http://schemas.microsoft.com/office/drawing/2014/main" id="{91368589-0630-4223-805D-44B84CC6A0D3}"/>
              </a:ext>
            </a:extLst>
          </p:cNvPr>
          <p:cNvSpPr>
            <a:spLocks noGrp="1"/>
          </p:cNvSpPr>
          <p:nvPr>
            <p:ph type="body" idx="1"/>
          </p:nvPr>
        </p:nvSpPr>
        <p:spPr/>
        <p:txBody>
          <a:bodyPr/>
          <a:lstStyle/>
          <a:p>
            <a:r>
              <a:rPr lang="en-US"/>
              <a:t>With 1000 permutations the smallest possible p-value is 0.001</a:t>
            </a:r>
          </a:p>
          <a:p>
            <a:endParaRPr lang="en-US"/>
          </a:p>
          <a:p>
            <a:r>
              <a:rPr lang="en-US"/>
              <a:t>A useful strategy is to start with 1000 permutations and continue to larger numbers only if p is small enough to be interesting, e.g. p &lt; 0.1.</a:t>
            </a:r>
          </a:p>
        </p:txBody>
      </p:sp>
    </p:spTree>
    <p:extLst>
      <p:ext uri="{BB962C8B-B14F-4D97-AF65-F5344CB8AC3E}">
        <p14:creationId xmlns:p14="http://schemas.microsoft.com/office/powerpoint/2010/main" val="2721875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3B168E-7EBB-4526-866B-8D26C7B07C23}"/>
              </a:ext>
            </a:extLst>
          </p:cNvPr>
          <p:cNvSpPr>
            <a:spLocks noGrp="1"/>
          </p:cNvSpPr>
          <p:nvPr>
            <p:ph type="body" idx="1"/>
          </p:nvPr>
        </p:nvSpPr>
        <p:spPr>
          <a:xfrm>
            <a:off x="156982" y="566814"/>
            <a:ext cx="11674800" cy="6046421"/>
          </a:xfrm>
        </p:spPr>
        <p:txBody>
          <a:bodyPr/>
          <a:lstStyle/>
          <a:p>
            <a:pPr marL="152396" indent="0" algn="l">
              <a:buNone/>
            </a:pPr>
            <a:r>
              <a:rPr lang="en-US" b="1" i="0" dirty="0">
                <a:effectLst/>
                <a:latin typeface="Söhne"/>
              </a:rPr>
              <a:t>Advantages of Permutation Tests:</a:t>
            </a:r>
          </a:p>
          <a:p>
            <a:pPr marL="152396" indent="0" algn="l">
              <a:buNone/>
            </a:pPr>
            <a:endParaRPr lang="en-US" b="0" i="0" dirty="0">
              <a:effectLst/>
              <a:latin typeface="Söhne"/>
            </a:endParaRPr>
          </a:p>
          <a:p>
            <a:pPr algn="l">
              <a:buFont typeface="Arial" panose="020B0604020202020204" pitchFamily="34" charset="0"/>
              <a:buChar char="•"/>
            </a:pPr>
            <a:r>
              <a:rPr lang="en-US" b="1" i="0" dirty="0">
                <a:effectLst/>
                <a:latin typeface="Söhne"/>
              </a:rPr>
              <a:t>Flexibility</a:t>
            </a:r>
            <a:r>
              <a:rPr lang="en-US" b="0" i="0" dirty="0">
                <a:effectLst/>
                <a:latin typeface="Söhne"/>
              </a:rPr>
              <a:t>: They can be used for a wide range of test statistics and experimental designs.</a:t>
            </a:r>
          </a:p>
          <a:p>
            <a:pPr algn="l">
              <a:buFont typeface="Arial" panose="020B0604020202020204" pitchFamily="34" charset="0"/>
              <a:buChar char="•"/>
            </a:pPr>
            <a:r>
              <a:rPr lang="en-US" b="1" i="0" dirty="0">
                <a:effectLst/>
                <a:latin typeface="Söhne"/>
              </a:rPr>
              <a:t>Fewer assumptions</a:t>
            </a:r>
            <a:r>
              <a:rPr lang="en-US" b="0" i="0" dirty="0">
                <a:effectLst/>
                <a:latin typeface="Söhne"/>
              </a:rPr>
              <a:t>: They do not assume normal distributions or equal variances.</a:t>
            </a:r>
          </a:p>
          <a:p>
            <a:pPr algn="l">
              <a:buFont typeface="Arial" panose="020B0604020202020204" pitchFamily="34" charset="0"/>
              <a:buChar char="•"/>
            </a:pPr>
            <a:r>
              <a:rPr lang="en-US" b="1" i="0" dirty="0">
                <a:effectLst/>
                <a:latin typeface="Söhne"/>
              </a:rPr>
              <a:t>Exactness</a:t>
            </a:r>
            <a:r>
              <a:rPr lang="en-US" b="0" i="0" dirty="0">
                <a:effectLst/>
                <a:latin typeface="Söhne"/>
              </a:rPr>
              <a:t>: For small sample sizes, permutation tests can provide exact p-values (given all possible permutations are considered).</a:t>
            </a:r>
          </a:p>
          <a:p>
            <a:pPr algn="l">
              <a:buFont typeface="Arial" panose="020B0604020202020204" pitchFamily="34" charset="0"/>
              <a:buChar char="•"/>
            </a:pPr>
            <a:endParaRPr lang="en-US" b="0" i="0" dirty="0">
              <a:effectLst/>
              <a:latin typeface="Söhne"/>
            </a:endParaRPr>
          </a:p>
          <a:p>
            <a:pPr marL="152396" indent="0" algn="l">
              <a:buNone/>
            </a:pPr>
            <a:r>
              <a:rPr lang="en-US" b="1" i="0" dirty="0">
                <a:effectLst/>
                <a:latin typeface="Söhne"/>
              </a:rPr>
              <a:t>Limitations</a:t>
            </a:r>
            <a:r>
              <a:rPr lang="en-US" b="0" i="0" dirty="0">
                <a:effectLst/>
                <a:latin typeface="Söhne"/>
              </a:rPr>
              <a:t>:</a:t>
            </a:r>
          </a:p>
          <a:p>
            <a:pPr marL="152396" indent="0" algn="l">
              <a:buNone/>
            </a:pPr>
            <a:endParaRPr lang="en-US" b="0" i="0" dirty="0">
              <a:effectLst/>
              <a:latin typeface="Söhne"/>
            </a:endParaRPr>
          </a:p>
          <a:p>
            <a:pPr algn="l">
              <a:buFont typeface="Arial" panose="020B0604020202020204" pitchFamily="34" charset="0"/>
              <a:buChar char="•"/>
            </a:pPr>
            <a:r>
              <a:rPr lang="en-US" b="1" i="0" dirty="0">
                <a:effectLst/>
                <a:latin typeface="Söhne"/>
              </a:rPr>
              <a:t>Computationally intensive</a:t>
            </a:r>
            <a:r>
              <a:rPr lang="en-US" b="0" i="0" dirty="0">
                <a:effectLst/>
                <a:latin typeface="Söhne"/>
              </a:rPr>
              <a:t>: They can require significant computational resources, especially for large datasets or complex statistics.</a:t>
            </a:r>
          </a:p>
          <a:p>
            <a:endParaRPr lang="en-US" dirty="0"/>
          </a:p>
        </p:txBody>
      </p:sp>
    </p:spTree>
    <p:extLst>
      <p:ext uri="{BB962C8B-B14F-4D97-AF65-F5344CB8AC3E}">
        <p14:creationId xmlns:p14="http://schemas.microsoft.com/office/powerpoint/2010/main" val="4165985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98"/>
          <p:cNvSpPr txBox="1">
            <a:spLocks noGrp="1"/>
          </p:cNvSpPr>
          <p:nvPr>
            <p:ph type="title"/>
          </p:nvPr>
        </p:nvSpPr>
        <p:spPr>
          <a:xfrm>
            <a:off x="342500" y="222167"/>
            <a:ext cx="11360800" cy="763600"/>
          </a:xfrm>
          <a:prstGeom prst="rect">
            <a:avLst/>
          </a:prstGeom>
        </p:spPr>
        <p:txBody>
          <a:bodyPr spcFirstLastPara="1" vert="horz" wrap="square" lIns="121900" tIns="121900" rIns="121900" bIns="121900" rtlCol="0" anchor="t" anchorCtr="0">
            <a:noAutofit/>
          </a:bodyPr>
          <a:lstStyle/>
          <a:p>
            <a:r>
              <a:rPr lang="en">
                <a:solidFill>
                  <a:srgbClr val="1155CC"/>
                </a:solidFill>
              </a:rPr>
              <a:t>Multiple Hypothesis Testing via Permutation Testing</a:t>
            </a:r>
            <a:endParaRPr>
              <a:solidFill>
                <a:srgbClr val="1155CC"/>
              </a:solidFill>
            </a:endParaRPr>
          </a:p>
        </p:txBody>
      </p:sp>
      <p:sp>
        <p:nvSpPr>
          <p:cNvPr id="645" name="Google Shape;645;p98"/>
          <p:cNvSpPr txBox="1"/>
          <p:nvPr/>
        </p:nvSpPr>
        <p:spPr>
          <a:xfrm>
            <a:off x="342500" y="1807400"/>
            <a:ext cx="10792400" cy="3243200"/>
          </a:xfrm>
          <a:prstGeom prst="rect">
            <a:avLst/>
          </a:prstGeom>
          <a:noFill/>
          <a:ln>
            <a:noFill/>
          </a:ln>
        </p:spPr>
        <p:txBody>
          <a:bodyPr spcFirstLastPara="1" wrap="square" lIns="121900" tIns="121900" rIns="121900" bIns="121900" anchor="t" anchorCtr="0">
            <a:noAutofit/>
          </a:bodyPr>
          <a:lstStyle/>
          <a:p>
            <a:pPr marL="609585" indent="-457189">
              <a:lnSpc>
                <a:spcPct val="115000"/>
              </a:lnSpc>
              <a:buClr>
                <a:schemeClr val="dk1"/>
              </a:buClr>
              <a:buSzPts val="1800"/>
              <a:buFont typeface="Arial"/>
              <a:buChar char="●"/>
            </a:pPr>
            <a:r>
              <a:rPr lang="en" sz="2400">
                <a:solidFill>
                  <a:schemeClr val="dk1"/>
                </a:solidFill>
              </a:rPr>
              <a:t>Assessing differential gene expression for multiple variables</a:t>
            </a:r>
            <a:endParaRPr sz="2400">
              <a:solidFill>
                <a:schemeClr val="dk1"/>
              </a:solidFill>
            </a:endParaRPr>
          </a:p>
          <a:p>
            <a:pPr marL="1219170" lvl="1" indent="-423323">
              <a:lnSpc>
                <a:spcPct val="115000"/>
              </a:lnSpc>
              <a:buClr>
                <a:schemeClr val="dk1"/>
              </a:buClr>
              <a:buSzPts val="1400"/>
              <a:buChar char="○"/>
            </a:pPr>
            <a:r>
              <a:rPr lang="en" sz="2400">
                <a:solidFill>
                  <a:schemeClr val="dk1"/>
                </a:solidFill>
              </a:rPr>
              <a:t>For each permutation, rank the test statistic across all variables</a:t>
            </a:r>
            <a:endParaRPr sz="2400">
              <a:solidFill>
                <a:schemeClr val="dk1"/>
              </a:solidFill>
            </a:endParaRPr>
          </a:p>
          <a:p>
            <a:pPr marL="1219170" lvl="1" indent="-423323">
              <a:lnSpc>
                <a:spcPct val="115000"/>
              </a:lnSpc>
              <a:buClr>
                <a:schemeClr val="dk1"/>
              </a:buClr>
              <a:buSzPts val="1400"/>
              <a:buChar char="○"/>
            </a:pPr>
            <a:r>
              <a:rPr lang="en" sz="2400">
                <a:solidFill>
                  <a:schemeClr val="dk1"/>
                </a:solidFill>
              </a:rPr>
              <a:t>Identify the “top” test statistic across all permutations</a:t>
            </a:r>
            <a:endParaRPr sz="2400">
              <a:solidFill>
                <a:schemeClr val="dk1"/>
              </a:solidFill>
            </a:endParaRPr>
          </a:p>
          <a:p>
            <a:pPr marL="1219170" lvl="1" indent="-423323">
              <a:lnSpc>
                <a:spcPct val="115000"/>
              </a:lnSpc>
              <a:buClr>
                <a:schemeClr val="dk1"/>
              </a:buClr>
              <a:buSzPts val="1400"/>
              <a:buChar char="○"/>
            </a:pPr>
            <a:r>
              <a:rPr lang="en" sz="2400">
                <a:solidFill>
                  <a:schemeClr val="dk1"/>
                </a:solidFill>
              </a:rPr>
              <a:t>The distribution of the “top” test statistic =&gt; </a:t>
            </a:r>
            <a:r>
              <a:rPr lang="en" sz="2400" b="1">
                <a:solidFill>
                  <a:schemeClr val="dk1"/>
                </a:solidFill>
              </a:rPr>
              <a:t>Null hypothesis: </a:t>
            </a:r>
            <a:r>
              <a:rPr lang="en" sz="2400">
                <a:solidFill>
                  <a:schemeClr val="dk1"/>
                </a:solidFill>
              </a:rPr>
              <a:t>There is no variable that can achieve that test statistic given the distribution of the values in the data matrix</a:t>
            </a:r>
            <a:endParaRPr sz="2400">
              <a:solidFill>
                <a:schemeClr val="dk1"/>
              </a:solidFill>
            </a:endParaRPr>
          </a:p>
          <a:p>
            <a:pPr marL="1219170" lvl="1" indent="-423323">
              <a:lnSpc>
                <a:spcPct val="115000"/>
              </a:lnSpc>
              <a:buClr>
                <a:schemeClr val="dk1"/>
              </a:buClr>
              <a:buSzPts val="1400"/>
              <a:buChar char="○"/>
            </a:pPr>
            <a:r>
              <a:rPr lang="en" sz="2400">
                <a:solidFill>
                  <a:schemeClr val="dk1"/>
                </a:solidFill>
              </a:rPr>
              <a:t>Can do this for other ranks as well</a:t>
            </a:r>
            <a:endParaRPr sz="2400">
              <a:solidFill>
                <a:schemeClr val="dk1"/>
              </a:solidFill>
            </a:endParaRPr>
          </a:p>
          <a:p>
            <a:pPr marL="1219170">
              <a:lnSpc>
                <a:spcPct val="115000"/>
              </a:lnSpc>
            </a:pPr>
            <a:endParaRPr sz="2400">
              <a:solidFill>
                <a:schemeClr val="dk1"/>
              </a:solidFill>
            </a:endParaRPr>
          </a:p>
          <a:p>
            <a:pPr marL="609585" indent="-457189">
              <a:lnSpc>
                <a:spcPct val="115000"/>
              </a:lnSpc>
              <a:buClr>
                <a:schemeClr val="dk1"/>
              </a:buClr>
              <a:buSzPts val="1800"/>
              <a:buChar char="●"/>
            </a:pPr>
            <a:endParaRPr sz="24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DF7B1-54FF-4451-8246-C4EE3B777AD7}"/>
              </a:ext>
            </a:extLst>
          </p:cNvPr>
          <p:cNvSpPr>
            <a:spLocks noGrp="1"/>
          </p:cNvSpPr>
          <p:nvPr>
            <p:ph type="title"/>
          </p:nvPr>
        </p:nvSpPr>
        <p:spPr>
          <a:xfrm>
            <a:off x="402515" y="196266"/>
            <a:ext cx="11360800" cy="763600"/>
          </a:xfrm>
        </p:spPr>
        <p:txBody>
          <a:bodyPr/>
          <a:lstStyle/>
          <a:p>
            <a:r>
              <a:rPr lang="en-US"/>
              <a:t>Another Example</a:t>
            </a:r>
          </a:p>
        </p:txBody>
      </p:sp>
      <p:pic>
        <p:nvPicPr>
          <p:cNvPr id="4" name="Picture 3">
            <a:extLst>
              <a:ext uri="{FF2B5EF4-FFF2-40B4-BE49-F238E27FC236}">
                <a16:creationId xmlns:a16="http://schemas.microsoft.com/office/drawing/2014/main" id="{87CED1AC-1E2F-4846-8D06-05B9403FA792}"/>
              </a:ext>
            </a:extLst>
          </p:cNvPr>
          <p:cNvPicPr>
            <a:picLocks noChangeAspect="1"/>
          </p:cNvPicPr>
          <p:nvPr/>
        </p:nvPicPr>
        <p:blipFill>
          <a:blip r:embed="rId2"/>
          <a:stretch>
            <a:fillRect/>
          </a:stretch>
        </p:blipFill>
        <p:spPr>
          <a:xfrm>
            <a:off x="3010478" y="2054415"/>
            <a:ext cx="5354676" cy="4210218"/>
          </a:xfrm>
          <a:prstGeom prst="rect">
            <a:avLst/>
          </a:prstGeom>
        </p:spPr>
      </p:pic>
      <p:pic>
        <p:nvPicPr>
          <p:cNvPr id="5" name="Picture 4">
            <a:extLst>
              <a:ext uri="{FF2B5EF4-FFF2-40B4-BE49-F238E27FC236}">
                <a16:creationId xmlns:a16="http://schemas.microsoft.com/office/drawing/2014/main" id="{24F86CF3-B8C2-4C4D-AE20-5150086933C2}"/>
              </a:ext>
            </a:extLst>
          </p:cNvPr>
          <p:cNvPicPr>
            <a:picLocks noChangeAspect="1"/>
          </p:cNvPicPr>
          <p:nvPr/>
        </p:nvPicPr>
        <p:blipFill>
          <a:blip r:embed="rId3"/>
          <a:stretch>
            <a:fillRect/>
          </a:stretch>
        </p:blipFill>
        <p:spPr>
          <a:xfrm>
            <a:off x="1401013" y="1610264"/>
            <a:ext cx="8924925" cy="4278815"/>
          </a:xfrm>
          <a:prstGeom prst="rect">
            <a:avLst/>
          </a:prstGeom>
        </p:spPr>
      </p:pic>
      <p:pic>
        <p:nvPicPr>
          <p:cNvPr id="6" name="Picture 5">
            <a:extLst>
              <a:ext uri="{FF2B5EF4-FFF2-40B4-BE49-F238E27FC236}">
                <a16:creationId xmlns:a16="http://schemas.microsoft.com/office/drawing/2014/main" id="{79C1E6E8-3F5B-4510-8CBD-9D97B5079EE0}"/>
              </a:ext>
            </a:extLst>
          </p:cNvPr>
          <p:cNvPicPr>
            <a:picLocks noChangeAspect="1"/>
          </p:cNvPicPr>
          <p:nvPr/>
        </p:nvPicPr>
        <p:blipFill>
          <a:blip r:embed="rId4"/>
          <a:stretch>
            <a:fillRect/>
          </a:stretch>
        </p:blipFill>
        <p:spPr>
          <a:xfrm>
            <a:off x="1401013" y="1584631"/>
            <a:ext cx="9563100" cy="4076784"/>
          </a:xfrm>
          <a:prstGeom prst="rect">
            <a:avLst/>
          </a:prstGeom>
        </p:spPr>
      </p:pic>
      <p:pic>
        <p:nvPicPr>
          <p:cNvPr id="7" name="Picture 6">
            <a:extLst>
              <a:ext uri="{FF2B5EF4-FFF2-40B4-BE49-F238E27FC236}">
                <a16:creationId xmlns:a16="http://schemas.microsoft.com/office/drawing/2014/main" id="{81DFB449-91C1-4282-BB7C-B9552D9F765C}"/>
              </a:ext>
            </a:extLst>
          </p:cNvPr>
          <p:cNvPicPr>
            <a:picLocks noChangeAspect="1"/>
          </p:cNvPicPr>
          <p:nvPr/>
        </p:nvPicPr>
        <p:blipFill>
          <a:blip r:embed="rId5"/>
          <a:stretch>
            <a:fillRect/>
          </a:stretch>
        </p:blipFill>
        <p:spPr>
          <a:xfrm>
            <a:off x="2349310" y="4962899"/>
            <a:ext cx="7191375" cy="2000250"/>
          </a:xfrm>
          <a:prstGeom prst="rect">
            <a:avLst/>
          </a:prstGeom>
        </p:spPr>
      </p:pic>
      <p:pic>
        <p:nvPicPr>
          <p:cNvPr id="8" name="Picture 7">
            <a:extLst>
              <a:ext uri="{FF2B5EF4-FFF2-40B4-BE49-F238E27FC236}">
                <a16:creationId xmlns:a16="http://schemas.microsoft.com/office/drawing/2014/main" id="{4926A509-21DD-43E9-B37B-4CF77ACEE7DF}"/>
              </a:ext>
            </a:extLst>
          </p:cNvPr>
          <p:cNvPicPr>
            <a:picLocks noChangeAspect="1"/>
          </p:cNvPicPr>
          <p:nvPr/>
        </p:nvPicPr>
        <p:blipFill>
          <a:blip r:embed="rId6"/>
          <a:stretch>
            <a:fillRect/>
          </a:stretch>
        </p:blipFill>
        <p:spPr>
          <a:xfrm>
            <a:off x="1443681" y="1225748"/>
            <a:ext cx="9722066" cy="5632252"/>
          </a:xfrm>
          <a:prstGeom prst="rect">
            <a:avLst/>
          </a:prstGeom>
        </p:spPr>
      </p:pic>
      <p:pic>
        <p:nvPicPr>
          <p:cNvPr id="9" name="Picture 8">
            <a:extLst>
              <a:ext uri="{FF2B5EF4-FFF2-40B4-BE49-F238E27FC236}">
                <a16:creationId xmlns:a16="http://schemas.microsoft.com/office/drawing/2014/main" id="{FDFCE139-D694-450C-BAAB-B733D1F32DE1}"/>
              </a:ext>
            </a:extLst>
          </p:cNvPr>
          <p:cNvPicPr>
            <a:picLocks noChangeAspect="1"/>
          </p:cNvPicPr>
          <p:nvPr/>
        </p:nvPicPr>
        <p:blipFill>
          <a:blip r:embed="rId7"/>
          <a:stretch>
            <a:fillRect/>
          </a:stretch>
        </p:blipFill>
        <p:spPr>
          <a:xfrm>
            <a:off x="1712681" y="1232302"/>
            <a:ext cx="9453066" cy="5625697"/>
          </a:xfrm>
          <a:prstGeom prst="rect">
            <a:avLst/>
          </a:prstGeom>
        </p:spPr>
      </p:pic>
      <p:pic>
        <p:nvPicPr>
          <p:cNvPr id="10" name="Picture 9">
            <a:extLst>
              <a:ext uri="{FF2B5EF4-FFF2-40B4-BE49-F238E27FC236}">
                <a16:creationId xmlns:a16="http://schemas.microsoft.com/office/drawing/2014/main" id="{E1BF2C0D-EBC2-45D6-85BE-4BC0431B846B}"/>
              </a:ext>
            </a:extLst>
          </p:cNvPr>
          <p:cNvPicPr>
            <a:picLocks noChangeAspect="1"/>
          </p:cNvPicPr>
          <p:nvPr/>
        </p:nvPicPr>
        <p:blipFill>
          <a:blip r:embed="rId8"/>
          <a:stretch>
            <a:fillRect/>
          </a:stretch>
        </p:blipFill>
        <p:spPr>
          <a:xfrm>
            <a:off x="2582478" y="1312961"/>
            <a:ext cx="7000875" cy="5457825"/>
          </a:xfrm>
          <a:prstGeom prst="rect">
            <a:avLst/>
          </a:prstGeom>
        </p:spPr>
      </p:pic>
      <p:pic>
        <p:nvPicPr>
          <p:cNvPr id="11" name="Picture 10">
            <a:extLst>
              <a:ext uri="{FF2B5EF4-FFF2-40B4-BE49-F238E27FC236}">
                <a16:creationId xmlns:a16="http://schemas.microsoft.com/office/drawing/2014/main" id="{460DD4E8-24E3-47AE-88AD-52D2AAA8F112}"/>
              </a:ext>
            </a:extLst>
          </p:cNvPr>
          <p:cNvPicPr>
            <a:picLocks noChangeAspect="1"/>
          </p:cNvPicPr>
          <p:nvPr/>
        </p:nvPicPr>
        <p:blipFill>
          <a:blip r:embed="rId9"/>
          <a:stretch>
            <a:fillRect/>
          </a:stretch>
        </p:blipFill>
        <p:spPr>
          <a:xfrm>
            <a:off x="2566987" y="1273378"/>
            <a:ext cx="7058025" cy="5591175"/>
          </a:xfrm>
          <a:prstGeom prst="rect">
            <a:avLst/>
          </a:prstGeom>
        </p:spPr>
      </p:pic>
      <p:pic>
        <p:nvPicPr>
          <p:cNvPr id="12" name="Picture 11">
            <a:extLst>
              <a:ext uri="{FF2B5EF4-FFF2-40B4-BE49-F238E27FC236}">
                <a16:creationId xmlns:a16="http://schemas.microsoft.com/office/drawing/2014/main" id="{6D53F7F9-1D82-47CE-AD97-A2BFA6026F93}"/>
              </a:ext>
            </a:extLst>
          </p:cNvPr>
          <p:cNvPicPr>
            <a:picLocks noChangeAspect="1"/>
          </p:cNvPicPr>
          <p:nvPr/>
        </p:nvPicPr>
        <p:blipFill>
          <a:blip r:embed="rId10"/>
          <a:stretch>
            <a:fillRect/>
          </a:stretch>
        </p:blipFill>
        <p:spPr>
          <a:xfrm>
            <a:off x="2039552" y="1141510"/>
            <a:ext cx="8086725" cy="5800725"/>
          </a:xfrm>
          <a:prstGeom prst="rect">
            <a:avLst/>
          </a:prstGeom>
        </p:spPr>
      </p:pic>
      <p:pic>
        <p:nvPicPr>
          <p:cNvPr id="13" name="Picture 12">
            <a:extLst>
              <a:ext uri="{FF2B5EF4-FFF2-40B4-BE49-F238E27FC236}">
                <a16:creationId xmlns:a16="http://schemas.microsoft.com/office/drawing/2014/main" id="{614A6798-DB0B-46D8-A310-D28EC96FD4E0}"/>
              </a:ext>
            </a:extLst>
          </p:cNvPr>
          <p:cNvPicPr>
            <a:picLocks noChangeAspect="1"/>
          </p:cNvPicPr>
          <p:nvPr/>
        </p:nvPicPr>
        <p:blipFill>
          <a:blip r:embed="rId11"/>
          <a:stretch>
            <a:fillRect/>
          </a:stretch>
        </p:blipFill>
        <p:spPr>
          <a:xfrm>
            <a:off x="290201" y="2530471"/>
            <a:ext cx="1952625" cy="1219200"/>
          </a:xfrm>
          <a:prstGeom prst="rect">
            <a:avLst/>
          </a:prstGeom>
        </p:spPr>
      </p:pic>
    </p:spTree>
    <p:extLst>
      <p:ext uri="{BB962C8B-B14F-4D97-AF65-F5344CB8AC3E}">
        <p14:creationId xmlns:p14="http://schemas.microsoft.com/office/powerpoint/2010/main" val="277054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71AD-2187-491A-B4DD-632697DE705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956623E-95CC-46F8-B0DC-0A645D7C9761}"/>
              </a:ext>
            </a:extLst>
          </p:cNvPr>
          <p:cNvSpPr>
            <a:spLocks noGrp="1"/>
          </p:cNvSpPr>
          <p:nvPr>
            <p:ph type="body" idx="1"/>
          </p:nvPr>
        </p:nvSpPr>
        <p:spPr/>
        <p:txBody>
          <a:bodyPr/>
          <a:lstStyle/>
          <a:p>
            <a:r>
              <a:rPr lang="en-US"/>
              <a:t>Kahoot time</a:t>
            </a:r>
          </a:p>
        </p:txBody>
      </p:sp>
    </p:spTree>
    <p:extLst>
      <p:ext uri="{BB962C8B-B14F-4D97-AF65-F5344CB8AC3E}">
        <p14:creationId xmlns:p14="http://schemas.microsoft.com/office/powerpoint/2010/main" val="1241052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1324</Words>
  <Application>Microsoft Office PowerPoint</Application>
  <PresentationFormat>Widescreen</PresentationFormat>
  <Paragraphs>159</Paragraphs>
  <Slides>35</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Söhne</vt:lpstr>
      <vt:lpstr>Office Theme</vt:lpstr>
      <vt:lpstr>Multiple Hypothesis Testing</vt:lpstr>
      <vt:lpstr>Rhine Paradox</vt:lpstr>
      <vt:lpstr>Rhine Paradox (cont’d)</vt:lpstr>
      <vt:lpstr>Significance and Publication Bias</vt:lpstr>
      <vt:lpstr>Significance and Publication Bias</vt:lpstr>
      <vt:lpstr>Spurious Correlations</vt:lpstr>
      <vt:lpstr>Spurious Correlations</vt:lpstr>
      <vt:lpstr>Spurious Correlations</vt:lpstr>
      <vt:lpstr>Errors</vt:lpstr>
      <vt:lpstr>Multiple Hypothesis Testing</vt:lpstr>
      <vt:lpstr>What are the hypotheses we are testing?</vt:lpstr>
      <vt:lpstr>Combinatorial Space of Hypotheses</vt:lpstr>
      <vt:lpstr>Counting The Errors</vt:lpstr>
      <vt:lpstr>Controlling False Discoveries</vt:lpstr>
      <vt:lpstr>Family-Wise Error Rate (FWER)</vt:lpstr>
      <vt:lpstr>Bonferroni Correction</vt:lpstr>
      <vt:lpstr>FWER: Sequential Adjustments</vt:lpstr>
      <vt:lpstr>False Discovery Rate (FDR)</vt:lpstr>
      <vt:lpstr>Benjamini and Hochberg Procedure</vt:lpstr>
      <vt:lpstr>Permutation Tests</vt:lpstr>
      <vt:lpstr>Permutation Tests</vt:lpstr>
      <vt:lpstr>Is a certain outcome associated with gender or not?</vt:lpstr>
      <vt:lpstr>Is a certain outcome associated with gender or not?</vt:lpstr>
      <vt:lpstr>Permutation</vt:lpstr>
      <vt:lpstr>Permutation Tests: Framework</vt:lpstr>
      <vt:lpstr>What is a Permutation Test?</vt:lpstr>
      <vt:lpstr>Permutation Test Example</vt:lpstr>
      <vt:lpstr>If We Permute the Classes</vt:lpstr>
      <vt:lpstr>Considering All Permutations</vt:lpstr>
      <vt:lpstr>Monte-Carlo Algorithms for Permutation Testing</vt:lpstr>
      <vt:lpstr>How many Permutation?</vt:lpstr>
      <vt:lpstr>PowerPoint Presentation</vt:lpstr>
      <vt:lpstr>Multiple Hypothesis Testing via Permutation Testing</vt:lpstr>
      <vt:lpstr>Another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Hypothesis Testing</dc:title>
  <dc:creator>Marzieh Ayati</dc:creator>
  <cp:lastModifiedBy>Marzieh Ayati</cp:lastModifiedBy>
  <cp:revision>1</cp:revision>
  <dcterms:created xsi:type="dcterms:W3CDTF">2020-09-29T20:31:12Z</dcterms:created>
  <dcterms:modified xsi:type="dcterms:W3CDTF">2024-02-26T07:15:55Z</dcterms:modified>
</cp:coreProperties>
</file>