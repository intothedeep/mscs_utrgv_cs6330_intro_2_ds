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6" r:id="rId5"/>
    <p:sldId id="961" r:id="rId6"/>
    <p:sldId id="401" r:id="rId7"/>
    <p:sldId id="402" r:id="rId8"/>
    <p:sldId id="406" r:id="rId9"/>
    <p:sldId id="412" r:id="rId10"/>
    <p:sldId id="403" r:id="rId11"/>
    <p:sldId id="404" r:id="rId12"/>
    <p:sldId id="963" r:id="rId13"/>
    <p:sldId id="965" r:id="rId14"/>
    <p:sldId id="964" r:id="rId15"/>
    <p:sldId id="405" r:id="rId16"/>
    <p:sldId id="966" r:id="rId17"/>
    <p:sldId id="967" r:id="rId18"/>
    <p:sldId id="408" r:id="rId19"/>
    <p:sldId id="398" r:id="rId20"/>
    <p:sldId id="413" r:id="rId21"/>
    <p:sldId id="968" r:id="rId22"/>
    <p:sldId id="341" r:id="rId23"/>
    <p:sldId id="321" r:id="rId24"/>
    <p:sldId id="969" r:id="rId25"/>
    <p:sldId id="327" r:id="rId26"/>
    <p:sldId id="411" r:id="rId27"/>
    <p:sldId id="328" r:id="rId28"/>
    <p:sldId id="26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19DB8B-2D89-4BFB-9B41-349702289694}" v="4" dt="2020-08-27T18:51:53.727"/>
    <p1510:client id="{E7482964-3932-4FEE-A663-71BF577BEEC1}" v="600" dt="2020-08-25T04:48:42.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zieh Ayati" userId="719e7aeb-c3b5-48e5-801b-084d43cd09ac" providerId="ADAL" clId="{E7482964-3932-4FEE-A663-71BF577BEEC1}"/>
    <pc:docChg chg="custSel addSld delSld modSld sldOrd">
      <pc:chgData name="Marzieh Ayati" userId="719e7aeb-c3b5-48e5-801b-084d43cd09ac" providerId="ADAL" clId="{E7482964-3932-4FEE-A663-71BF577BEEC1}" dt="2020-08-25T04:48:45.906" v="1672" actId="47"/>
      <pc:docMkLst>
        <pc:docMk/>
      </pc:docMkLst>
      <pc:sldChg chg="modSp mod">
        <pc:chgData name="Marzieh Ayati" userId="719e7aeb-c3b5-48e5-801b-084d43cd09ac" providerId="ADAL" clId="{E7482964-3932-4FEE-A663-71BF577BEEC1}" dt="2020-08-24T20:42:31.438" v="517" actId="20577"/>
        <pc:sldMkLst>
          <pc:docMk/>
          <pc:sldMk cId="2471667624" sldId="256"/>
        </pc:sldMkLst>
        <pc:spChg chg="mod">
          <ac:chgData name="Marzieh Ayati" userId="719e7aeb-c3b5-48e5-801b-084d43cd09ac" providerId="ADAL" clId="{E7482964-3932-4FEE-A663-71BF577BEEC1}" dt="2020-08-24T20:42:31.438" v="517" actId="20577"/>
          <ac:spMkLst>
            <pc:docMk/>
            <pc:sldMk cId="2471667624" sldId="256"/>
            <ac:spMk id="2" creationId="{A4686BF9-8207-485A-B4EA-3693EC68E569}"/>
          </ac:spMkLst>
        </pc:spChg>
      </pc:sldChg>
      <pc:sldChg chg="del">
        <pc:chgData name="Marzieh Ayati" userId="719e7aeb-c3b5-48e5-801b-084d43cd09ac" providerId="ADAL" clId="{E7482964-3932-4FEE-A663-71BF577BEEC1}" dt="2020-08-24T20:52:34.257" v="610" actId="47"/>
        <pc:sldMkLst>
          <pc:docMk/>
          <pc:sldMk cId="0" sldId="259"/>
        </pc:sldMkLst>
      </pc:sldChg>
      <pc:sldChg chg="del">
        <pc:chgData name="Marzieh Ayati" userId="719e7aeb-c3b5-48e5-801b-084d43cd09ac" providerId="ADAL" clId="{E7482964-3932-4FEE-A663-71BF577BEEC1}" dt="2020-08-24T20:52:09.392" v="608" actId="47"/>
        <pc:sldMkLst>
          <pc:docMk/>
          <pc:sldMk cId="0" sldId="260"/>
        </pc:sldMkLst>
      </pc:sldChg>
      <pc:sldChg chg="del">
        <pc:chgData name="Marzieh Ayati" userId="719e7aeb-c3b5-48e5-801b-084d43cd09ac" providerId="ADAL" clId="{E7482964-3932-4FEE-A663-71BF577BEEC1}" dt="2020-08-24T21:46:28.219" v="1647" actId="47"/>
        <pc:sldMkLst>
          <pc:docMk/>
          <pc:sldMk cId="0" sldId="261"/>
        </pc:sldMkLst>
      </pc:sldChg>
      <pc:sldChg chg="del">
        <pc:chgData name="Marzieh Ayati" userId="719e7aeb-c3b5-48e5-801b-084d43cd09ac" providerId="ADAL" clId="{E7482964-3932-4FEE-A663-71BF577BEEC1}" dt="2020-08-24T20:53:15.593" v="611" actId="2696"/>
        <pc:sldMkLst>
          <pc:docMk/>
          <pc:sldMk cId="0" sldId="262"/>
        </pc:sldMkLst>
      </pc:sldChg>
      <pc:sldChg chg="addSp delSp modSp add del mod">
        <pc:chgData name="Marzieh Ayati" userId="719e7aeb-c3b5-48e5-801b-084d43cd09ac" providerId="ADAL" clId="{E7482964-3932-4FEE-A663-71BF577BEEC1}" dt="2020-08-24T21:02:06.590" v="775" actId="47"/>
        <pc:sldMkLst>
          <pc:docMk/>
          <pc:sldMk cId="1159903925" sldId="262"/>
        </pc:sldMkLst>
        <pc:spChg chg="add mod">
          <ac:chgData name="Marzieh Ayati" userId="719e7aeb-c3b5-48e5-801b-084d43cd09ac" providerId="ADAL" clId="{E7482964-3932-4FEE-A663-71BF577BEEC1}" dt="2020-08-24T21:02:00.759" v="771" actId="21"/>
          <ac:spMkLst>
            <pc:docMk/>
            <pc:sldMk cId="1159903925" sldId="262"/>
            <ac:spMk id="3" creationId="{6AA15D3A-37FF-4E54-BAA1-992C806FE7BC}"/>
          </ac:spMkLst>
        </pc:spChg>
        <pc:spChg chg="add mod">
          <ac:chgData name="Marzieh Ayati" userId="719e7aeb-c3b5-48e5-801b-084d43cd09ac" providerId="ADAL" clId="{E7482964-3932-4FEE-A663-71BF577BEEC1}" dt="2020-08-24T21:02:00.759" v="771" actId="21"/>
          <ac:spMkLst>
            <pc:docMk/>
            <pc:sldMk cId="1159903925" sldId="262"/>
            <ac:spMk id="5" creationId="{FC857115-98FC-49C5-A346-B027A9CBDDF6}"/>
          </ac:spMkLst>
        </pc:spChg>
        <pc:spChg chg="del mod">
          <ac:chgData name="Marzieh Ayati" userId="719e7aeb-c3b5-48e5-801b-084d43cd09ac" providerId="ADAL" clId="{E7482964-3932-4FEE-A663-71BF577BEEC1}" dt="2020-08-24T21:02:00.759" v="771" actId="21"/>
          <ac:spMkLst>
            <pc:docMk/>
            <pc:sldMk cId="1159903925" sldId="262"/>
            <ac:spMk id="100" creationId="{00000000-0000-0000-0000-000000000000}"/>
          </ac:spMkLst>
        </pc:spChg>
        <pc:spChg chg="del mod">
          <ac:chgData name="Marzieh Ayati" userId="719e7aeb-c3b5-48e5-801b-084d43cd09ac" providerId="ADAL" clId="{E7482964-3932-4FEE-A663-71BF577BEEC1}" dt="2020-08-24T21:02:00.759" v="771" actId="21"/>
          <ac:spMkLst>
            <pc:docMk/>
            <pc:sldMk cId="1159903925" sldId="262"/>
            <ac:spMk id="101" creationId="{00000000-0000-0000-0000-000000000000}"/>
          </ac:spMkLst>
        </pc:spChg>
      </pc:sldChg>
      <pc:sldChg chg="add">
        <pc:chgData name="Marzieh Ayati" userId="719e7aeb-c3b5-48e5-801b-084d43cd09ac" providerId="ADAL" clId="{E7482964-3932-4FEE-A663-71BF577BEEC1}" dt="2020-08-25T04:34:54.962" v="1658"/>
        <pc:sldMkLst>
          <pc:docMk/>
          <pc:sldMk cId="2043108064" sldId="321"/>
        </pc:sldMkLst>
      </pc:sldChg>
      <pc:sldChg chg="addSp delSp modSp add del mod">
        <pc:chgData name="Marzieh Ayati" userId="719e7aeb-c3b5-48e5-801b-084d43cd09ac" providerId="ADAL" clId="{E7482964-3932-4FEE-A663-71BF577BEEC1}" dt="2020-08-24T21:32:57.217" v="1551" actId="47"/>
        <pc:sldMkLst>
          <pc:docMk/>
          <pc:sldMk cId="1730948878" sldId="323"/>
        </pc:sldMkLst>
        <pc:spChg chg="del">
          <ac:chgData name="Marzieh Ayati" userId="719e7aeb-c3b5-48e5-801b-084d43cd09ac" providerId="ADAL" clId="{E7482964-3932-4FEE-A663-71BF577BEEC1}" dt="2020-08-24T21:32:40.546" v="1544" actId="21"/>
          <ac:spMkLst>
            <pc:docMk/>
            <pc:sldMk cId="1730948878" sldId="323"/>
            <ac:spMk id="2" creationId="{6318D919-F2E6-FC4D-B814-3AE722D25E3B}"/>
          </ac:spMkLst>
        </pc:spChg>
        <pc:spChg chg="del">
          <ac:chgData name="Marzieh Ayati" userId="719e7aeb-c3b5-48e5-801b-084d43cd09ac" providerId="ADAL" clId="{E7482964-3932-4FEE-A663-71BF577BEEC1}" dt="2020-08-24T21:32:40.546" v="1544" actId="21"/>
          <ac:spMkLst>
            <pc:docMk/>
            <pc:sldMk cId="1730948878" sldId="323"/>
            <ac:spMk id="3" creationId="{247B715C-6F35-E447-9F06-B4ECA44540E3}"/>
          </ac:spMkLst>
        </pc:spChg>
        <pc:spChg chg="del">
          <ac:chgData name="Marzieh Ayati" userId="719e7aeb-c3b5-48e5-801b-084d43cd09ac" providerId="ADAL" clId="{E7482964-3932-4FEE-A663-71BF577BEEC1}" dt="2020-08-24T21:32:40.546" v="1544" actId="21"/>
          <ac:spMkLst>
            <pc:docMk/>
            <pc:sldMk cId="1730948878" sldId="323"/>
            <ac:spMk id="4" creationId="{5502670E-04D7-4E4C-AF8D-188E45552407}"/>
          </ac:spMkLst>
        </pc:spChg>
        <pc:spChg chg="del">
          <ac:chgData name="Marzieh Ayati" userId="719e7aeb-c3b5-48e5-801b-084d43cd09ac" providerId="ADAL" clId="{E7482964-3932-4FEE-A663-71BF577BEEC1}" dt="2020-08-24T21:32:40.546" v="1544" actId="21"/>
          <ac:spMkLst>
            <pc:docMk/>
            <pc:sldMk cId="1730948878" sldId="323"/>
            <ac:spMk id="5" creationId="{C88D8D36-7655-F246-A8E3-60AD53347B2C}"/>
          </ac:spMkLst>
        </pc:spChg>
        <pc:spChg chg="del">
          <ac:chgData name="Marzieh Ayati" userId="719e7aeb-c3b5-48e5-801b-084d43cd09ac" providerId="ADAL" clId="{E7482964-3932-4FEE-A663-71BF577BEEC1}" dt="2020-08-24T21:32:40.546" v="1544" actId="21"/>
          <ac:spMkLst>
            <pc:docMk/>
            <pc:sldMk cId="1730948878" sldId="323"/>
            <ac:spMk id="6" creationId="{E7025C91-002F-2246-9C6B-32ABF13FA0F3}"/>
          </ac:spMkLst>
        </pc:spChg>
        <pc:spChg chg="del">
          <ac:chgData name="Marzieh Ayati" userId="719e7aeb-c3b5-48e5-801b-084d43cd09ac" providerId="ADAL" clId="{E7482964-3932-4FEE-A663-71BF577BEEC1}" dt="2020-08-24T21:32:40.546" v="1544" actId="21"/>
          <ac:spMkLst>
            <pc:docMk/>
            <pc:sldMk cId="1730948878" sldId="323"/>
            <ac:spMk id="7" creationId="{363A8F57-5617-C04A-9280-C08A6FAB0824}"/>
          </ac:spMkLst>
        </pc:spChg>
        <pc:spChg chg="del">
          <ac:chgData name="Marzieh Ayati" userId="719e7aeb-c3b5-48e5-801b-084d43cd09ac" providerId="ADAL" clId="{E7482964-3932-4FEE-A663-71BF577BEEC1}" dt="2020-08-24T21:32:40.546" v="1544" actId="21"/>
          <ac:spMkLst>
            <pc:docMk/>
            <pc:sldMk cId="1730948878" sldId="323"/>
            <ac:spMk id="8" creationId="{06478C6E-8B30-ED48-A25E-DB7A0C55667F}"/>
          </ac:spMkLst>
        </pc:spChg>
        <pc:spChg chg="del">
          <ac:chgData name="Marzieh Ayati" userId="719e7aeb-c3b5-48e5-801b-084d43cd09ac" providerId="ADAL" clId="{E7482964-3932-4FEE-A663-71BF577BEEC1}" dt="2020-08-24T21:32:40.546" v="1544" actId="21"/>
          <ac:spMkLst>
            <pc:docMk/>
            <pc:sldMk cId="1730948878" sldId="323"/>
            <ac:spMk id="9" creationId="{ADD3291C-A9ED-5E4F-888F-BBE0B51CDDE9}"/>
          </ac:spMkLst>
        </pc:spChg>
        <pc:spChg chg="del">
          <ac:chgData name="Marzieh Ayati" userId="719e7aeb-c3b5-48e5-801b-084d43cd09ac" providerId="ADAL" clId="{E7482964-3932-4FEE-A663-71BF577BEEC1}" dt="2020-08-24T21:32:40.546" v="1544" actId="21"/>
          <ac:spMkLst>
            <pc:docMk/>
            <pc:sldMk cId="1730948878" sldId="323"/>
            <ac:spMk id="10" creationId="{1A9D1F51-F6D1-5048-A156-1F81379D42D4}"/>
          </ac:spMkLst>
        </pc:spChg>
        <pc:spChg chg="del">
          <ac:chgData name="Marzieh Ayati" userId="719e7aeb-c3b5-48e5-801b-084d43cd09ac" providerId="ADAL" clId="{E7482964-3932-4FEE-A663-71BF577BEEC1}" dt="2020-08-24T21:32:40.546" v="1544" actId="21"/>
          <ac:spMkLst>
            <pc:docMk/>
            <pc:sldMk cId="1730948878" sldId="323"/>
            <ac:spMk id="11" creationId="{9F0FE4C8-B93E-E34D-8D20-C5D3A183FAAD}"/>
          </ac:spMkLst>
        </pc:spChg>
        <pc:spChg chg="del">
          <ac:chgData name="Marzieh Ayati" userId="719e7aeb-c3b5-48e5-801b-084d43cd09ac" providerId="ADAL" clId="{E7482964-3932-4FEE-A663-71BF577BEEC1}" dt="2020-08-24T21:32:40.546" v="1544" actId="21"/>
          <ac:spMkLst>
            <pc:docMk/>
            <pc:sldMk cId="1730948878" sldId="323"/>
            <ac:spMk id="12" creationId="{B7B21049-4316-FC40-BEED-75CF5EA16447}"/>
          </ac:spMkLst>
        </pc:spChg>
        <pc:spChg chg="del">
          <ac:chgData name="Marzieh Ayati" userId="719e7aeb-c3b5-48e5-801b-084d43cd09ac" providerId="ADAL" clId="{E7482964-3932-4FEE-A663-71BF577BEEC1}" dt="2020-08-24T21:32:40.546" v="1544" actId="21"/>
          <ac:spMkLst>
            <pc:docMk/>
            <pc:sldMk cId="1730948878" sldId="323"/>
            <ac:spMk id="13" creationId="{04AACCE6-3E11-9D41-B286-DE7FEA34F10F}"/>
          </ac:spMkLst>
        </pc:spChg>
        <pc:spChg chg="del">
          <ac:chgData name="Marzieh Ayati" userId="719e7aeb-c3b5-48e5-801b-084d43cd09ac" providerId="ADAL" clId="{E7482964-3932-4FEE-A663-71BF577BEEC1}" dt="2020-08-24T21:32:40.546" v="1544" actId="21"/>
          <ac:spMkLst>
            <pc:docMk/>
            <pc:sldMk cId="1730948878" sldId="323"/>
            <ac:spMk id="15" creationId="{B7ECC489-744D-B748-9630-40CA69ED8E93}"/>
          </ac:spMkLst>
        </pc:spChg>
        <pc:spChg chg="del">
          <ac:chgData name="Marzieh Ayati" userId="719e7aeb-c3b5-48e5-801b-084d43cd09ac" providerId="ADAL" clId="{E7482964-3932-4FEE-A663-71BF577BEEC1}" dt="2020-08-24T21:32:40.546" v="1544" actId="21"/>
          <ac:spMkLst>
            <pc:docMk/>
            <pc:sldMk cId="1730948878" sldId="323"/>
            <ac:spMk id="16" creationId="{56A776B0-9CF5-B146-9CAE-D69D42E04708}"/>
          </ac:spMkLst>
        </pc:spChg>
        <pc:spChg chg="add mod">
          <ac:chgData name="Marzieh Ayati" userId="719e7aeb-c3b5-48e5-801b-084d43cd09ac" providerId="ADAL" clId="{E7482964-3932-4FEE-A663-71BF577BEEC1}" dt="2020-08-24T21:32:40.546" v="1544" actId="21"/>
          <ac:spMkLst>
            <pc:docMk/>
            <pc:sldMk cId="1730948878" sldId="323"/>
            <ac:spMk id="18" creationId="{692762BA-B185-447A-9629-8035BEB885BA}"/>
          </ac:spMkLst>
        </pc:spChg>
        <pc:spChg chg="add mod">
          <ac:chgData name="Marzieh Ayati" userId="719e7aeb-c3b5-48e5-801b-084d43cd09ac" providerId="ADAL" clId="{E7482964-3932-4FEE-A663-71BF577BEEC1}" dt="2020-08-24T21:32:40.546" v="1544" actId="21"/>
          <ac:spMkLst>
            <pc:docMk/>
            <pc:sldMk cId="1730948878" sldId="323"/>
            <ac:spMk id="20" creationId="{F8101D5B-E592-418F-8C09-3621CE20AE96}"/>
          </ac:spMkLst>
        </pc:spChg>
        <pc:cxnChg chg="del">
          <ac:chgData name="Marzieh Ayati" userId="719e7aeb-c3b5-48e5-801b-084d43cd09ac" providerId="ADAL" clId="{E7482964-3932-4FEE-A663-71BF577BEEC1}" dt="2020-08-24T21:32:40.546" v="1544" actId="21"/>
          <ac:cxnSpMkLst>
            <pc:docMk/>
            <pc:sldMk cId="1730948878" sldId="323"/>
            <ac:cxnSpMk id="14" creationId="{C1CFBFC7-542D-F040-B552-DC2C6D8CF3DB}"/>
          </ac:cxnSpMkLst>
        </pc:cxnChg>
      </pc:sldChg>
      <pc:sldChg chg="addSp delSp modSp add del mod modNotesTx">
        <pc:chgData name="Marzieh Ayati" userId="719e7aeb-c3b5-48e5-801b-084d43cd09ac" providerId="ADAL" clId="{E7482964-3932-4FEE-A663-71BF577BEEC1}" dt="2020-08-25T04:48:45.906" v="1672" actId="47"/>
        <pc:sldMkLst>
          <pc:docMk/>
          <pc:sldMk cId="3140466785" sldId="326"/>
        </pc:sldMkLst>
        <pc:spChg chg="del">
          <ac:chgData name="Marzieh Ayati" userId="719e7aeb-c3b5-48e5-801b-084d43cd09ac" providerId="ADAL" clId="{E7482964-3932-4FEE-A663-71BF577BEEC1}" dt="2020-08-25T04:48:35.084" v="1668" actId="21"/>
          <ac:spMkLst>
            <pc:docMk/>
            <pc:sldMk cId="3140466785" sldId="326"/>
            <ac:spMk id="2" creationId="{0CF8AFB8-3D8B-F34D-8EC1-E5C531A09E06}"/>
          </ac:spMkLst>
        </pc:spChg>
        <pc:spChg chg="add mod">
          <ac:chgData name="Marzieh Ayati" userId="719e7aeb-c3b5-48e5-801b-084d43cd09ac" providerId="ADAL" clId="{E7482964-3932-4FEE-A663-71BF577BEEC1}" dt="2020-08-25T04:48:35.084" v="1668" actId="21"/>
          <ac:spMkLst>
            <pc:docMk/>
            <pc:sldMk cId="3140466785" sldId="326"/>
            <ac:spMk id="4" creationId="{A471460D-E02F-484A-991D-D693DF423CAA}"/>
          </ac:spMkLst>
        </pc:spChg>
        <pc:graphicFrameChg chg="del">
          <ac:chgData name="Marzieh Ayati" userId="719e7aeb-c3b5-48e5-801b-084d43cd09ac" providerId="ADAL" clId="{E7482964-3932-4FEE-A663-71BF577BEEC1}" dt="2020-08-25T04:48:35.084" v="1668" actId="21"/>
          <ac:graphicFrameMkLst>
            <pc:docMk/>
            <pc:sldMk cId="3140466785" sldId="326"/>
            <ac:graphicFrameMk id="5" creationId="{55A22AA8-2AAA-054D-BE25-9F2C2DAB1BFD}"/>
          </ac:graphicFrameMkLst>
        </pc:graphicFrameChg>
      </pc:sldChg>
      <pc:sldChg chg="add">
        <pc:chgData name="Marzieh Ayati" userId="719e7aeb-c3b5-48e5-801b-084d43cd09ac" providerId="ADAL" clId="{E7482964-3932-4FEE-A663-71BF577BEEC1}" dt="2020-08-25T04:36:02.625" v="1661"/>
        <pc:sldMkLst>
          <pc:docMk/>
          <pc:sldMk cId="2587315500" sldId="327"/>
        </pc:sldMkLst>
      </pc:sldChg>
      <pc:sldChg chg="modSp add mod">
        <pc:chgData name="Marzieh Ayati" userId="719e7aeb-c3b5-48e5-801b-084d43cd09ac" providerId="ADAL" clId="{E7482964-3932-4FEE-A663-71BF577BEEC1}" dt="2020-08-25T04:36:33.329" v="1665" actId="27636"/>
        <pc:sldMkLst>
          <pc:docMk/>
          <pc:sldMk cId="3831433550" sldId="328"/>
        </pc:sldMkLst>
        <pc:spChg chg="mod">
          <ac:chgData name="Marzieh Ayati" userId="719e7aeb-c3b5-48e5-801b-084d43cd09ac" providerId="ADAL" clId="{E7482964-3932-4FEE-A663-71BF577BEEC1}" dt="2020-08-25T04:36:33.329" v="1665" actId="27636"/>
          <ac:spMkLst>
            <pc:docMk/>
            <pc:sldMk cId="3831433550" sldId="328"/>
            <ac:spMk id="3" creationId="{00000000-0000-0000-0000-000000000000}"/>
          </ac:spMkLst>
        </pc:spChg>
      </pc:sldChg>
      <pc:sldChg chg="modSp add mod">
        <pc:chgData name="Marzieh Ayati" userId="719e7aeb-c3b5-48e5-801b-084d43cd09ac" providerId="ADAL" clId="{E7482964-3932-4FEE-A663-71BF577BEEC1}" dt="2020-08-25T04:34:12.056" v="1657" actId="27636"/>
        <pc:sldMkLst>
          <pc:docMk/>
          <pc:sldMk cId="4253411252" sldId="341"/>
        </pc:sldMkLst>
        <pc:spChg chg="mod">
          <ac:chgData name="Marzieh Ayati" userId="719e7aeb-c3b5-48e5-801b-084d43cd09ac" providerId="ADAL" clId="{E7482964-3932-4FEE-A663-71BF577BEEC1}" dt="2020-08-25T04:34:12.056" v="1657" actId="27636"/>
          <ac:spMkLst>
            <pc:docMk/>
            <pc:sldMk cId="4253411252" sldId="341"/>
            <ac:spMk id="2" creationId="{00000000-0000-0000-0000-000000000000}"/>
          </ac:spMkLst>
        </pc:spChg>
      </pc:sldChg>
      <pc:sldChg chg="add ord">
        <pc:chgData name="Marzieh Ayati" userId="719e7aeb-c3b5-48e5-801b-084d43cd09ac" providerId="ADAL" clId="{E7482964-3932-4FEE-A663-71BF577BEEC1}" dt="2020-08-25T04:33:58.092" v="1653"/>
        <pc:sldMkLst>
          <pc:docMk/>
          <pc:sldMk cId="1764501687" sldId="398"/>
        </pc:sldMkLst>
      </pc:sldChg>
      <pc:sldChg chg="modSp add mod">
        <pc:chgData name="Marzieh Ayati" userId="719e7aeb-c3b5-48e5-801b-084d43cd09ac" providerId="ADAL" clId="{E7482964-3932-4FEE-A663-71BF577BEEC1}" dt="2020-08-24T20:43:45.071" v="538" actId="20577"/>
        <pc:sldMkLst>
          <pc:docMk/>
          <pc:sldMk cId="2348967523" sldId="401"/>
        </pc:sldMkLst>
        <pc:spChg chg="mod">
          <ac:chgData name="Marzieh Ayati" userId="719e7aeb-c3b5-48e5-801b-084d43cd09ac" providerId="ADAL" clId="{E7482964-3932-4FEE-A663-71BF577BEEC1}" dt="2020-08-24T20:43:45.071" v="538" actId="20577"/>
          <ac:spMkLst>
            <pc:docMk/>
            <pc:sldMk cId="2348967523" sldId="401"/>
            <ac:spMk id="3" creationId="{00000000-0000-0000-0000-000000000000}"/>
          </ac:spMkLst>
        </pc:spChg>
      </pc:sldChg>
      <pc:sldChg chg="modSp add mod">
        <pc:chgData name="Marzieh Ayati" userId="719e7aeb-c3b5-48e5-801b-084d43cd09ac" providerId="ADAL" clId="{E7482964-3932-4FEE-A663-71BF577BEEC1}" dt="2020-08-24T20:45:08.718" v="544" actId="14100"/>
        <pc:sldMkLst>
          <pc:docMk/>
          <pc:sldMk cId="2926774509" sldId="402"/>
        </pc:sldMkLst>
        <pc:picChg chg="mod">
          <ac:chgData name="Marzieh Ayati" userId="719e7aeb-c3b5-48e5-801b-084d43cd09ac" providerId="ADAL" clId="{E7482964-3932-4FEE-A663-71BF577BEEC1}" dt="2020-08-24T20:45:08.718" v="544" actId="14100"/>
          <ac:picMkLst>
            <pc:docMk/>
            <pc:sldMk cId="2926774509" sldId="402"/>
            <ac:picMk id="4" creationId="{00000000-0000-0000-0000-000000000000}"/>
          </ac:picMkLst>
        </pc:picChg>
      </pc:sldChg>
      <pc:sldChg chg="modSp add mod">
        <pc:chgData name="Marzieh Ayati" userId="719e7aeb-c3b5-48e5-801b-084d43cd09ac" providerId="ADAL" clId="{E7482964-3932-4FEE-A663-71BF577BEEC1}" dt="2020-08-24T20:51:39.871" v="607" actId="20577"/>
        <pc:sldMkLst>
          <pc:docMk/>
          <pc:sldMk cId="1594913679" sldId="403"/>
        </pc:sldMkLst>
        <pc:spChg chg="mod">
          <ac:chgData name="Marzieh Ayati" userId="719e7aeb-c3b5-48e5-801b-084d43cd09ac" providerId="ADAL" clId="{E7482964-3932-4FEE-A663-71BF577BEEC1}" dt="2020-08-24T20:51:39.871" v="607" actId="20577"/>
          <ac:spMkLst>
            <pc:docMk/>
            <pc:sldMk cId="1594913679" sldId="403"/>
            <ac:spMk id="3" creationId="{00000000-0000-0000-0000-000000000000}"/>
          </ac:spMkLst>
        </pc:spChg>
      </pc:sldChg>
      <pc:sldChg chg="add">
        <pc:chgData name="Marzieh Ayati" userId="719e7aeb-c3b5-48e5-801b-084d43cd09ac" providerId="ADAL" clId="{E7482964-3932-4FEE-A663-71BF577BEEC1}" dt="2020-08-24T20:52:25.289" v="609"/>
        <pc:sldMkLst>
          <pc:docMk/>
          <pc:sldMk cId="2096566801" sldId="404"/>
        </pc:sldMkLst>
      </pc:sldChg>
      <pc:sldChg chg="add">
        <pc:chgData name="Marzieh Ayati" userId="719e7aeb-c3b5-48e5-801b-084d43cd09ac" providerId="ADAL" clId="{E7482964-3932-4FEE-A663-71BF577BEEC1}" dt="2020-08-24T21:30:55.287" v="1531"/>
        <pc:sldMkLst>
          <pc:docMk/>
          <pc:sldMk cId="3902230662" sldId="405"/>
        </pc:sldMkLst>
      </pc:sldChg>
      <pc:sldChg chg="modSp add mod">
        <pc:chgData name="Marzieh Ayati" userId="719e7aeb-c3b5-48e5-801b-084d43cd09ac" providerId="ADAL" clId="{E7482964-3932-4FEE-A663-71BF577BEEC1}" dt="2020-08-24T20:46:17.742" v="553" actId="5793"/>
        <pc:sldMkLst>
          <pc:docMk/>
          <pc:sldMk cId="3254017302" sldId="406"/>
        </pc:sldMkLst>
        <pc:spChg chg="mod">
          <ac:chgData name="Marzieh Ayati" userId="719e7aeb-c3b5-48e5-801b-084d43cd09ac" providerId="ADAL" clId="{E7482964-3932-4FEE-A663-71BF577BEEC1}" dt="2020-08-24T20:46:17.742" v="553" actId="5793"/>
          <ac:spMkLst>
            <pc:docMk/>
            <pc:sldMk cId="3254017302" sldId="406"/>
            <ac:spMk id="3" creationId="{00000000-0000-0000-0000-000000000000}"/>
          </ac:spMkLst>
        </pc:spChg>
      </pc:sldChg>
      <pc:sldChg chg="addSp delSp modSp add del mod">
        <pc:chgData name="Marzieh Ayati" userId="719e7aeb-c3b5-48e5-801b-084d43cd09ac" providerId="ADAL" clId="{E7482964-3932-4FEE-A663-71BF577BEEC1}" dt="2020-08-25T00:34:51.796" v="1649" actId="47"/>
        <pc:sldMkLst>
          <pc:docMk/>
          <pc:sldMk cId="2279427661" sldId="407"/>
        </pc:sldMkLst>
        <pc:spChg chg="add del mod">
          <ac:chgData name="Marzieh Ayati" userId="719e7aeb-c3b5-48e5-801b-084d43cd09ac" providerId="ADAL" clId="{E7482964-3932-4FEE-A663-71BF577BEEC1}" dt="2020-08-24T21:34:37.867" v="1564" actId="478"/>
          <ac:spMkLst>
            <pc:docMk/>
            <pc:sldMk cId="2279427661" sldId="407"/>
            <ac:spMk id="3" creationId="{93F5CEA5-952B-46BF-B3ED-02BE8C5B1139}"/>
          </ac:spMkLst>
        </pc:spChg>
        <pc:spChg chg="del">
          <ac:chgData name="Marzieh Ayati" userId="719e7aeb-c3b5-48e5-801b-084d43cd09ac" providerId="ADAL" clId="{E7482964-3932-4FEE-A663-71BF577BEEC1}" dt="2020-08-24T21:34:36.142" v="1563" actId="478"/>
          <ac:spMkLst>
            <pc:docMk/>
            <pc:sldMk cId="2279427661" sldId="407"/>
            <ac:spMk id="11266" creationId="{00000000-0000-0000-0000-000000000000}"/>
          </ac:spMkLst>
        </pc:spChg>
        <pc:picChg chg="mod">
          <ac:chgData name="Marzieh Ayati" userId="719e7aeb-c3b5-48e5-801b-084d43cd09ac" providerId="ADAL" clId="{E7482964-3932-4FEE-A663-71BF577BEEC1}" dt="2020-08-24T21:34:41.507" v="1565" actId="14100"/>
          <ac:picMkLst>
            <pc:docMk/>
            <pc:sldMk cId="2279427661" sldId="407"/>
            <ac:picMk id="5" creationId="{00000000-0000-0000-0000-000000000000}"/>
          </ac:picMkLst>
        </pc:picChg>
      </pc:sldChg>
      <pc:sldChg chg="modSp add mod">
        <pc:chgData name="Marzieh Ayati" userId="719e7aeb-c3b5-48e5-801b-084d43cd09ac" providerId="ADAL" clId="{E7482964-3932-4FEE-A663-71BF577BEEC1}" dt="2020-08-24T21:35:34.668" v="1567" actId="1076"/>
        <pc:sldMkLst>
          <pc:docMk/>
          <pc:sldMk cId="2980667719" sldId="408"/>
        </pc:sldMkLst>
        <pc:spChg chg="mod">
          <ac:chgData name="Marzieh Ayati" userId="719e7aeb-c3b5-48e5-801b-084d43cd09ac" providerId="ADAL" clId="{E7482964-3932-4FEE-A663-71BF577BEEC1}" dt="2020-08-24T21:35:34.668" v="1567" actId="1076"/>
          <ac:spMkLst>
            <pc:docMk/>
            <pc:sldMk cId="2980667719" sldId="408"/>
            <ac:spMk id="11266" creationId="{00000000-0000-0000-0000-000000000000}"/>
          </ac:spMkLst>
        </pc:spChg>
      </pc:sldChg>
      <pc:sldChg chg="modSp add mod ord">
        <pc:chgData name="Marzieh Ayati" userId="719e7aeb-c3b5-48e5-801b-084d43cd09ac" providerId="ADAL" clId="{E7482964-3932-4FEE-A663-71BF577BEEC1}" dt="2020-08-25T04:48:17.479" v="1666" actId="6549"/>
        <pc:sldMkLst>
          <pc:docMk/>
          <pc:sldMk cId="2259088435" sldId="411"/>
        </pc:sldMkLst>
        <pc:spChg chg="mod">
          <ac:chgData name="Marzieh Ayati" userId="719e7aeb-c3b5-48e5-801b-084d43cd09ac" providerId="ADAL" clId="{E7482964-3932-4FEE-A663-71BF577BEEC1}" dt="2020-08-25T04:48:17.479" v="1666" actId="6549"/>
          <ac:spMkLst>
            <pc:docMk/>
            <pc:sldMk cId="2259088435" sldId="411"/>
            <ac:spMk id="3" creationId="{00000000-0000-0000-0000-000000000000}"/>
          </ac:spMkLst>
        </pc:spChg>
      </pc:sldChg>
      <pc:sldChg chg="delSp modSp add mod">
        <pc:chgData name="Marzieh Ayati" userId="719e7aeb-c3b5-48e5-801b-084d43cd09ac" providerId="ADAL" clId="{E7482964-3932-4FEE-A663-71BF577BEEC1}" dt="2020-08-24T20:47:02.574" v="557" actId="478"/>
        <pc:sldMkLst>
          <pc:docMk/>
          <pc:sldMk cId="2669070000" sldId="412"/>
        </pc:sldMkLst>
        <pc:spChg chg="mod">
          <ac:chgData name="Marzieh Ayati" userId="719e7aeb-c3b5-48e5-801b-084d43cd09ac" providerId="ADAL" clId="{E7482964-3932-4FEE-A663-71BF577BEEC1}" dt="2020-08-24T20:46:59.910" v="556" actId="1076"/>
          <ac:spMkLst>
            <pc:docMk/>
            <pc:sldMk cId="2669070000" sldId="412"/>
            <ac:spMk id="2" creationId="{00000000-0000-0000-0000-000000000000}"/>
          </ac:spMkLst>
        </pc:spChg>
        <pc:spChg chg="del">
          <ac:chgData name="Marzieh Ayati" userId="719e7aeb-c3b5-48e5-801b-084d43cd09ac" providerId="ADAL" clId="{E7482964-3932-4FEE-A663-71BF577BEEC1}" dt="2020-08-24T20:47:02.574" v="557" actId="478"/>
          <ac:spMkLst>
            <pc:docMk/>
            <pc:sldMk cId="2669070000" sldId="412"/>
            <ac:spMk id="3" creationId="{00000000-0000-0000-0000-000000000000}"/>
          </ac:spMkLst>
        </pc:spChg>
      </pc:sldChg>
      <pc:sldChg chg="add ord">
        <pc:chgData name="Marzieh Ayati" userId="719e7aeb-c3b5-48e5-801b-084d43cd09ac" providerId="ADAL" clId="{E7482964-3932-4FEE-A663-71BF577BEEC1}" dt="2020-08-25T04:34:01.866" v="1655"/>
        <pc:sldMkLst>
          <pc:docMk/>
          <pc:sldMk cId="2494490951" sldId="413"/>
        </pc:sldMkLst>
      </pc:sldChg>
      <pc:sldChg chg="delSp modSp add del mod ord">
        <pc:chgData name="Marzieh Ayati" userId="719e7aeb-c3b5-48e5-801b-084d43cd09ac" providerId="ADAL" clId="{E7482964-3932-4FEE-A663-71BF577BEEC1}" dt="2020-08-24T21:32:35.417" v="1543" actId="47"/>
        <pc:sldMkLst>
          <pc:docMk/>
          <pc:sldMk cId="3818565539" sldId="957"/>
        </pc:sldMkLst>
        <pc:spChg chg="mod">
          <ac:chgData name="Marzieh Ayati" userId="719e7aeb-c3b5-48e5-801b-084d43cd09ac" providerId="ADAL" clId="{E7482964-3932-4FEE-A663-71BF577BEEC1}" dt="2020-08-24T21:32:02.108" v="1535" actId="1076"/>
          <ac:spMkLst>
            <pc:docMk/>
            <pc:sldMk cId="3818565539" sldId="957"/>
            <ac:spMk id="2" creationId="{A55AA184-713B-5247-A31E-6B3D2AB8DCDF}"/>
          </ac:spMkLst>
        </pc:spChg>
        <pc:grpChg chg="del">
          <ac:chgData name="Marzieh Ayati" userId="719e7aeb-c3b5-48e5-801b-084d43cd09ac" providerId="ADAL" clId="{E7482964-3932-4FEE-A663-71BF577BEEC1}" dt="2020-08-24T21:32:09.979" v="1536" actId="478"/>
          <ac:grpSpMkLst>
            <pc:docMk/>
            <pc:sldMk cId="3818565539" sldId="957"/>
            <ac:grpSpMk id="3" creationId="{C647F7D0-078E-234C-9C41-5E83AEB9DA72}"/>
          </ac:grpSpMkLst>
        </pc:grpChg>
      </pc:sldChg>
      <pc:sldChg chg="addSp delSp modSp new del mod ord">
        <pc:chgData name="Marzieh Ayati" userId="719e7aeb-c3b5-48e5-801b-084d43cd09ac" providerId="ADAL" clId="{E7482964-3932-4FEE-A663-71BF577BEEC1}" dt="2020-08-24T21:33:51.668" v="1561" actId="47"/>
        <pc:sldMkLst>
          <pc:docMk/>
          <pc:sldMk cId="1416356092" sldId="958"/>
        </pc:sldMkLst>
        <pc:spChg chg="del">
          <ac:chgData name="Marzieh Ayati" userId="719e7aeb-c3b5-48e5-801b-084d43cd09ac" providerId="ADAL" clId="{E7482964-3932-4FEE-A663-71BF577BEEC1}" dt="2020-08-24T21:33:39.947" v="1555" actId="478"/>
          <ac:spMkLst>
            <pc:docMk/>
            <pc:sldMk cId="1416356092" sldId="958"/>
            <ac:spMk id="2" creationId="{1EFD37A2-A5EF-42E9-9C11-EBB54A7A4745}"/>
          </ac:spMkLst>
        </pc:spChg>
        <pc:spChg chg="del">
          <ac:chgData name="Marzieh Ayati" userId="719e7aeb-c3b5-48e5-801b-084d43cd09ac" providerId="ADAL" clId="{E7482964-3932-4FEE-A663-71BF577BEEC1}" dt="2020-08-24T21:33:38.699" v="1554" actId="478"/>
          <ac:spMkLst>
            <pc:docMk/>
            <pc:sldMk cId="1416356092" sldId="958"/>
            <ac:spMk id="3" creationId="{A03ABA49-C130-492A-8652-6E4D56214D79}"/>
          </ac:spMkLst>
        </pc:spChg>
        <pc:picChg chg="add del mod">
          <ac:chgData name="Marzieh Ayati" userId="719e7aeb-c3b5-48e5-801b-084d43cd09ac" providerId="ADAL" clId="{E7482964-3932-4FEE-A663-71BF577BEEC1}" dt="2020-08-24T21:33:45.772" v="1558" actId="21"/>
          <ac:picMkLst>
            <pc:docMk/>
            <pc:sldMk cId="1416356092" sldId="958"/>
            <ac:picMk id="1026" creationId="{29DC2C7F-E225-4EA7-BB74-D714C09F953F}"/>
          </ac:picMkLst>
        </pc:picChg>
      </pc:sldChg>
      <pc:sldChg chg="new del">
        <pc:chgData name="Marzieh Ayati" userId="719e7aeb-c3b5-48e5-801b-084d43cd09ac" providerId="ADAL" clId="{E7482964-3932-4FEE-A663-71BF577BEEC1}" dt="2020-08-24T21:46:25.358" v="1646" actId="47"/>
        <pc:sldMkLst>
          <pc:docMk/>
          <pc:sldMk cId="1129465420" sldId="959"/>
        </pc:sldMkLst>
      </pc:sldChg>
      <pc:sldChg chg="new del">
        <pc:chgData name="Marzieh Ayati" userId="719e7aeb-c3b5-48e5-801b-084d43cd09ac" providerId="ADAL" clId="{E7482964-3932-4FEE-A663-71BF577BEEC1}" dt="2020-08-24T21:31:07.521" v="1532" actId="47"/>
        <pc:sldMkLst>
          <pc:docMk/>
          <pc:sldMk cId="225244004" sldId="960"/>
        </pc:sldMkLst>
      </pc:sldChg>
      <pc:sldChg chg="delSp modSp new mod">
        <pc:chgData name="Marzieh Ayati" userId="719e7aeb-c3b5-48e5-801b-084d43cd09ac" providerId="ADAL" clId="{E7482964-3932-4FEE-A663-71BF577BEEC1}" dt="2020-08-24T20:48:06.030" v="595" actId="1076"/>
        <pc:sldMkLst>
          <pc:docMk/>
          <pc:sldMk cId="2239691876" sldId="961"/>
        </pc:sldMkLst>
        <pc:spChg chg="mod">
          <ac:chgData name="Marzieh Ayati" userId="719e7aeb-c3b5-48e5-801b-084d43cd09ac" providerId="ADAL" clId="{E7482964-3932-4FEE-A663-71BF577BEEC1}" dt="2020-08-24T20:48:06.030" v="595" actId="1076"/>
          <ac:spMkLst>
            <pc:docMk/>
            <pc:sldMk cId="2239691876" sldId="961"/>
            <ac:spMk id="2" creationId="{242B7A7E-173C-47A2-98DF-EBC5E05ECC8F}"/>
          </ac:spMkLst>
        </pc:spChg>
        <pc:spChg chg="del">
          <ac:chgData name="Marzieh Ayati" userId="719e7aeb-c3b5-48e5-801b-084d43cd09ac" providerId="ADAL" clId="{E7482964-3932-4FEE-A663-71BF577BEEC1}" dt="2020-08-24T20:47:51.118" v="559" actId="478"/>
          <ac:spMkLst>
            <pc:docMk/>
            <pc:sldMk cId="2239691876" sldId="961"/>
            <ac:spMk id="3" creationId="{A11B3344-1CCE-4FE8-A9BF-9FFB8385095C}"/>
          </ac:spMkLst>
        </pc:spChg>
      </pc:sldChg>
      <pc:sldChg chg="addSp modSp new del mod">
        <pc:chgData name="Marzieh Ayati" userId="719e7aeb-c3b5-48e5-801b-084d43cd09ac" providerId="ADAL" clId="{E7482964-3932-4FEE-A663-71BF577BEEC1}" dt="2020-08-24T21:19:38.616" v="1348" actId="47"/>
        <pc:sldMkLst>
          <pc:docMk/>
          <pc:sldMk cId="3445238262" sldId="962"/>
        </pc:sldMkLst>
        <pc:spChg chg="mod">
          <ac:chgData name="Marzieh Ayati" userId="719e7aeb-c3b5-48e5-801b-084d43cd09ac" providerId="ADAL" clId="{E7482964-3932-4FEE-A663-71BF577BEEC1}" dt="2020-08-24T21:02:13.984" v="777" actId="21"/>
          <ac:spMkLst>
            <pc:docMk/>
            <pc:sldMk cId="3445238262" sldId="962"/>
            <ac:spMk id="2" creationId="{FFA1A983-262A-44E5-B20C-6F3F4D89D206}"/>
          </ac:spMkLst>
        </pc:spChg>
        <pc:spChg chg="mod">
          <ac:chgData name="Marzieh Ayati" userId="719e7aeb-c3b5-48e5-801b-084d43cd09ac" providerId="ADAL" clId="{E7482964-3932-4FEE-A663-71BF577BEEC1}" dt="2020-08-24T21:02:23.904" v="780" actId="21"/>
          <ac:spMkLst>
            <pc:docMk/>
            <pc:sldMk cId="3445238262" sldId="962"/>
            <ac:spMk id="3" creationId="{36E2092C-E48A-4F9F-B66B-9A91D5300C06}"/>
          </ac:spMkLst>
        </pc:spChg>
        <pc:spChg chg="add mod">
          <ac:chgData name="Marzieh Ayati" userId="719e7aeb-c3b5-48e5-801b-084d43cd09ac" providerId="ADAL" clId="{E7482964-3932-4FEE-A663-71BF577BEEC1}" dt="2020-08-24T20:59:53.725" v="670" actId="1076"/>
          <ac:spMkLst>
            <pc:docMk/>
            <pc:sldMk cId="3445238262" sldId="962"/>
            <ac:spMk id="4" creationId="{12C3FCD2-040D-4578-8619-CB1563DECC16}"/>
          </ac:spMkLst>
        </pc:spChg>
      </pc:sldChg>
      <pc:sldChg chg="addSp delSp modSp new mod">
        <pc:chgData name="Marzieh Ayati" userId="719e7aeb-c3b5-48e5-801b-084d43cd09ac" providerId="ADAL" clId="{E7482964-3932-4FEE-A663-71BF577BEEC1}" dt="2020-08-24T21:30:33.648" v="1530" actId="6549"/>
        <pc:sldMkLst>
          <pc:docMk/>
          <pc:sldMk cId="3599216748" sldId="963"/>
        </pc:sldMkLst>
        <pc:spChg chg="del">
          <ac:chgData name="Marzieh Ayati" userId="719e7aeb-c3b5-48e5-801b-084d43cd09ac" providerId="ADAL" clId="{E7482964-3932-4FEE-A663-71BF577BEEC1}" dt="2020-08-24T21:02:05.309" v="774" actId="478"/>
          <ac:spMkLst>
            <pc:docMk/>
            <pc:sldMk cId="3599216748" sldId="963"/>
            <ac:spMk id="2" creationId="{D02F0580-50BD-4772-86A8-808894FEB9DA}"/>
          </ac:spMkLst>
        </pc:spChg>
        <pc:spChg chg="del">
          <ac:chgData name="Marzieh Ayati" userId="719e7aeb-c3b5-48e5-801b-084d43cd09ac" providerId="ADAL" clId="{E7482964-3932-4FEE-A663-71BF577BEEC1}" dt="2020-08-24T21:02:04.190" v="773" actId="478"/>
          <ac:spMkLst>
            <pc:docMk/>
            <pc:sldMk cId="3599216748" sldId="963"/>
            <ac:spMk id="3" creationId="{A9C52D36-C2F4-4A11-8F6C-D59F93EC365E}"/>
          </ac:spMkLst>
        </pc:spChg>
        <pc:spChg chg="add">
          <ac:chgData name="Marzieh Ayati" userId="719e7aeb-c3b5-48e5-801b-084d43cd09ac" providerId="ADAL" clId="{E7482964-3932-4FEE-A663-71BF577BEEC1}" dt="2020-08-24T21:02:02.070" v="772"/>
          <ac:spMkLst>
            <pc:docMk/>
            <pc:sldMk cId="3599216748" sldId="963"/>
            <ac:spMk id="4" creationId="{B6F734FB-FA3A-4D8F-ACA0-CA2CA2AC03E2}"/>
          </ac:spMkLst>
        </pc:spChg>
        <pc:spChg chg="add mod">
          <ac:chgData name="Marzieh Ayati" userId="719e7aeb-c3b5-48e5-801b-084d43cd09ac" providerId="ADAL" clId="{E7482964-3932-4FEE-A663-71BF577BEEC1}" dt="2020-08-24T21:30:33.648" v="1530" actId="6549"/>
          <ac:spMkLst>
            <pc:docMk/>
            <pc:sldMk cId="3599216748" sldId="963"/>
            <ac:spMk id="5" creationId="{1F5157FB-2ECD-4B18-ABC7-BFFBA6E53B11}"/>
          </ac:spMkLst>
        </pc:spChg>
      </pc:sldChg>
      <pc:sldChg chg="addSp delSp modSp new mod modAnim">
        <pc:chgData name="Marzieh Ayati" userId="719e7aeb-c3b5-48e5-801b-084d43cd09ac" providerId="ADAL" clId="{E7482964-3932-4FEE-A663-71BF577BEEC1}" dt="2020-08-24T21:29:05.560" v="1529"/>
        <pc:sldMkLst>
          <pc:docMk/>
          <pc:sldMk cId="4197636638" sldId="964"/>
        </pc:sldMkLst>
        <pc:spChg chg="mod">
          <ac:chgData name="Marzieh Ayati" userId="719e7aeb-c3b5-48e5-801b-084d43cd09ac" providerId="ADAL" clId="{E7482964-3932-4FEE-A663-71BF577BEEC1}" dt="2020-08-24T21:24:00.877" v="1505" actId="5793"/>
          <ac:spMkLst>
            <pc:docMk/>
            <pc:sldMk cId="4197636638" sldId="964"/>
            <ac:spMk id="2" creationId="{FB2163BE-04E3-40F2-A0D1-D909CEC3FA26}"/>
          </ac:spMkLst>
        </pc:spChg>
        <pc:spChg chg="mod">
          <ac:chgData name="Marzieh Ayati" userId="719e7aeb-c3b5-48e5-801b-084d43cd09ac" providerId="ADAL" clId="{E7482964-3932-4FEE-A663-71BF577BEEC1}" dt="2020-08-24T21:28:48.724" v="1527" actId="14100"/>
          <ac:spMkLst>
            <pc:docMk/>
            <pc:sldMk cId="4197636638" sldId="964"/>
            <ac:spMk id="3" creationId="{CF6BF045-AA8B-4039-9C5A-3E69DCA606F1}"/>
          </ac:spMkLst>
        </pc:spChg>
        <pc:spChg chg="add del mod">
          <ac:chgData name="Marzieh Ayati" userId="719e7aeb-c3b5-48e5-801b-084d43cd09ac" providerId="ADAL" clId="{E7482964-3932-4FEE-A663-71BF577BEEC1}" dt="2020-08-24T21:20:30.208" v="1373"/>
          <ac:spMkLst>
            <pc:docMk/>
            <pc:sldMk cId="4197636638" sldId="964"/>
            <ac:spMk id="4" creationId="{4F09893D-DB89-491B-B934-29E1189C26F5}"/>
          </ac:spMkLst>
        </pc:spChg>
        <pc:spChg chg="add del mod">
          <ac:chgData name="Marzieh Ayati" userId="719e7aeb-c3b5-48e5-801b-084d43cd09ac" providerId="ADAL" clId="{E7482964-3932-4FEE-A663-71BF577BEEC1}" dt="2020-08-24T21:19:58.652" v="1363"/>
          <ac:spMkLst>
            <pc:docMk/>
            <pc:sldMk cId="4197636638" sldId="964"/>
            <ac:spMk id="5" creationId="{BA23671C-68AB-491E-B985-BA4664D18A89}"/>
          </ac:spMkLst>
        </pc:spChg>
        <pc:spChg chg="add del">
          <ac:chgData name="Marzieh Ayati" userId="719e7aeb-c3b5-48e5-801b-084d43cd09ac" providerId="ADAL" clId="{E7482964-3932-4FEE-A663-71BF577BEEC1}" dt="2020-08-24T21:19:55.438" v="1359"/>
          <ac:spMkLst>
            <pc:docMk/>
            <pc:sldMk cId="4197636638" sldId="964"/>
            <ac:spMk id="6" creationId="{086691F6-0B48-4D7F-B8C3-0E822D2A7D01}"/>
          </ac:spMkLst>
        </pc:spChg>
        <pc:spChg chg="add del">
          <ac:chgData name="Marzieh Ayati" userId="719e7aeb-c3b5-48e5-801b-084d43cd09ac" providerId="ADAL" clId="{E7482964-3932-4FEE-A663-71BF577BEEC1}" dt="2020-08-24T21:19:55.162" v="1358"/>
          <ac:spMkLst>
            <pc:docMk/>
            <pc:sldMk cId="4197636638" sldId="964"/>
            <ac:spMk id="7" creationId="{55A1145C-F925-4692-B5EA-E30AB0FAA31A}"/>
          </ac:spMkLst>
        </pc:spChg>
        <pc:spChg chg="add del mod">
          <ac:chgData name="Marzieh Ayati" userId="719e7aeb-c3b5-48e5-801b-084d43cd09ac" providerId="ADAL" clId="{E7482964-3932-4FEE-A663-71BF577BEEC1}" dt="2020-08-24T21:29:05.560" v="1529"/>
          <ac:spMkLst>
            <pc:docMk/>
            <pc:sldMk cId="4197636638" sldId="964"/>
            <ac:spMk id="8" creationId="{1315ABFC-DC04-40CF-8290-2F0C032E8D3B}"/>
          </ac:spMkLst>
        </pc:spChg>
      </pc:sldChg>
      <pc:sldChg chg="modSp add mod ord modAnim">
        <pc:chgData name="Marzieh Ayati" userId="719e7aeb-c3b5-48e5-801b-084d43cd09ac" providerId="ADAL" clId="{E7482964-3932-4FEE-A663-71BF577BEEC1}" dt="2020-08-24T21:24:05.179" v="1508" actId="20577"/>
        <pc:sldMkLst>
          <pc:docMk/>
          <pc:sldMk cId="107862635" sldId="965"/>
        </pc:sldMkLst>
        <pc:spChg chg="mod">
          <ac:chgData name="Marzieh Ayati" userId="719e7aeb-c3b5-48e5-801b-084d43cd09ac" providerId="ADAL" clId="{E7482964-3932-4FEE-A663-71BF577BEEC1}" dt="2020-08-24T21:24:05.179" v="1508" actId="20577"/>
          <ac:spMkLst>
            <pc:docMk/>
            <pc:sldMk cId="107862635" sldId="965"/>
            <ac:spMk id="2" creationId="{FB2163BE-04E3-40F2-A0D1-D909CEC3FA26}"/>
          </ac:spMkLst>
        </pc:spChg>
        <pc:spChg chg="mod">
          <ac:chgData name="Marzieh Ayati" userId="719e7aeb-c3b5-48e5-801b-084d43cd09ac" providerId="ADAL" clId="{E7482964-3932-4FEE-A663-71BF577BEEC1}" dt="2020-08-24T21:20:45.901" v="1380" actId="20577"/>
          <ac:spMkLst>
            <pc:docMk/>
            <pc:sldMk cId="107862635" sldId="965"/>
            <ac:spMk id="3" creationId="{CF6BF045-AA8B-4039-9C5A-3E69DCA606F1}"/>
          </ac:spMkLst>
        </pc:spChg>
      </pc:sldChg>
      <pc:sldChg chg="addSp delSp modSp new mod">
        <pc:chgData name="Marzieh Ayati" userId="719e7aeb-c3b5-48e5-801b-084d43cd09ac" providerId="ADAL" clId="{E7482964-3932-4FEE-A663-71BF577BEEC1}" dt="2020-08-24T21:32:31.565" v="1542" actId="113"/>
        <pc:sldMkLst>
          <pc:docMk/>
          <pc:sldMk cId="3442560705" sldId="966"/>
        </pc:sldMkLst>
        <pc:spChg chg="del">
          <ac:chgData name="Marzieh Ayati" userId="719e7aeb-c3b5-48e5-801b-084d43cd09ac" providerId="ADAL" clId="{E7482964-3932-4FEE-A663-71BF577BEEC1}" dt="2020-08-24T21:32:27.899" v="1541" actId="478"/>
          <ac:spMkLst>
            <pc:docMk/>
            <pc:sldMk cId="3442560705" sldId="966"/>
            <ac:spMk id="2" creationId="{60B23DEA-8CD0-4D18-94E6-E98CC04BA1B7}"/>
          </ac:spMkLst>
        </pc:spChg>
        <pc:spChg chg="del">
          <ac:chgData name="Marzieh Ayati" userId="719e7aeb-c3b5-48e5-801b-084d43cd09ac" providerId="ADAL" clId="{E7482964-3932-4FEE-A663-71BF577BEEC1}" dt="2020-08-24T21:32:26.524" v="1540" actId="478"/>
          <ac:spMkLst>
            <pc:docMk/>
            <pc:sldMk cId="3442560705" sldId="966"/>
            <ac:spMk id="3" creationId="{8C1EAEEB-BE91-43CD-A6B4-0B445385DE53}"/>
          </ac:spMkLst>
        </pc:spChg>
        <pc:spChg chg="add mod">
          <ac:chgData name="Marzieh Ayati" userId="719e7aeb-c3b5-48e5-801b-084d43cd09ac" providerId="ADAL" clId="{E7482964-3932-4FEE-A663-71BF577BEEC1}" dt="2020-08-24T21:32:31.565" v="1542" actId="113"/>
          <ac:spMkLst>
            <pc:docMk/>
            <pc:sldMk cId="3442560705" sldId="966"/>
            <ac:spMk id="4" creationId="{42F2E66D-C614-4596-9E2E-6FA151C22317}"/>
          </ac:spMkLst>
        </pc:spChg>
        <pc:spChg chg="add">
          <ac:chgData name="Marzieh Ayati" userId="719e7aeb-c3b5-48e5-801b-084d43cd09ac" providerId="ADAL" clId="{E7482964-3932-4FEE-A663-71BF577BEEC1}" dt="2020-08-24T21:32:24.417" v="1539"/>
          <ac:spMkLst>
            <pc:docMk/>
            <pc:sldMk cId="3442560705" sldId="966"/>
            <ac:spMk id="5" creationId="{DFA07F7A-384A-4CE6-82D4-BB5C3E751960}"/>
          </ac:spMkLst>
        </pc:spChg>
      </pc:sldChg>
      <pc:sldChg chg="addSp delSp new mod">
        <pc:chgData name="Marzieh Ayati" userId="719e7aeb-c3b5-48e5-801b-084d43cd09ac" providerId="ADAL" clId="{E7482964-3932-4FEE-A663-71BF577BEEC1}" dt="2020-08-24T21:32:50.852" v="1550"/>
        <pc:sldMkLst>
          <pc:docMk/>
          <pc:sldMk cId="3438661468" sldId="967"/>
        </pc:sldMkLst>
        <pc:spChg chg="del">
          <ac:chgData name="Marzieh Ayati" userId="719e7aeb-c3b5-48e5-801b-084d43cd09ac" providerId="ADAL" clId="{E7482964-3932-4FEE-A663-71BF577BEEC1}" dt="2020-08-24T21:32:49.820" v="1549" actId="478"/>
          <ac:spMkLst>
            <pc:docMk/>
            <pc:sldMk cId="3438661468" sldId="967"/>
            <ac:spMk id="2" creationId="{5E884A2B-39F5-4D8F-B84B-9C315FB60820}"/>
          </ac:spMkLst>
        </pc:spChg>
        <pc:spChg chg="del">
          <ac:chgData name="Marzieh Ayati" userId="719e7aeb-c3b5-48e5-801b-084d43cd09ac" providerId="ADAL" clId="{E7482964-3932-4FEE-A663-71BF577BEEC1}" dt="2020-08-24T21:32:48.700" v="1548" actId="478"/>
          <ac:spMkLst>
            <pc:docMk/>
            <pc:sldMk cId="3438661468" sldId="967"/>
            <ac:spMk id="3" creationId="{B3FC74AC-98F7-4612-9E46-90EEC41B3C26}"/>
          </ac:spMkLst>
        </pc:spChg>
        <pc:spChg chg="add del">
          <ac:chgData name="Marzieh Ayati" userId="719e7aeb-c3b5-48e5-801b-084d43cd09ac" providerId="ADAL" clId="{E7482964-3932-4FEE-A663-71BF577BEEC1}" dt="2020-08-24T21:32:45.483" v="1547"/>
          <ac:spMkLst>
            <pc:docMk/>
            <pc:sldMk cId="3438661468" sldId="967"/>
            <ac:spMk id="4" creationId="{C3A61FD0-5119-4724-8D7F-BBC3954EA738}"/>
          </ac:spMkLst>
        </pc:spChg>
        <pc:spChg chg="add del">
          <ac:chgData name="Marzieh Ayati" userId="719e7aeb-c3b5-48e5-801b-084d43cd09ac" providerId="ADAL" clId="{E7482964-3932-4FEE-A663-71BF577BEEC1}" dt="2020-08-24T21:32:45.483" v="1547"/>
          <ac:spMkLst>
            <pc:docMk/>
            <pc:sldMk cId="3438661468" sldId="967"/>
            <ac:spMk id="5" creationId="{FFC261F9-F7C3-4B8B-9843-BDC253906ED5}"/>
          </ac:spMkLst>
        </pc:spChg>
        <pc:spChg chg="add del">
          <ac:chgData name="Marzieh Ayati" userId="719e7aeb-c3b5-48e5-801b-084d43cd09ac" providerId="ADAL" clId="{E7482964-3932-4FEE-A663-71BF577BEEC1}" dt="2020-08-24T21:32:45.483" v="1547"/>
          <ac:spMkLst>
            <pc:docMk/>
            <pc:sldMk cId="3438661468" sldId="967"/>
            <ac:spMk id="6" creationId="{9D734363-D848-469D-BC73-4EF0948D8AFB}"/>
          </ac:spMkLst>
        </pc:spChg>
        <pc:spChg chg="add del">
          <ac:chgData name="Marzieh Ayati" userId="719e7aeb-c3b5-48e5-801b-084d43cd09ac" providerId="ADAL" clId="{E7482964-3932-4FEE-A663-71BF577BEEC1}" dt="2020-08-24T21:32:45.483" v="1547"/>
          <ac:spMkLst>
            <pc:docMk/>
            <pc:sldMk cId="3438661468" sldId="967"/>
            <ac:spMk id="7" creationId="{DDE3787D-DCB1-4277-B535-DAC3F0E9F549}"/>
          </ac:spMkLst>
        </pc:spChg>
        <pc:spChg chg="add del">
          <ac:chgData name="Marzieh Ayati" userId="719e7aeb-c3b5-48e5-801b-084d43cd09ac" providerId="ADAL" clId="{E7482964-3932-4FEE-A663-71BF577BEEC1}" dt="2020-08-24T21:32:45.483" v="1547"/>
          <ac:spMkLst>
            <pc:docMk/>
            <pc:sldMk cId="3438661468" sldId="967"/>
            <ac:spMk id="8" creationId="{E5FC0C3A-FF3F-4585-9E65-07A9763F8BF3}"/>
          </ac:spMkLst>
        </pc:spChg>
        <pc:spChg chg="add del">
          <ac:chgData name="Marzieh Ayati" userId="719e7aeb-c3b5-48e5-801b-084d43cd09ac" providerId="ADAL" clId="{E7482964-3932-4FEE-A663-71BF577BEEC1}" dt="2020-08-24T21:32:45.483" v="1547"/>
          <ac:spMkLst>
            <pc:docMk/>
            <pc:sldMk cId="3438661468" sldId="967"/>
            <ac:spMk id="9" creationId="{BA571B08-0666-439E-8F62-6546BB098D18}"/>
          </ac:spMkLst>
        </pc:spChg>
        <pc:spChg chg="add del">
          <ac:chgData name="Marzieh Ayati" userId="719e7aeb-c3b5-48e5-801b-084d43cd09ac" providerId="ADAL" clId="{E7482964-3932-4FEE-A663-71BF577BEEC1}" dt="2020-08-24T21:32:45.483" v="1547"/>
          <ac:spMkLst>
            <pc:docMk/>
            <pc:sldMk cId="3438661468" sldId="967"/>
            <ac:spMk id="10" creationId="{F962D21A-7307-4E97-866C-32F86B448443}"/>
          </ac:spMkLst>
        </pc:spChg>
        <pc:spChg chg="add del">
          <ac:chgData name="Marzieh Ayati" userId="719e7aeb-c3b5-48e5-801b-084d43cd09ac" providerId="ADAL" clId="{E7482964-3932-4FEE-A663-71BF577BEEC1}" dt="2020-08-24T21:32:45.483" v="1547"/>
          <ac:spMkLst>
            <pc:docMk/>
            <pc:sldMk cId="3438661468" sldId="967"/>
            <ac:spMk id="11" creationId="{E04208BC-128E-4CAA-A940-074DEBFDAA26}"/>
          </ac:spMkLst>
        </pc:spChg>
        <pc:spChg chg="add del">
          <ac:chgData name="Marzieh Ayati" userId="719e7aeb-c3b5-48e5-801b-084d43cd09ac" providerId="ADAL" clId="{E7482964-3932-4FEE-A663-71BF577BEEC1}" dt="2020-08-24T21:32:45.483" v="1547"/>
          <ac:spMkLst>
            <pc:docMk/>
            <pc:sldMk cId="3438661468" sldId="967"/>
            <ac:spMk id="12" creationId="{046B3616-B9E8-4CEE-ADE2-DED8EC349C95}"/>
          </ac:spMkLst>
        </pc:spChg>
        <pc:spChg chg="add del">
          <ac:chgData name="Marzieh Ayati" userId="719e7aeb-c3b5-48e5-801b-084d43cd09ac" providerId="ADAL" clId="{E7482964-3932-4FEE-A663-71BF577BEEC1}" dt="2020-08-24T21:32:45.483" v="1547"/>
          <ac:spMkLst>
            <pc:docMk/>
            <pc:sldMk cId="3438661468" sldId="967"/>
            <ac:spMk id="13" creationId="{7A01D093-E57C-4669-A8DE-F8C01316875B}"/>
          </ac:spMkLst>
        </pc:spChg>
        <pc:spChg chg="add del">
          <ac:chgData name="Marzieh Ayati" userId="719e7aeb-c3b5-48e5-801b-084d43cd09ac" providerId="ADAL" clId="{E7482964-3932-4FEE-A663-71BF577BEEC1}" dt="2020-08-24T21:32:45.483" v="1547"/>
          <ac:spMkLst>
            <pc:docMk/>
            <pc:sldMk cId="3438661468" sldId="967"/>
            <ac:spMk id="14" creationId="{65FAC62B-F724-4352-8C8A-6B38DA8B216B}"/>
          </ac:spMkLst>
        </pc:spChg>
        <pc:spChg chg="add del">
          <ac:chgData name="Marzieh Ayati" userId="719e7aeb-c3b5-48e5-801b-084d43cd09ac" providerId="ADAL" clId="{E7482964-3932-4FEE-A663-71BF577BEEC1}" dt="2020-08-24T21:32:45.483" v="1547"/>
          <ac:spMkLst>
            <pc:docMk/>
            <pc:sldMk cId="3438661468" sldId="967"/>
            <ac:spMk id="15" creationId="{FFD1CC26-BBC9-4AAA-A708-1AE1A2C81281}"/>
          </ac:spMkLst>
        </pc:spChg>
        <pc:spChg chg="add del">
          <ac:chgData name="Marzieh Ayati" userId="719e7aeb-c3b5-48e5-801b-084d43cd09ac" providerId="ADAL" clId="{E7482964-3932-4FEE-A663-71BF577BEEC1}" dt="2020-08-24T21:32:45.483" v="1547"/>
          <ac:spMkLst>
            <pc:docMk/>
            <pc:sldMk cId="3438661468" sldId="967"/>
            <ac:spMk id="17" creationId="{3AA9D9F6-34C9-466F-A155-8B47E51C7B51}"/>
          </ac:spMkLst>
        </pc:spChg>
        <pc:spChg chg="add del">
          <ac:chgData name="Marzieh Ayati" userId="719e7aeb-c3b5-48e5-801b-084d43cd09ac" providerId="ADAL" clId="{E7482964-3932-4FEE-A663-71BF577BEEC1}" dt="2020-08-24T21:32:45.483" v="1547"/>
          <ac:spMkLst>
            <pc:docMk/>
            <pc:sldMk cId="3438661468" sldId="967"/>
            <ac:spMk id="18" creationId="{60819B28-BA6A-48E7-BB74-B525E5C5ADA9}"/>
          </ac:spMkLst>
        </pc:spChg>
        <pc:spChg chg="add">
          <ac:chgData name="Marzieh Ayati" userId="719e7aeb-c3b5-48e5-801b-084d43cd09ac" providerId="ADAL" clId="{E7482964-3932-4FEE-A663-71BF577BEEC1}" dt="2020-08-24T21:32:50.852" v="1550"/>
          <ac:spMkLst>
            <pc:docMk/>
            <pc:sldMk cId="3438661468" sldId="967"/>
            <ac:spMk id="19" creationId="{CF3CC121-ECCA-4339-8857-8A81EF7C93A1}"/>
          </ac:spMkLst>
        </pc:spChg>
        <pc:spChg chg="add">
          <ac:chgData name="Marzieh Ayati" userId="719e7aeb-c3b5-48e5-801b-084d43cd09ac" providerId="ADAL" clId="{E7482964-3932-4FEE-A663-71BF577BEEC1}" dt="2020-08-24T21:32:50.852" v="1550"/>
          <ac:spMkLst>
            <pc:docMk/>
            <pc:sldMk cId="3438661468" sldId="967"/>
            <ac:spMk id="20" creationId="{484709F4-6C93-4EF8-AF5C-3AB19D06F8E2}"/>
          </ac:spMkLst>
        </pc:spChg>
        <pc:spChg chg="add">
          <ac:chgData name="Marzieh Ayati" userId="719e7aeb-c3b5-48e5-801b-084d43cd09ac" providerId="ADAL" clId="{E7482964-3932-4FEE-A663-71BF577BEEC1}" dt="2020-08-24T21:32:50.852" v="1550"/>
          <ac:spMkLst>
            <pc:docMk/>
            <pc:sldMk cId="3438661468" sldId="967"/>
            <ac:spMk id="21" creationId="{DAC09AE7-36F1-4CCB-9AB2-A1A680BF19F7}"/>
          </ac:spMkLst>
        </pc:spChg>
        <pc:spChg chg="add">
          <ac:chgData name="Marzieh Ayati" userId="719e7aeb-c3b5-48e5-801b-084d43cd09ac" providerId="ADAL" clId="{E7482964-3932-4FEE-A663-71BF577BEEC1}" dt="2020-08-24T21:32:50.852" v="1550"/>
          <ac:spMkLst>
            <pc:docMk/>
            <pc:sldMk cId="3438661468" sldId="967"/>
            <ac:spMk id="22" creationId="{31A78877-2A7A-4F4B-B177-6B006AA40BED}"/>
          </ac:spMkLst>
        </pc:spChg>
        <pc:spChg chg="add">
          <ac:chgData name="Marzieh Ayati" userId="719e7aeb-c3b5-48e5-801b-084d43cd09ac" providerId="ADAL" clId="{E7482964-3932-4FEE-A663-71BF577BEEC1}" dt="2020-08-24T21:32:50.852" v="1550"/>
          <ac:spMkLst>
            <pc:docMk/>
            <pc:sldMk cId="3438661468" sldId="967"/>
            <ac:spMk id="23" creationId="{0AE19B40-16D0-435A-8FB5-ACC8CCD29957}"/>
          </ac:spMkLst>
        </pc:spChg>
        <pc:spChg chg="add">
          <ac:chgData name="Marzieh Ayati" userId="719e7aeb-c3b5-48e5-801b-084d43cd09ac" providerId="ADAL" clId="{E7482964-3932-4FEE-A663-71BF577BEEC1}" dt="2020-08-24T21:32:50.852" v="1550"/>
          <ac:spMkLst>
            <pc:docMk/>
            <pc:sldMk cId="3438661468" sldId="967"/>
            <ac:spMk id="24" creationId="{95D0196B-A39A-44FB-9FAD-9BD4BB2C08A7}"/>
          </ac:spMkLst>
        </pc:spChg>
        <pc:spChg chg="add">
          <ac:chgData name="Marzieh Ayati" userId="719e7aeb-c3b5-48e5-801b-084d43cd09ac" providerId="ADAL" clId="{E7482964-3932-4FEE-A663-71BF577BEEC1}" dt="2020-08-24T21:32:50.852" v="1550"/>
          <ac:spMkLst>
            <pc:docMk/>
            <pc:sldMk cId="3438661468" sldId="967"/>
            <ac:spMk id="25" creationId="{856DD3E5-C6EA-4E9E-BFCF-48AD3103732D}"/>
          </ac:spMkLst>
        </pc:spChg>
        <pc:spChg chg="add">
          <ac:chgData name="Marzieh Ayati" userId="719e7aeb-c3b5-48e5-801b-084d43cd09ac" providerId="ADAL" clId="{E7482964-3932-4FEE-A663-71BF577BEEC1}" dt="2020-08-24T21:32:50.852" v="1550"/>
          <ac:spMkLst>
            <pc:docMk/>
            <pc:sldMk cId="3438661468" sldId="967"/>
            <ac:spMk id="26" creationId="{99DB000E-3CB7-48DE-8F2A-3A23AA8A9CB9}"/>
          </ac:spMkLst>
        </pc:spChg>
        <pc:spChg chg="add">
          <ac:chgData name="Marzieh Ayati" userId="719e7aeb-c3b5-48e5-801b-084d43cd09ac" providerId="ADAL" clId="{E7482964-3932-4FEE-A663-71BF577BEEC1}" dt="2020-08-24T21:32:50.852" v="1550"/>
          <ac:spMkLst>
            <pc:docMk/>
            <pc:sldMk cId="3438661468" sldId="967"/>
            <ac:spMk id="27" creationId="{A3C7E0C7-5C61-4706-A9DF-6930899C869F}"/>
          </ac:spMkLst>
        </pc:spChg>
        <pc:spChg chg="add">
          <ac:chgData name="Marzieh Ayati" userId="719e7aeb-c3b5-48e5-801b-084d43cd09ac" providerId="ADAL" clId="{E7482964-3932-4FEE-A663-71BF577BEEC1}" dt="2020-08-24T21:32:50.852" v="1550"/>
          <ac:spMkLst>
            <pc:docMk/>
            <pc:sldMk cId="3438661468" sldId="967"/>
            <ac:spMk id="28" creationId="{11083D4A-99B7-42E0-9804-7854AB973B3A}"/>
          </ac:spMkLst>
        </pc:spChg>
        <pc:spChg chg="add">
          <ac:chgData name="Marzieh Ayati" userId="719e7aeb-c3b5-48e5-801b-084d43cd09ac" providerId="ADAL" clId="{E7482964-3932-4FEE-A663-71BF577BEEC1}" dt="2020-08-24T21:32:50.852" v="1550"/>
          <ac:spMkLst>
            <pc:docMk/>
            <pc:sldMk cId="3438661468" sldId="967"/>
            <ac:spMk id="29" creationId="{7A3E9740-3E39-4012-BACA-92D6FC336D9C}"/>
          </ac:spMkLst>
        </pc:spChg>
        <pc:spChg chg="add">
          <ac:chgData name="Marzieh Ayati" userId="719e7aeb-c3b5-48e5-801b-084d43cd09ac" providerId="ADAL" clId="{E7482964-3932-4FEE-A663-71BF577BEEC1}" dt="2020-08-24T21:32:50.852" v="1550"/>
          <ac:spMkLst>
            <pc:docMk/>
            <pc:sldMk cId="3438661468" sldId="967"/>
            <ac:spMk id="30" creationId="{1D20F3C6-B71F-45C9-9E2E-864872B1C119}"/>
          </ac:spMkLst>
        </pc:spChg>
        <pc:spChg chg="add">
          <ac:chgData name="Marzieh Ayati" userId="719e7aeb-c3b5-48e5-801b-084d43cd09ac" providerId="ADAL" clId="{E7482964-3932-4FEE-A663-71BF577BEEC1}" dt="2020-08-24T21:32:50.852" v="1550"/>
          <ac:spMkLst>
            <pc:docMk/>
            <pc:sldMk cId="3438661468" sldId="967"/>
            <ac:spMk id="32" creationId="{0CAC402F-0B54-4A24-96C2-273AC969FF9D}"/>
          </ac:spMkLst>
        </pc:spChg>
        <pc:spChg chg="add">
          <ac:chgData name="Marzieh Ayati" userId="719e7aeb-c3b5-48e5-801b-084d43cd09ac" providerId="ADAL" clId="{E7482964-3932-4FEE-A663-71BF577BEEC1}" dt="2020-08-24T21:32:50.852" v="1550"/>
          <ac:spMkLst>
            <pc:docMk/>
            <pc:sldMk cId="3438661468" sldId="967"/>
            <ac:spMk id="33" creationId="{4346A7D1-4A32-490A-82C0-2CD1D2FF8EF5}"/>
          </ac:spMkLst>
        </pc:spChg>
        <pc:cxnChg chg="add del">
          <ac:chgData name="Marzieh Ayati" userId="719e7aeb-c3b5-48e5-801b-084d43cd09ac" providerId="ADAL" clId="{E7482964-3932-4FEE-A663-71BF577BEEC1}" dt="2020-08-24T21:32:45.483" v="1547"/>
          <ac:cxnSpMkLst>
            <pc:docMk/>
            <pc:sldMk cId="3438661468" sldId="967"/>
            <ac:cxnSpMk id="16" creationId="{ACF7123C-2BBF-4A12-BAA9-FD13B7BDFD8B}"/>
          </ac:cxnSpMkLst>
        </pc:cxnChg>
        <pc:cxnChg chg="add">
          <ac:chgData name="Marzieh Ayati" userId="719e7aeb-c3b5-48e5-801b-084d43cd09ac" providerId="ADAL" clId="{E7482964-3932-4FEE-A663-71BF577BEEC1}" dt="2020-08-24T21:32:50.852" v="1550"/>
          <ac:cxnSpMkLst>
            <pc:docMk/>
            <pc:sldMk cId="3438661468" sldId="967"/>
            <ac:cxnSpMk id="31" creationId="{97566393-A855-49D3-9A29-56E6DBA38DA8}"/>
          </ac:cxnSpMkLst>
        </pc:cxnChg>
      </pc:sldChg>
      <pc:sldChg chg="addSp delSp modSp new mod">
        <pc:chgData name="Marzieh Ayati" userId="719e7aeb-c3b5-48e5-801b-084d43cd09ac" providerId="ADAL" clId="{E7482964-3932-4FEE-A663-71BF577BEEC1}" dt="2020-08-25T00:34:22.600" v="1648" actId="14100"/>
        <pc:sldMkLst>
          <pc:docMk/>
          <pc:sldMk cId="12140220" sldId="968"/>
        </pc:sldMkLst>
        <pc:spChg chg="del">
          <ac:chgData name="Marzieh Ayati" userId="719e7aeb-c3b5-48e5-801b-084d43cd09ac" providerId="ADAL" clId="{E7482964-3932-4FEE-A663-71BF577BEEC1}" dt="2020-08-24T21:33:49.115" v="1559" actId="478"/>
          <ac:spMkLst>
            <pc:docMk/>
            <pc:sldMk cId="12140220" sldId="968"/>
            <ac:spMk id="2" creationId="{7362A97A-817E-472D-9DA1-329E23FC6625}"/>
          </ac:spMkLst>
        </pc:spChg>
        <pc:spChg chg="del">
          <ac:chgData name="Marzieh Ayati" userId="719e7aeb-c3b5-48e5-801b-084d43cd09ac" providerId="ADAL" clId="{E7482964-3932-4FEE-A663-71BF577BEEC1}" dt="2020-08-24T21:33:49.115" v="1559" actId="478"/>
          <ac:spMkLst>
            <pc:docMk/>
            <pc:sldMk cId="12140220" sldId="968"/>
            <ac:spMk id="3" creationId="{785F7D03-A9B9-43C2-96AD-32C28EED6933}"/>
          </ac:spMkLst>
        </pc:spChg>
        <pc:picChg chg="add mod">
          <ac:chgData name="Marzieh Ayati" userId="719e7aeb-c3b5-48e5-801b-084d43cd09ac" providerId="ADAL" clId="{E7482964-3932-4FEE-A663-71BF577BEEC1}" dt="2020-08-25T00:34:22.600" v="1648" actId="14100"/>
          <ac:picMkLst>
            <pc:docMk/>
            <pc:sldMk cId="12140220" sldId="968"/>
            <ac:picMk id="4" creationId="{3E273EF0-47AA-47CE-A422-39E28165976A}"/>
          </ac:picMkLst>
        </pc:picChg>
      </pc:sldChg>
      <pc:sldChg chg="modSp add mod">
        <pc:chgData name="Marzieh Ayati" userId="719e7aeb-c3b5-48e5-801b-084d43cd09ac" providerId="ADAL" clId="{E7482964-3932-4FEE-A663-71BF577BEEC1}" dt="2020-08-25T04:35:42.270" v="1660" actId="27636"/>
        <pc:sldMkLst>
          <pc:docMk/>
          <pc:sldMk cId="2298433332" sldId="969"/>
        </pc:sldMkLst>
        <pc:spChg chg="mod">
          <ac:chgData name="Marzieh Ayati" userId="719e7aeb-c3b5-48e5-801b-084d43cd09ac" providerId="ADAL" clId="{E7482964-3932-4FEE-A663-71BF577BEEC1}" dt="2020-08-25T04:35:42.270" v="1660" actId="27636"/>
          <ac:spMkLst>
            <pc:docMk/>
            <pc:sldMk cId="2298433332" sldId="969"/>
            <ac:spMk id="5" creationId="{00000000-0000-0000-0000-000000000000}"/>
          </ac:spMkLst>
        </pc:spChg>
      </pc:sldChg>
      <pc:sldChg chg="addSp delSp new mod">
        <pc:chgData name="Marzieh Ayati" userId="719e7aeb-c3b5-48e5-801b-084d43cd09ac" providerId="ADAL" clId="{E7482964-3932-4FEE-A663-71BF577BEEC1}" dt="2020-08-25T04:48:42.812" v="1671"/>
        <pc:sldMkLst>
          <pc:docMk/>
          <pc:sldMk cId="793473574" sldId="970"/>
        </pc:sldMkLst>
        <pc:spChg chg="del">
          <ac:chgData name="Marzieh Ayati" userId="719e7aeb-c3b5-48e5-801b-084d43cd09ac" providerId="ADAL" clId="{E7482964-3932-4FEE-A663-71BF577BEEC1}" dt="2020-08-25T04:48:42.114" v="1670" actId="478"/>
          <ac:spMkLst>
            <pc:docMk/>
            <pc:sldMk cId="793473574" sldId="970"/>
            <ac:spMk id="2" creationId="{E56D9599-8677-49CC-A496-0336BE77422C}"/>
          </ac:spMkLst>
        </pc:spChg>
        <pc:spChg chg="del">
          <ac:chgData name="Marzieh Ayati" userId="719e7aeb-c3b5-48e5-801b-084d43cd09ac" providerId="ADAL" clId="{E7482964-3932-4FEE-A663-71BF577BEEC1}" dt="2020-08-25T04:48:39.474" v="1669" actId="478"/>
          <ac:spMkLst>
            <pc:docMk/>
            <pc:sldMk cId="793473574" sldId="970"/>
            <ac:spMk id="3" creationId="{9A49DE63-A21B-4348-8A47-E8955FFC5D5A}"/>
          </ac:spMkLst>
        </pc:spChg>
        <pc:spChg chg="add">
          <ac:chgData name="Marzieh Ayati" userId="719e7aeb-c3b5-48e5-801b-084d43cd09ac" providerId="ADAL" clId="{E7482964-3932-4FEE-A663-71BF577BEEC1}" dt="2020-08-25T04:48:42.812" v="1671"/>
          <ac:spMkLst>
            <pc:docMk/>
            <pc:sldMk cId="793473574" sldId="970"/>
            <ac:spMk id="4" creationId="{D8BC77FA-F78E-4C71-B130-F6C6567F3305}"/>
          </ac:spMkLst>
        </pc:spChg>
        <pc:graphicFrameChg chg="add">
          <ac:chgData name="Marzieh Ayati" userId="719e7aeb-c3b5-48e5-801b-084d43cd09ac" providerId="ADAL" clId="{E7482964-3932-4FEE-A663-71BF577BEEC1}" dt="2020-08-25T04:48:42.812" v="1671"/>
          <ac:graphicFrameMkLst>
            <pc:docMk/>
            <pc:sldMk cId="793473574" sldId="970"/>
            <ac:graphicFrameMk id="5" creationId="{FC4A2C78-351D-48B7-B8A6-7C5D761B843E}"/>
          </ac:graphicFrameMkLst>
        </pc:graphicFrameChg>
      </pc:sldChg>
      <pc:sldMasterChg chg="delSldLayout">
        <pc:chgData name="Marzieh Ayati" userId="719e7aeb-c3b5-48e5-801b-084d43cd09ac" providerId="ADAL" clId="{E7482964-3932-4FEE-A663-71BF577BEEC1}" dt="2020-08-25T04:48:45.906" v="1672" actId="47"/>
        <pc:sldMasterMkLst>
          <pc:docMk/>
          <pc:sldMasterMk cId="712208094" sldId="2147483648"/>
        </pc:sldMasterMkLst>
        <pc:sldLayoutChg chg="del">
          <pc:chgData name="Marzieh Ayati" userId="719e7aeb-c3b5-48e5-801b-084d43cd09ac" providerId="ADAL" clId="{E7482964-3932-4FEE-A663-71BF577BEEC1}" dt="2020-08-24T21:46:28.219" v="1647" actId="47"/>
          <pc:sldLayoutMkLst>
            <pc:docMk/>
            <pc:sldMasterMk cId="712208094" sldId="2147483648"/>
            <pc:sldLayoutMk cId="1739923812" sldId="2147483660"/>
          </pc:sldLayoutMkLst>
        </pc:sldLayoutChg>
        <pc:sldLayoutChg chg="del">
          <pc:chgData name="Marzieh Ayati" userId="719e7aeb-c3b5-48e5-801b-084d43cd09ac" providerId="ADAL" clId="{E7482964-3932-4FEE-A663-71BF577BEEC1}" dt="2020-08-24T20:53:15.593" v="611" actId="2696"/>
          <pc:sldLayoutMkLst>
            <pc:docMk/>
            <pc:sldMasterMk cId="712208094" sldId="2147483648"/>
            <pc:sldLayoutMk cId="215149714" sldId="2147483661"/>
          </pc:sldLayoutMkLst>
        </pc:sldLayoutChg>
        <pc:sldLayoutChg chg="del">
          <pc:chgData name="Marzieh Ayati" userId="719e7aeb-c3b5-48e5-801b-084d43cd09ac" providerId="ADAL" clId="{E7482964-3932-4FEE-A663-71BF577BEEC1}" dt="2020-08-25T04:48:45.906" v="1672" actId="47"/>
          <pc:sldLayoutMkLst>
            <pc:docMk/>
            <pc:sldMasterMk cId="712208094" sldId="2147483648"/>
            <pc:sldLayoutMk cId="2649119567" sldId="2147483662"/>
          </pc:sldLayoutMkLst>
        </pc:sldLayoutChg>
        <pc:sldLayoutChg chg="del">
          <pc:chgData name="Marzieh Ayati" userId="719e7aeb-c3b5-48e5-801b-084d43cd09ac" providerId="ADAL" clId="{E7482964-3932-4FEE-A663-71BF577BEEC1}" dt="2020-08-24T21:19:38.616" v="1348" actId="47"/>
          <pc:sldLayoutMkLst>
            <pc:docMk/>
            <pc:sldMasterMk cId="712208094" sldId="2147483648"/>
            <pc:sldLayoutMk cId="2602222339" sldId="2147483663"/>
          </pc:sldLayoutMkLst>
        </pc:sldLayoutChg>
        <pc:sldLayoutChg chg="del">
          <pc:chgData name="Marzieh Ayati" userId="719e7aeb-c3b5-48e5-801b-084d43cd09ac" providerId="ADAL" clId="{E7482964-3932-4FEE-A663-71BF577BEEC1}" dt="2020-08-24T21:32:57.217" v="1551" actId="47"/>
          <pc:sldLayoutMkLst>
            <pc:docMk/>
            <pc:sldMasterMk cId="712208094" sldId="2147483648"/>
            <pc:sldLayoutMk cId="3072648894" sldId="2147483663"/>
          </pc:sldLayoutMkLst>
        </pc:sldLayoutChg>
      </pc:sldMasterChg>
    </pc:docChg>
  </pc:docChgLst>
  <pc:docChgLst>
    <pc:chgData name="Marzieh Ayati" userId="719e7aeb-c3b5-48e5-801b-084d43cd09ac" providerId="ADAL" clId="{F2E2BE59-CB0C-4100-A9AE-DCEDCDC648F4}"/>
    <pc:docChg chg="addSld modSld">
      <pc:chgData name="Marzieh Ayati" userId="719e7aeb-c3b5-48e5-801b-084d43cd09ac" providerId="ADAL" clId="{F2E2BE59-CB0C-4100-A9AE-DCEDCDC648F4}" dt="2020-08-25T18:39:42.048" v="29"/>
      <pc:docMkLst>
        <pc:docMk/>
      </pc:docMkLst>
      <pc:sldChg chg="addSp modSp mod">
        <pc:chgData name="Marzieh Ayati" userId="719e7aeb-c3b5-48e5-801b-084d43cd09ac" providerId="ADAL" clId="{F2E2BE59-CB0C-4100-A9AE-DCEDCDC648F4}" dt="2020-08-25T18:20:02.077" v="15" actId="20577"/>
        <pc:sldMkLst>
          <pc:docMk/>
          <pc:sldMk cId="2471667624" sldId="256"/>
        </pc:sldMkLst>
        <pc:spChg chg="mod">
          <ac:chgData name="Marzieh Ayati" userId="719e7aeb-c3b5-48e5-801b-084d43cd09ac" providerId="ADAL" clId="{F2E2BE59-CB0C-4100-A9AE-DCEDCDC648F4}" dt="2020-08-25T18:20:02.077" v="15" actId="20577"/>
          <ac:spMkLst>
            <pc:docMk/>
            <pc:sldMk cId="2471667624" sldId="256"/>
            <ac:spMk id="2" creationId="{A4686BF9-8207-485A-B4EA-3693EC68E569}"/>
          </ac:spMkLst>
        </pc:spChg>
        <pc:spChg chg="add">
          <ac:chgData name="Marzieh Ayati" userId="719e7aeb-c3b5-48e5-801b-084d43cd09ac" providerId="ADAL" clId="{F2E2BE59-CB0C-4100-A9AE-DCEDCDC648F4}" dt="2020-08-18T22:36:51.737" v="0" actId="22"/>
          <ac:spMkLst>
            <pc:docMk/>
            <pc:sldMk cId="2471667624" sldId="256"/>
            <ac:spMk id="5" creationId="{4FA2BDD6-A216-442D-9EF1-17803FC737BA}"/>
          </ac:spMkLst>
        </pc:spChg>
      </pc:sldChg>
      <pc:sldChg chg="add">
        <pc:chgData name="Marzieh Ayati" userId="719e7aeb-c3b5-48e5-801b-084d43cd09ac" providerId="ADAL" clId="{F2E2BE59-CB0C-4100-A9AE-DCEDCDC648F4}" dt="2020-08-18T22:37:17.280" v="1"/>
        <pc:sldMkLst>
          <pc:docMk/>
          <pc:sldMk cId="0" sldId="259"/>
        </pc:sldMkLst>
      </pc:sldChg>
      <pc:sldChg chg="add">
        <pc:chgData name="Marzieh Ayati" userId="719e7aeb-c3b5-48e5-801b-084d43cd09ac" providerId="ADAL" clId="{F2E2BE59-CB0C-4100-A9AE-DCEDCDC648F4}" dt="2020-08-18T22:37:17.280" v="1"/>
        <pc:sldMkLst>
          <pc:docMk/>
          <pc:sldMk cId="0" sldId="260"/>
        </pc:sldMkLst>
      </pc:sldChg>
      <pc:sldChg chg="add">
        <pc:chgData name="Marzieh Ayati" userId="719e7aeb-c3b5-48e5-801b-084d43cd09ac" providerId="ADAL" clId="{F2E2BE59-CB0C-4100-A9AE-DCEDCDC648F4}" dt="2020-08-18T22:37:17.280" v="1"/>
        <pc:sldMkLst>
          <pc:docMk/>
          <pc:sldMk cId="0" sldId="261"/>
        </pc:sldMkLst>
      </pc:sldChg>
      <pc:sldChg chg="add">
        <pc:chgData name="Marzieh Ayati" userId="719e7aeb-c3b5-48e5-801b-084d43cd09ac" providerId="ADAL" clId="{F2E2BE59-CB0C-4100-A9AE-DCEDCDC648F4}" dt="2020-08-18T22:37:17.280" v="1"/>
        <pc:sldMkLst>
          <pc:docMk/>
          <pc:sldMk cId="0" sldId="262"/>
        </pc:sldMkLst>
      </pc:sldChg>
      <pc:sldChg chg="add">
        <pc:chgData name="Marzieh Ayati" userId="719e7aeb-c3b5-48e5-801b-084d43cd09ac" providerId="ADAL" clId="{F2E2BE59-CB0C-4100-A9AE-DCEDCDC648F4}" dt="2020-08-25T18:39:42.048" v="29"/>
        <pc:sldMkLst>
          <pc:docMk/>
          <pc:sldMk cId="2523228392" sldId="267"/>
        </pc:sldMkLst>
      </pc:sldChg>
      <pc:sldChg chg="addSp delSp modSp mod">
        <pc:chgData name="Marzieh Ayati" userId="719e7aeb-c3b5-48e5-801b-084d43cd09ac" providerId="ADAL" clId="{F2E2BE59-CB0C-4100-A9AE-DCEDCDC648F4}" dt="2020-08-25T18:26:24.456" v="28" actId="1076"/>
        <pc:sldMkLst>
          <pc:docMk/>
          <pc:sldMk cId="1594913679" sldId="403"/>
        </pc:sldMkLst>
        <pc:spChg chg="add del">
          <ac:chgData name="Marzieh Ayati" userId="719e7aeb-c3b5-48e5-801b-084d43cd09ac" providerId="ADAL" clId="{F2E2BE59-CB0C-4100-A9AE-DCEDCDC648F4}" dt="2020-08-25T18:25:30.850" v="19"/>
          <ac:spMkLst>
            <pc:docMk/>
            <pc:sldMk cId="1594913679" sldId="403"/>
            <ac:spMk id="4" creationId="{9FA1B82F-4327-4BA7-BA38-101A8CA7FE33}"/>
          </ac:spMkLst>
        </pc:spChg>
        <pc:picChg chg="add mod">
          <ac:chgData name="Marzieh Ayati" userId="719e7aeb-c3b5-48e5-801b-084d43cd09ac" providerId="ADAL" clId="{F2E2BE59-CB0C-4100-A9AE-DCEDCDC648F4}" dt="2020-08-25T18:26:21.359" v="27" actId="1076"/>
          <ac:picMkLst>
            <pc:docMk/>
            <pc:sldMk cId="1594913679" sldId="403"/>
            <ac:picMk id="5" creationId="{CEB94FD1-5D51-413C-9E70-92257BE91819}"/>
          </ac:picMkLst>
        </pc:picChg>
        <pc:picChg chg="add mod">
          <ac:chgData name="Marzieh Ayati" userId="719e7aeb-c3b5-48e5-801b-084d43cd09ac" providerId="ADAL" clId="{F2E2BE59-CB0C-4100-A9AE-DCEDCDC648F4}" dt="2020-08-25T18:26:24.456" v="28" actId="1076"/>
          <ac:picMkLst>
            <pc:docMk/>
            <pc:sldMk cId="1594913679" sldId="403"/>
            <ac:picMk id="1028" creationId="{C0E5B666-31B0-4732-9A98-DBE90ACFD416}"/>
          </ac:picMkLst>
        </pc:picChg>
      </pc:sldChg>
    </pc:docChg>
  </pc:docChgLst>
  <pc:docChgLst>
    <pc:chgData name="Marzieh Ayati" userId="719e7aeb-c3b5-48e5-801b-084d43cd09ac" providerId="ADAL" clId="{A419DB8B-2D89-4BFB-9B41-349702289694}"/>
    <pc:docChg chg="undo custSel addSld delSld modSld sldOrd">
      <pc:chgData name="Marzieh Ayati" userId="719e7aeb-c3b5-48e5-801b-084d43cd09ac" providerId="ADAL" clId="{A419DB8B-2D89-4BFB-9B41-349702289694}" dt="2020-08-27T18:51:53.727" v="24"/>
      <pc:docMkLst>
        <pc:docMk/>
      </pc:docMkLst>
      <pc:sldChg chg="modSp mod">
        <pc:chgData name="Marzieh Ayati" userId="719e7aeb-c3b5-48e5-801b-084d43cd09ac" providerId="ADAL" clId="{A419DB8B-2D89-4BFB-9B41-349702289694}" dt="2020-08-25T18:59:06.043" v="19" actId="20577"/>
        <pc:sldMkLst>
          <pc:docMk/>
          <pc:sldMk cId="2471667624" sldId="256"/>
        </pc:sldMkLst>
        <pc:spChg chg="mod">
          <ac:chgData name="Marzieh Ayati" userId="719e7aeb-c3b5-48e5-801b-084d43cd09ac" providerId="ADAL" clId="{A419DB8B-2D89-4BFB-9B41-349702289694}" dt="2020-08-25T18:59:06.043" v="19" actId="20577"/>
          <ac:spMkLst>
            <pc:docMk/>
            <pc:sldMk cId="2471667624" sldId="256"/>
            <ac:spMk id="2" creationId="{A4686BF9-8207-485A-B4EA-3693EC68E569}"/>
          </ac:spMkLst>
        </pc:spChg>
      </pc:sldChg>
      <pc:sldChg chg="ord">
        <pc:chgData name="Marzieh Ayati" userId="719e7aeb-c3b5-48e5-801b-084d43cd09ac" providerId="ADAL" clId="{A419DB8B-2D89-4BFB-9B41-349702289694}" dt="2020-08-27T18:51:53.727" v="24"/>
        <pc:sldMkLst>
          <pc:docMk/>
          <pc:sldMk cId="12140220" sldId="968"/>
        </pc:sldMkLst>
      </pc:sldChg>
      <pc:sldChg chg="add del">
        <pc:chgData name="Marzieh Ayati" userId="719e7aeb-c3b5-48e5-801b-084d43cd09ac" providerId="ADAL" clId="{A419DB8B-2D89-4BFB-9B41-349702289694}" dt="2020-08-25T21:13:00.533" v="22" actId="47"/>
        <pc:sldMkLst>
          <pc:docMk/>
          <pc:sldMk cId="793473574" sldId="9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40DAB9-A203-4A22-8010-E531C934B52E}" type="datetimeFigureOut">
              <a:rPr lang="en-US" smtClean="0"/>
              <a:t>8/27/2020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1754CF-0636-4132-8780-BE2516972BF6}" type="slidenum">
              <a:rPr lang="en-US" smtClean="0"/>
              <a:t>‹#›</a:t>
            </a:fld>
            <a:endParaRPr lang="en-US"/>
          </a:p>
        </p:txBody>
      </p:sp>
    </p:spTree>
    <p:extLst>
      <p:ext uri="{BB962C8B-B14F-4D97-AF65-F5344CB8AC3E}">
        <p14:creationId xmlns:p14="http://schemas.microsoft.com/office/powerpoint/2010/main" val="3854851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Fisher: ANOVA, Fisher’s exact test.</a:t>
            </a:r>
          </a:p>
          <a:p>
            <a:r>
              <a:rPr lang="en-US"/>
              <a:t>Also credited with quote “correlation does not imply causation” – lifetime pipe smoker, he</a:t>
            </a:r>
            <a:r>
              <a:rPr lang="en-US" baseline="0"/>
              <a:t> derided papers showing a link between smoking and cancer. </a:t>
            </a:r>
          </a:p>
          <a:p>
            <a:r>
              <a:rPr lang="en-US" baseline="0"/>
              <a:t>Denning – quality control – statistical sampling</a:t>
            </a:r>
          </a:p>
          <a:p>
            <a:r>
              <a:rPr lang="en-US" baseline="0" err="1"/>
              <a:t>Luhn</a:t>
            </a:r>
            <a:r>
              <a:rPr lang="en-US" baseline="0"/>
              <a:t> – indexing, IR principles – use text and data to inform Business Decisions</a:t>
            </a:r>
          </a:p>
          <a:p>
            <a:r>
              <a:rPr lang="en-US" baseline="0" err="1"/>
              <a:t>Tukey</a:t>
            </a:r>
            <a:r>
              <a:rPr lang="en-US" baseline="0"/>
              <a:t> – exploratory data </a:t>
            </a:r>
            <a:r>
              <a:rPr lang="en-US" baseline="0" err="1"/>
              <a:t>analsysi</a:t>
            </a:r>
            <a:r>
              <a:rPr lang="en-US" baseline="0"/>
              <a:t> – led to S, S+ and R</a:t>
            </a:r>
          </a:p>
          <a:p>
            <a:r>
              <a:rPr lang="en-US" baseline="0"/>
              <a:t>Howard </a:t>
            </a:r>
            <a:r>
              <a:rPr lang="en-US" baseline="0" err="1"/>
              <a:t>Dresner</a:t>
            </a:r>
            <a:r>
              <a:rPr lang="en-US" baseline="0"/>
              <a:t> – modern proponent of BI</a:t>
            </a:r>
          </a:p>
          <a:p>
            <a:r>
              <a:rPr lang="en-US" baseline="0"/>
              <a:t>Tom Mitchell’s ML book – still a best-seller</a:t>
            </a:r>
          </a:p>
          <a:p>
            <a:r>
              <a:rPr lang="en-US" baseline="0"/>
              <a:t>Fourth Paradigm – data driven science – inspired by Jim Gray’s work. </a:t>
            </a:r>
          </a:p>
          <a:p>
            <a:r>
              <a:rPr lang="en-US" baseline="0"/>
              <a:t>Peter </a:t>
            </a:r>
            <a:r>
              <a:rPr lang="en-US" baseline="0" err="1"/>
              <a:t>Norvig</a:t>
            </a:r>
            <a:r>
              <a:rPr lang="en-US" baseline="0"/>
              <a:t> – simple models + lots of data &gt; complex models</a:t>
            </a:r>
          </a:p>
          <a:p>
            <a:r>
              <a:rPr lang="en-US" baseline="0"/>
              <a:t>Data Deluge – exponential growth in data volume</a:t>
            </a:r>
          </a:p>
          <a:p>
            <a:endParaRPr lang="en-US" baseline="0"/>
          </a:p>
          <a:p>
            <a:endParaRPr lang="en-US"/>
          </a:p>
        </p:txBody>
      </p:sp>
      <p:sp>
        <p:nvSpPr>
          <p:cNvPr id="4" name="Slide Number Placeholder 3"/>
          <p:cNvSpPr>
            <a:spLocks noGrp="1"/>
          </p:cNvSpPr>
          <p:nvPr>
            <p:ph type="sldNum" sz="quarter" idx="10"/>
          </p:nvPr>
        </p:nvSpPr>
        <p:spPr/>
        <p:txBody>
          <a:bodyPr/>
          <a:lstStyle/>
          <a:p>
            <a:fld id="{BE993057-5528-3549-89E2-97C5373A791C}" type="slidenum">
              <a:rPr lang="en-US" smtClean="0"/>
              <a:t>19</a:t>
            </a:fld>
            <a:endParaRPr lang="en-US"/>
          </a:p>
        </p:txBody>
      </p:sp>
    </p:spTree>
    <p:extLst>
      <p:ext uri="{BB962C8B-B14F-4D97-AF65-F5344CB8AC3E}">
        <p14:creationId xmlns:p14="http://schemas.microsoft.com/office/powerpoint/2010/main" val="711894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AC478-7050-4D3B-B4A9-B76FED587D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2E3857-7AAF-415B-A41D-2DC804A4BF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7798A23-F4BF-49AF-AFA2-9F99314083B1}"/>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5" name="Footer Placeholder 4">
            <a:extLst>
              <a:ext uri="{FF2B5EF4-FFF2-40B4-BE49-F238E27FC236}">
                <a16:creationId xmlns:a16="http://schemas.microsoft.com/office/drawing/2014/main" id="{A56BF16B-375D-4B8D-9014-D8102801E5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578004-F30A-471F-8052-8D76D1C1F796}"/>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2788144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8AFF9-6406-468E-8DE8-A378F63A5C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738875-B00B-4DE3-99CD-5B86E999C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33369-1A29-4FBB-9C9A-85C6B9DC91A5}"/>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5" name="Footer Placeholder 4">
            <a:extLst>
              <a:ext uri="{FF2B5EF4-FFF2-40B4-BE49-F238E27FC236}">
                <a16:creationId xmlns:a16="http://schemas.microsoft.com/office/drawing/2014/main" id="{B755B766-D39D-4FF0-B1B3-68D2B6D895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908EE6-FE10-42F0-B2A1-672B41D3BE1F}"/>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4053998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46B6-7EF3-4F9E-97E4-7B62DB1D53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FA23A6-7158-43F6-9956-0B2CFB4A1B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5037EC-D0F6-4CE4-9766-133CB20EB484}"/>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5" name="Footer Placeholder 4">
            <a:extLst>
              <a:ext uri="{FF2B5EF4-FFF2-40B4-BE49-F238E27FC236}">
                <a16:creationId xmlns:a16="http://schemas.microsoft.com/office/drawing/2014/main" id="{3122A082-AD85-46D8-9CCC-B85BFAF78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2A8508-E93E-493A-BEA4-F75DB2FBBA75}"/>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2627384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8B675-448F-4D0B-84C8-762F7463F3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C729F2-EA9F-4AF4-9F1C-59AF44AD63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5D7982-1747-480E-B1CB-AB5DDD4452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EB3811-EBA9-49A1-9424-C2340AF0D620}"/>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6" name="Footer Placeholder 5">
            <a:extLst>
              <a:ext uri="{FF2B5EF4-FFF2-40B4-BE49-F238E27FC236}">
                <a16:creationId xmlns:a16="http://schemas.microsoft.com/office/drawing/2014/main" id="{385B5938-FBC7-4EEE-AD55-E22326E237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396650-FBC2-4175-BF7F-B24922112ECA}"/>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3323508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73A5-0417-41BC-B76F-0519232B0C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04E040-21EF-4101-A807-E1689CB630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E600DE-B608-4119-AFB9-5C1B192E39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025C87-C2E8-4C90-9E2A-333A26C07C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3BA47A-C14F-4726-979F-D659FF9583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469E36-55B9-4886-BDCA-DCA629B8F9BB}"/>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8" name="Footer Placeholder 7">
            <a:extLst>
              <a:ext uri="{FF2B5EF4-FFF2-40B4-BE49-F238E27FC236}">
                <a16:creationId xmlns:a16="http://schemas.microsoft.com/office/drawing/2014/main" id="{570A3F20-4791-458C-9531-8E0BB12D89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C6C731-3ED6-4CD9-8FF4-5FF53037BF29}"/>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347947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2C55-BCFD-477D-9BC6-2546089639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79A3E0-34F1-44F0-89D1-7D20EAA133BD}"/>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4" name="Footer Placeholder 3">
            <a:extLst>
              <a:ext uri="{FF2B5EF4-FFF2-40B4-BE49-F238E27FC236}">
                <a16:creationId xmlns:a16="http://schemas.microsoft.com/office/drawing/2014/main" id="{B7931B2C-D6C8-4B4D-B129-055A95ECA4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C898DE-609E-43E8-9459-D9A59E044403}"/>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3374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55F704-9A3A-4BA4-B736-12699261960D}"/>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3" name="Footer Placeholder 2">
            <a:extLst>
              <a:ext uri="{FF2B5EF4-FFF2-40B4-BE49-F238E27FC236}">
                <a16:creationId xmlns:a16="http://schemas.microsoft.com/office/drawing/2014/main" id="{65F309F7-EF28-45AC-B0FC-FDA0719136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4EF7E4-7358-47F4-B455-42D0A636DCC9}"/>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650641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20F31-8ADB-423A-A1C0-EAF687A772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5E0510-EA02-4951-AF5A-8FDDCE01AB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DDB7FF-2DE9-4658-852C-D49331CF8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F4D626-33ED-4AC3-9C67-2CFB0DF3C4A4}"/>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6" name="Footer Placeholder 5">
            <a:extLst>
              <a:ext uri="{FF2B5EF4-FFF2-40B4-BE49-F238E27FC236}">
                <a16:creationId xmlns:a16="http://schemas.microsoft.com/office/drawing/2014/main" id="{8F8645C7-925E-43E4-BA58-BFB9FBB39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EE5C46-8296-4961-8476-65E5CA9BB5CF}"/>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1947577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DB77B-559A-4D5D-863C-EA99CA5DCE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7A983F-93FA-4544-9B6E-BAB3421B42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788EA8-0156-4236-9C28-FAF44D3A0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BBF8AA-1C42-4F74-BF1B-918F10D6A776}"/>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6" name="Footer Placeholder 5">
            <a:extLst>
              <a:ext uri="{FF2B5EF4-FFF2-40B4-BE49-F238E27FC236}">
                <a16:creationId xmlns:a16="http://schemas.microsoft.com/office/drawing/2014/main" id="{55A9497A-A2C6-4589-AB42-F7F0E0C463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B6929A-F59A-4C56-B1EC-28D47E3CD782}"/>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7222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3135-5D19-454E-9703-9243A38403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905451-E5DC-4557-8232-7668D9A882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943688-05E6-4AF3-BC27-BB9543B9A138}"/>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5" name="Footer Placeholder 4">
            <a:extLst>
              <a:ext uri="{FF2B5EF4-FFF2-40B4-BE49-F238E27FC236}">
                <a16:creationId xmlns:a16="http://schemas.microsoft.com/office/drawing/2014/main" id="{66A6C0C4-6AB2-482D-AF47-89F670F76B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C04491-F689-4EF8-86A9-278542A2AE17}"/>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718370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0EEA07-0FB1-4095-8C51-458F2D9194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0D031F-3716-4CFF-97A8-914366DE70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DB1CB-3F38-4450-853A-8F7D5DD64539}"/>
              </a:ext>
            </a:extLst>
          </p:cNvPr>
          <p:cNvSpPr>
            <a:spLocks noGrp="1"/>
          </p:cNvSpPr>
          <p:nvPr>
            <p:ph type="dt" sz="half" idx="10"/>
          </p:nvPr>
        </p:nvSpPr>
        <p:spPr/>
        <p:txBody>
          <a:bodyPr/>
          <a:lstStyle/>
          <a:p>
            <a:fld id="{FE07E616-11CD-45C4-A0E8-67EE70F6B04E}" type="datetimeFigureOut">
              <a:rPr lang="en-US" smtClean="0"/>
              <a:t>8/27/2020</a:t>
            </a:fld>
            <a:endParaRPr lang="en-US"/>
          </a:p>
        </p:txBody>
      </p:sp>
      <p:sp>
        <p:nvSpPr>
          <p:cNvPr id="5" name="Footer Placeholder 4">
            <a:extLst>
              <a:ext uri="{FF2B5EF4-FFF2-40B4-BE49-F238E27FC236}">
                <a16:creationId xmlns:a16="http://schemas.microsoft.com/office/drawing/2014/main" id="{9FAF54EF-6AFA-4CE1-9927-5E04F4C011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288DB3-5E8E-4D4E-811F-D5E271485EF1}"/>
              </a:ext>
            </a:extLst>
          </p:cNvPr>
          <p:cNvSpPr>
            <a:spLocks noGrp="1"/>
          </p:cNvSpPr>
          <p:nvPr>
            <p:ph type="sldNum" sz="quarter" idx="12"/>
          </p:nvPr>
        </p:nvSpPr>
        <p:spPr/>
        <p:txBody>
          <a:bodyPr/>
          <a:lstStyle/>
          <a:p>
            <a:fld id="{B30E3178-F7D6-4F68-87E8-A515DE3140A0}" type="slidenum">
              <a:rPr lang="en-US" smtClean="0"/>
              <a:t>‹#›</a:t>
            </a:fld>
            <a:endParaRPr lang="en-US"/>
          </a:p>
        </p:txBody>
      </p:sp>
    </p:spTree>
    <p:extLst>
      <p:ext uri="{BB962C8B-B14F-4D97-AF65-F5344CB8AC3E}">
        <p14:creationId xmlns:p14="http://schemas.microsoft.com/office/powerpoint/2010/main" val="2276776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D04F3C-3C72-41E8-B5E0-CF8450F2DE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41CE92-17DF-4B5E-8990-5307806223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612CED-C623-4F88-8ED5-421E3D2C4B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07E616-11CD-45C4-A0E8-67EE70F6B04E}" type="datetimeFigureOut">
              <a:rPr lang="en-US" smtClean="0"/>
              <a:t>8/27/2020</a:t>
            </a:fld>
            <a:endParaRPr lang="en-US"/>
          </a:p>
        </p:txBody>
      </p:sp>
      <p:sp>
        <p:nvSpPr>
          <p:cNvPr id="5" name="Footer Placeholder 4">
            <a:extLst>
              <a:ext uri="{FF2B5EF4-FFF2-40B4-BE49-F238E27FC236}">
                <a16:creationId xmlns:a16="http://schemas.microsoft.com/office/drawing/2014/main" id="{24C82D4B-43BF-4E5C-A0C0-34D52A521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E9D03B-02A6-4026-9967-63A8B30864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0E3178-F7D6-4F68-87E8-A515DE3140A0}" type="slidenum">
              <a:rPr lang="en-US" smtClean="0"/>
              <a:t>‹#›</a:t>
            </a:fld>
            <a:endParaRPr lang="en-US"/>
          </a:p>
        </p:txBody>
      </p:sp>
    </p:spTree>
    <p:extLst>
      <p:ext uri="{BB962C8B-B14F-4D97-AF65-F5344CB8AC3E}">
        <p14:creationId xmlns:p14="http://schemas.microsoft.com/office/powerpoint/2010/main" val="712208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en.wikipedia.org/wiki/Data_scienc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hyperlink" Target="http://www.nytimes.com/2012/02/19/magazine/shopping-habits.html?pagewanted=1&amp;_r=2&amp;hp&amp;"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86BF9-8207-485A-B4EA-3693EC68E569}"/>
              </a:ext>
            </a:extLst>
          </p:cNvPr>
          <p:cNvSpPr>
            <a:spLocks noGrp="1"/>
          </p:cNvSpPr>
          <p:nvPr>
            <p:ph type="ctrTitle"/>
          </p:nvPr>
        </p:nvSpPr>
        <p:spPr/>
        <p:txBody>
          <a:bodyPr/>
          <a:lstStyle/>
          <a:p>
            <a:r>
              <a:rPr lang="en-US"/>
              <a:t>What is Data?</a:t>
            </a:r>
            <a:br>
              <a:rPr lang="en-US"/>
            </a:br>
            <a:r>
              <a:rPr lang="en-US"/>
              <a:t>What is Data Science?</a:t>
            </a:r>
          </a:p>
        </p:txBody>
      </p:sp>
      <p:sp>
        <p:nvSpPr>
          <p:cNvPr id="3" name="Subtitle 2">
            <a:extLst>
              <a:ext uri="{FF2B5EF4-FFF2-40B4-BE49-F238E27FC236}">
                <a16:creationId xmlns:a16="http://schemas.microsoft.com/office/drawing/2014/main" id="{34A63E7C-B4D2-41ED-905B-75E40C07C70F}"/>
              </a:ext>
            </a:extLst>
          </p:cNvPr>
          <p:cNvSpPr>
            <a:spLocks noGrp="1"/>
          </p:cNvSpPr>
          <p:nvPr>
            <p:ph type="subTitle" idx="1"/>
          </p:nvPr>
        </p:nvSpPr>
        <p:spPr/>
        <p:txBody>
          <a:bodyPr/>
          <a:lstStyle/>
          <a:p>
            <a:endParaRPr lang="en-US"/>
          </a:p>
        </p:txBody>
      </p:sp>
      <p:sp>
        <p:nvSpPr>
          <p:cNvPr id="5" name="TextBox 4">
            <a:extLst>
              <a:ext uri="{FF2B5EF4-FFF2-40B4-BE49-F238E27FC236}">
                <a16:creationId xmlns:a16="http://schemas.microsoft.com/office/drawing/2014/main" id="{4FA2BDD6-A216-442D-9EF1-17803FC737BA}"/>
              </a:ext>
            </a:extLst>
          </p:cNvPr>
          <p:cNvSpPr txBox="1"/>
          <p:nvPr/>
        </p:nvSpPr>
        <p:spPr>
          <a:xfrm>
            <a:off x="3048625" y="3244334"/>
            <a:ext cx="6097248" cy="369332"/>
          </a:xfrm>
          <a:prstGeom prst="rect">
            <a:avLst/>
          </a:prstGeom>
          <a:noFill/>
        </p:spPr>
        <p:txBody>
          <a:bodyPr wrap="square">
            <a:spAutoFit/>
          </a:bodyPr>
          <a:lstStyle/>
          <a:p>
            <a:r>
              <a:rPr lang="en-US" b="0">
                <a:effectLst/>
              </a:rPr>
              <a:t> </a:t>
            </a:r>
            <a:endParaRPr lang="en-US"/>
          </a:p>
        </p:txBody>
      </p:sp>
    </p:spTree>
    <p:extLst>
      <p:ext uri="{BB962C8B-B14F-4D97-AF65-F5344CB8AC3E}">
        <p14:creationId xmlns:p14="http://schemas.microsoft.com/office/powerpoint/2010/main" val="2471667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B7A7E-173C-47A2-98DF-EBC5E05ECC8F}"/>
              </a:ext>
            </a:extLst>
          </p:cNvPr>
          <p:cNvSpPr>
            <a:spLocks noGrp="1"/>
          </p:cNvSpPr>
          <p:nvPr>
            <p:ph type="title"/>
          </p:nvPr>
        </p:nvSpPr>
        <p:spPr>
          <a:xfrm>
            <a:off x="2159916" y="2241059"/>
            <a:ext cx="7872168" cy="1325563"/>
          </a:xfrm>
        </p:spPr>
        <p:txBody>
          <a:bodyPr/>
          <a:lstStyle/>
          <a:p>
            <a:r>
              <a:rPr lang="en-US"/>
              <a:t>Have you ever worked with data?</a:t>
            </a:r>
          </a:p>
        </p:txBody>
      </p:sp>
    </p:spTree>
    <p:extLst>
      <p:ext uri="{BB962C8B-B14F-4D97-AF65-F5344CB8AC3E}">
        <p14:creationId xmlns:p14="http://schemas.microsoft.com/office/powerpoint/2010/main" val="2239691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All Around</a:t>
            </a:r>
          </a:p>
        </p:txBody>
      </p:sp>
      <p:sp>
        <p:nvSpPr>
          <p:cNvPr id="3" name="Content Placeholder 2"/>
          <p:cNvSpPr>
            <a:spLocks noGrp="1"/>
          </p:cNvSpPr>
          <p:nvPr>
            <p:ph idx="1"/>
          </p:nvPr>
        </p:nvSpPr>
        <p:spPr/>
        <p:txBody>
          <a:bodyPr/>
          <a:lstStyle/>
          <a:p>
            <a:r>
              <a:rPr lang="en-US"/>
              <a:t>Lots of data is being collected and warehoused </a:t>
            </a:r>
          </a:p>
          <a:p>
            <a:pPr lvl="1"/>
            <a:r>
              <a:rPr lang="en-US"/>
              <a:t>Web data, e-commerce</a:t>
            </a:r>
          </a:p>
          <a:p>
            <a:pPr lvl="1"/>
            <a:r>
              <a:rPr lang="en-US"/>
              <a:t>Financial transactions, bank/credit transactions</a:t>
            </a:r>
          </a:p>
          <a:p>
            <a:pPr lvl="1"/>
            <a:r>
              <a:rPr lang="en-US"/>
              <a:t>Online trading and purchasing</a:t>
            </a:r>
          </a:p>
          <a:p>
            <a:pPr lvl="1"/>
            <a:r>
              <a:rPr lang="en-US"/>
              <a:t>Social Network</a:t>
            </a:r>
          </a:p>
          <a:p>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58200" y="1524000"/>
            <a:ext cx="1840230" cy="16002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4876800"/>
            <a:ext cx="2425700" cy="1631834"/>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2650" y="4944052"/>
            <a:ext cx="2495550" cy="1497330"/>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98264" y="3429000"/>
            <a:ext cx="2220252" cy="1328928"/>
          </a:xfrm>
          <a:prstGeom prst="rect">
            <a:avLst/>
          </a:prstGeom>
        </p:spPr>
      </p:pic>
    </p:spTree>
    <p:extLst>
      <p:ext uri="{BB962C8B-B14F-4D97-AF65-F5344CB8AC3E}">
        <p14:creationId xmlns:p14="http://schemas.microsoft.com/office/powerpoint/2010/main" val="2348967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Much Data Do We have?</a:t>
            </a:r>
          </a:p>
        </p:txBody>
      </p:sp>
      <p:sp>
        <p:nvSpPr>
          <p:cNvPr id="3" name="Content Placeholder 2"/>
          <p:cNvSpPr>
            <a:spLocks noGrp="1"/>
          </p:cNvSpPr>
          <p:nvPr>
            <p:ph idx="1"/>
          </p:nvPr>
        </p:nvSpPr>
        <p:spPr/>
        <p:txBody>
          <a:bodyPr/>
          <a:lstStyle/>
          <a:p>
            <a:r>
              <a:rPr lang="en-US"/>
              <a:t>Google processes 20 PB a day (2008)</a:t>
            </a:r>
          </a:p>
          <a:p>
            <a:r>
              <a:rPr lang="en-US"/>
              <a:t>Facebook has 60 TB of daily logs</a:t>
            </a:r>
          </a:p>
          <a:p>
            <a:r>
              <a:rPr lang="en-US"/>
              <a:t>eBay has 6.5 PB of user data + 50 TB/day (5/2009)</a:t>
            </a:r>
          </a:p>
          <a:p>
            <a:r>
              <a:rPr lang="en-US"/>
              <a:t>1000 genomes project: 200 TB</a:t>
            </a:r>
          </a:p>
          <a:p>
            <a:endParaRPr lang="en-US"/>
          </a:p>
          <a:p>
            <a:endParaRPr lang="en-US"/>
          </a:p>
          <a:p>
            <a:r>
              <a:rPr lang="en-US" sz="2000"/>
              <a:t>Cost of 1 TB of disk: $35</a:t>
            </a:r>
          </a:p>
          <a:p>
            <a:r>
              <a:rPr lang="en-US" sz="2000"/>
              <a:t>Time to read 1 TB disk: 3 </a:t>
            </a:r>
            <a:r>
              <a:rPr lang="en-US" sz="2000" err="1"/>
              <a:t>hrs</a:t>
            </a:r>
            <a:r>
              <a:rPr lang="en-US" sz="2000"/>
              <a:t> </a:t>
            </a:r>
          </a:p>
          <a:p>
            <a:pPr marL="0" indent="0">
              <a:buNone/>
            </a:pPr>
            <a:r>
              <a:rPr lang="en-US" sz="2000"/>
              <a:t>      (100 MB/s)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0345" y="3291840"/>
            <a:ext cx="5488732" cy="3441828"/>
          </a:xfrm>
          <a:prstGeom prst="rect">
            <a:avLst/>
          </a:prstGeom>
        </p:spPr>
      </p:pic>
    </p:spTree>
    <p:extLst>
      <p:ext uri="{BB962C8B-B14F-4D97-AF65-F5344CB8AC3E}">
        <p14:creationId xmlns:p14="http://schemas.microsoft.com/office/powerpoint/2010/main" val="2926774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Big Data</a:t>
            </a:r>
            <a:endParaRPr lang="en-US" altLang="en-US">
              <a:ea typeface="ＭＳ Ｐゴシック" panose="020B0600070205080204" pitchFamily="34" charset="-128"/>
            </a:endParaRPr>
          </a:p>
        </p:txBody>
      </p:sp>
      <p:sp>
        <p:nvSpPr>
          <p:cNvPr id="3" name="Content Placeholder 2"/>
          <p:cNvSpPr>
            <a:spLocks noGrp="1"/>
          </p:cNvSpPr>
          <p:nvPr>
            <p:ph idx="1"/>
          </p:nvPr>
        </p:nvSpPr>
        <p:spPr>
          <a:xfrm>
            <a:off x="1366886" y="1828800"/>
            <a:ext cx="10190375" cy="5029200"/>
          </a:xfrm>
        </p:spPr>
        <p:txBody>
          <a:bodyPr/>
          <a:lstStyle/>
          <a:p>
            <a:pPr marL="0" lvl="1" indent="0">
              <a:buSzPct val="75000"/>
              <a:buNone/>
              <a:defRPr/>
            </a:pPr>
            <a:r>
              <a:rPr lang="en-US" altLang="en-US">
                <a:solidFill>
                  <a:schemeClr val="tx1"/>
                </a:solidFill>
              </a:rPr>
              <a:t>Big Data </a:t>
            </a:r>
            <a:r>
              <a:rPr lang="en-US">
                <a:solidFill>
                  <a:schemeClr val="tx1"/>
                </a:solidFill>
              </a:rPr>
              <a:t>is any data that is expensive to manage and hard to extract value from</a:t>
            </a:r>
          </a:p>
          <a:p>
            <a:pPr marL="0" lvl="1" indent="0">
              <a:buSzPct val="75000"/>
              <a:buNone/>
              <a:defRPr/>
            </a:pPr>
            <a:r>
              <a:rPr lang="en-US">
                <a:solidFill>
                  <a:schemeClr val="tx1"/>
                </a:solidFill>
              </a:rPr>
              <a:t> </a:t>
            </a:r>
          </a:p>
          <a:p>
            <a:pPr lvl="1" eaLnBrk="1" hangingPunct="1">
              <a:defRPr/>
            </a:pPr>
            <a:r>
              <a:rPr lang="en-US" altLang="en-US"/>
              <a:t>Volume</a:t>
            </a:r>
          </a:p>
          <a:p>
            <a:pPr lvl="2" eaLnBrk="1" hangingPunct="1">
              <a:defRPr/>
            </a:pPr>
            <a:r>
              <a:rPr lang="en-US" altLang="en-US"/>
              <a:t>The size of the data</a:t>
            </a:r>
          </a:p>
          <a:p>
            <a:pPr marL="914400" lvl="2" indent="0" eaLnBrk="1" hangingPunct="1">
              <a:buNone/>
              <a:defRPr/>
            </a:pPr>
            <a:endParaRPr lang="en-US" altLang="en-US"/>
          </a:p>
          <a:p>
            <a:pPr lvl="1" eaLnBrk="1" hangingPunct="1">
              <a:defRPr/>
            </a:pPr>
            <a:r>
              <a:rPr lang="en-US" altLang="en-US"/>
              <a:t>Velocity</a:t>
            </a:r>
          </a:p>
          <a:p>
            <a:pPr lvl="2" eaLnBrk="1" hangingPunct="1">
              <a:defRPr/>
            </a:pPr>
            <a:r>
              <a:rPr lang="en-US"/>
              <a:t>The latency of data processing relative to the growing demand for interactivity</a:t>
            </a:r>
          </a:p>
          <a:p>
            <a:pPr marL="914400" lvl="2" indent="0" eaLnBrk="1" hangingPunct="1">
              <a:buNone/>
              <a:defRPr/>
            </a:pPr>
            <a:endParaRPr lang="en-US"/>
          </a:p>
          <a:p>
            <a:pPr lvl="1" eaLnBrk="1" hangingPunct="1">
              <a:defRPr/>
            </a:pPr>
            <a:r>
              <a:rPr lang="en-US" altLang="en-US"/>
              <a:t>Variety and Complexity</a:t>
            </a:r>
          </a:p>
          <a:p>
            <a:pPr lvl="2" eaLnBrk="1" hangingPunct="1">
              <a:defRPr/>
            </a:pPr>
            <a:r>
              <a:rPr lang="en-US"/>
              <a:t>the diversity of sources, formats, quality, structures.</a:t>
            </a:r>
          </a:p>
          <a:p>
            <a:pPr marL="914400" lvl="2" indent="0">
              <a:buNone/>
              <a:defRPr/>
            </a:pPr>
            <a:endParaRPr lang="en-US" altLang="en-US"/>
          </a:p>
        </p:txBody>
      </p:sp>
    </p:spTree>
    <p:extLst>
      <p:ext uri="{BB962C8B-B14F-4D97-AF65-F5344CB8AC3E}">
        <p14:creationId xmlns:p14="http://schemas.microsoft.com/office/powerpoint/2010/main" val="325401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177" y="0"/>
            <a:ext cx="10515600" cy="1325563"/>
          </a:xfrm>
        </p:spPr>
        <p:txBody>
          <a:bodyPr/>
          <a:lstStyle/>
          <a:p>
            <a:r>
              <a:rPr lang="en-US"/>
              <a:t>Big Data</a:t>
            </a:r>
          </a:p>
        </p:txBody>
      </p:sp>
      <p:pic>
        <p:nvPicPr>
          <p:cNvPr id="4" name="Picture 3"/>
          <p:cNvPicPr>
            <a:picLocks noChangeAspect="1"/>
          </p:cNvPicPr>
          <p:nvPr/>
        </p:nvPicPr>
        <p:blipFill>
          <a:blip r:embed="rId2"/>
          <a:stretch>
            <a:fillRect/>
          </a:stretch>
        </p:blipFill>
        <p:spPr>
          <a:xfrm>
            <a:off x="2362201" y="1082879"/>
            <a:ext cx="7418449" cy="5410200"/>
          </a:xfrm>
          <a:prstGeom prst="rect">
            <a:avLst/>
          </a:prstGeom>
        </p:spPr>
      </p:pic>
    </p:spTree>
    <p:extLst>
      <p:ext uri="{BB962C8B-B14F-4D97-AF65-F5344CB8AC3E}">
        <p14:creationId xmlns:p14="http://schemas.microsoft.com/office/powerpoint/2010/main" val="266907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Data We Have</a:t>
            </a:r>
          </a:p>
        </p:txBody>
      </p:sp>
      <p:sp>
        <p:nvSpPr>
          <p:cNvPr id="3" name="Content Placeholder 2"/>
          <p:cNvSpPr>
            <a:spLocks noGrp="1"/>
          </p:cNvSpPr>
          <p:nvPr>
            <p:ph idx="1"/>
          </p:nvPr>
        </p:nvSpPr>
        <p:spPr/>
        <p:txBody>
          <a:bodyPr/>
          <a:lstStyle/>
          <a:p>
            <a:r>
              <a:rPr lang="en-US"/>
              <a:t>Relational Data (Tables/Transaction/Legacy Data/CVS file)</a:t>
            </a:r>
          </a:p>
          <a:p>
            <a:r>
              <a:rPr lang="en-US"/>
              <a:t>Text Data (Web)</a:t>
            </a:r>
          </a:p>
          <a:p>
            <a:r>
              <a:rPr lang="en-US"/>
              <a:t>Semi-structured Data (XML) </a:t>
            </a:r>
          </a:p>
          <a:p>
            <a:r>
              <a:rPr lang="en-US"/>
              <a:t>Graph Data</a:t>
            </a:r>
          </a:p>
          <a:p>
            <a:r>
              <a:rPr lang="en-US"/>
              <a:t>Social Network, Semantic Web (RDF), … </a:t>
            </a:r>
          </a:p>
          <a:p>
            <a:r>
              <a:rPr lang="en-US"/>
              <a:t>Streaming Data </a:t>
            </a:r>
          </a:p>
          <a:p>
            <a:r>
              <a:rPr lang="en-US">
                <a:solidFill>
                  <a:srgbClr val="000066"/>
                </a:solidFill>
              </a:rPr>
              <a:t>You can afford to scan the data once</a:t>
            </a:r>
          </a:p>
          <a:p>
            <a:endParaRPr lang="en-US"/>
          </a:p>
        </p:txBody>
      </p:sp>
      <p:pic>
        <p:nvPicPr>
          <p:cNvPr id="5" name="Picture 4">
            <a:extLst>
              <a:ext uri="{FF2B5EF4-FFF2-40B4-BE49-F238E27FC236}">
                <a16:creationId xmlns:a16="http://schemas.microsoft.com/office/drawing/2014/main" id="{CEB94FD1-5D51-413C-9E70-92257BE91819}"/>
              </a:ext>
            </a:extLst>
          </p:cNvPr>
          <p:cNvPicPr>
            <a:picLocks noChangeAspect="1"/>
          </p:cNvPicPr>
          <p:nvPr/>
        </p:nvPicPr>
        <p:blipFill>
          <a:blip r:embed="rId2"/>
          <a:stretch>
            <a:fillRect/>
          </a:stretch>
        </p:blipFill>
        <p:spPr>
          <a:xfrm>
            <a:off x="6600824" y="4906721"/>
            <a:ext cx="5438775" cy="1627020"/>
          </a:xfrm>
          <a:prstGeom prst="rect">
            <a:avLst/>
          </a:prstGeom>
        </p:spPr>
      </p:pic>
      <p:pic>
        <p:nvPicPr>
          <p:cNvPr id="1028" name="Picture 4" descr="EZ Inventory: XML Data Feed Support Now Available | Highview Apps">
            <a:extLst>
              <a:ext uri="{FF2B5EF4-FFF2-40B4-BE49-F238E27FC236}">
                <a16:creationId xmlns:a16="http://schemas.microsoft.com/office/drawing/2014/main" id="{C0E5B666-31B0-4732-9A98-DBE90ACFD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9175" y="2639892"/>
            <a:ext cx="3495674" cy="1747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913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To Do With These Data?</a:t>
            </a:r>
          </a:p>
        </p:txBody>
      </p:sp>
      <p:sp>
        <p:nvSpPr>
          <p:cNvPr id="3" name="Content Placeholder 2"/>
          <p:cNvSpPr>
            <a:spLocks noGrp="1"/>
          </p:cNvSpPr>
          <p:nvPr>
            <p:ph idx="1"/>
          </p:nvPr>
        </p:nvSpPr>
        <p:spPr/>
        <p:txBody>
          <a:bodyPr/>
          <a:lstStyle/>
          <a:p>
            <a:r>
              <a:rPr lang="en-US"/>
              <a:t>Aggregation and Statistics </a:t>
            </a:r>
          </a:p>
          <a:p>
            <a:pPr lvl="1"/>
            <a:r>
              <a:rPr lang="en-US"/>
              <a:t>Data warehousing and OLAP</a:t>
            </a:r>
          </a:p>
          <a:p>
            <a:r>
              <a:rPr lang="en-US"/>
              <a:t>Indexing, Searching, and Querying</a:t>
            </a:r>
          </a:p>
          <a:p>
            <a:pPr lvl="1"/>
            <a:r>
              <a:rPr lang="en-US"/>
              <a:t>Keyword based search </a:t>
            </a:r>
          </a:p>
          <a:p>
            <a:pPr lvl="1"/>
            <a:r>
              <a:rPr lang="en-US"/>
              <a:t>Pattern matching (XML/RDF)</a:t>
            </a:r>
          </a:p>
          <a:p>
            <a:r>
              <a:rPr lang="en-US"/>
              <a:t>Knowledge discovery</a:t>
            </a:r>
          </a:p>
          <a:p>
            <a:pPr lvl="1"/>
            <a:r>
              <a:rPr lang="en-US"/>
              <a:t>Data Mining</a:t>
            </a:r>
          </a:p>
          <a:p>
            <a:pPr lvl="1"/>
            <a:r>
              <a:rPr lang="en-US"/>
              <a:t>Statistical Modeling</a:t>
            </a:r>
          </a:p>
          <a:p>
            <a:endParaRPr lang="en-US"/>
          </a:p>
        </p:txBody>
      </p:sp>
    </p:spTree>
    <p:extLst>
      <p:ext uri="{BB962C8B-B14F-4D97-AF65-F5344CB8AC3E}">
        <p14:creationId xmlns:p14="http://schemas.microsoft.com/office/powerpoint/2010/main" val="2096566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0;p19">
            <a:extLst>
              <a:ext uri="{FF2B5EF4-FFF2-40B4-BE49-F238E27FC236}">
                <a16:creationId xmlns:a16="http://schemas.microsoft.com/office/drawing/2014/main" id="{B6F734FB-FA3A-4D8F-ACA0-CA2CA2AC03E2}"/>
              </a:ext>
            </a:extLst>
          </p:cNvPr>
          <p:cNvSpPr txBox="1">
            <a:spLocks/>
          </p:cNvSpPr>
          <p:nvPr/>
        </p:nvSpPr>
        <p:spPr>
          <a:xfrm>
            <a:off x="234396" y="177067"/>
            <a:ext cx="11157600" cy="9148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What is the Clean Data?</a:t>
            </a:r>
          </a:p>
        </p:txBody>
      </p:sp>
      <p:sp>
        <p:nvSpPr>
          <p:cNvPr id="5" name="Google Shape;101;p19">
            <a:extLst>
              <a:ext uri="{FF2B5EF4-FFF2-40B4-BE49-F238E27FC236}">
                <a16:creationId xmlns:a16="http://schemas.microsoft.com/office/drawing/2014/main" id="{1F5157FB-2ECD-4B18-ABC7-BFFBA6E53B11}"/>
              </a:ext>
            </a:extLst>
          </p:cNvPr>
          <p:cNvSpPr txBox="1">
            <a:spLocks/>
          </p:cNvSpPr>
          <p:nvPr/>
        </p:nvSpPr>
        <p:spPr>
          <a:xfrm>
            <a:off x="517200" y="1986433"/>
            <a:ext cx="11157600" cy="43288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Consistency</a:t>
            </a:r>
            <a:r>
              <a:rPr lang="en-US"/>
              <a:t>: are observations always entered the same?</a:t>
            </a:r>
          </a:p>
          <a:p>
            <a:r>
              <a:rPr lang="en-US" b="1"/>
              <a:t>Completeness</a:t>
            </a:r>
            <a:r>
              <a:rPr lang="en-US"/>
              <a:t>: do you have coverage of the topic?</a:t>
            </a:r>
          </a:p>
          <a:p>
            <a:r>
              <a:rPr lang="en-US" b="1"/>
              <a:t>Usability</a:t>
            </a:r>
            <a:r>
              <a:rPr lang="en-US"/>
              <a:t>: machine readability?</a:t>
            </a:r>
          </a:p>
          <a:p>
            <a:pPr marL="0" indent="0">
              <a:spcBef>
                <a:spcPts val="2133"/>
              </a:spcBef>
              <a:buFont typeface="Arial" panose="020B0604020202020204" pitchFamily="34" charset="0"/>
              <a:buNone/>
            </a:pPr>
            <a:r>
              <a:rPr lang="en-US"/>
              <a:t>Since we use machines to operate on data, machine-readability is a strong criteria.</a:t>
            </a:r>
          </a:p>
        </p:txBody>
      </p:sp>
    </p:spTree>
    <p:extLst>
      <p:ext uri="{BB962C8B-B14F-4D97-AF65-F5344CB8AC3E}">
        <p14:creationId xmlns:p14="http://schemas.microsoft.com/office/powerpoint/2010/main" val="3599216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163BE-04E3-40F2-A0D1-D909CEC3FA26}"/>
              </a:ext>
            </a:extLst>
          </p:cNvPr>
          <p:cNvSpPr>
            <a:spLocks noGrp="1"/>
          </p:cNvSpPr>
          <p:nvPr>
            <p:ph type="title"/>
          </p:nvPr>
        </p:nvSpPr>
        <p:spPr>
          <a:xfrm>
            <a:off x="0" y="-44829"/>
            <a:ext cx="10515600" cy="1325563"/>
          </a:xfrm>
        </p:spPr>
        <p:txBody>
          <a:bodyPr/>
          <a:lstStyle/>
          <a:p>
            <a:r>
              <a:rPr lang="en-US"/>
              <a:t>Issues with Data...</a:t>
            </a:r>
          </a:p>
        </p:txBody>
      </p:sp>
      <p:sp>
        <p:nvSpPr>
          <p:cNvPr id="3" name="Content Placeholder 2">
            <a:extLst>
              <a:ext uri="{FF2B5EF4-FFF2-40B4-BE49-F238E27FC236}">
                <a16:creationId xmlns:a16="http://schemas.microsoft.com/office/drawing/2014/main" id="{CF6BF045-AA8B-4039-9C5A-3E69DCA606F1}"/>
              </a:ext>
            </a:extLst>
          </p:cNvPr>
          <p:cNvSpPr>
            <a:spLocks noGrp="1"/>
          </p:cNvSpPr>
          <p:nvPr>
            <p:ph idx="1"/>
          </p:nvPr>
        </p:nvSpPr>
        <p:spPr>
          <a:xfrm>
            <a:off x="74629" y="1178351"/>
            <a:ext cx="12117371" cy="5661394"/>
          </a:xfrm>
        </p:spPr>
        <p:txBody>
          <a:bodyPr>
            <a:normAutofit/>
          </a:bodyPr>
          <a:lstStyle/>
          <a:p>
            <a:r>
              <a:rPr lang="en-US"/>
              <a:t>Values are missing (what does the absence of this value means? How to handle?)</a:t>
            </a:r>
          </a:p>
          <a:p>
            <a:endParaRPr lang="en-US"/>
          </a:p>
          <a:p>
            <a:r>
              <a:rPr lang="en-US"/>
              <a:t>Zeros replace missing values (Are zeros really number or just missing data?)</a:t>
            </a:r>
          </a:p>
          <a:p>
            <a:endParaRPr lang="en-US"/>
          </a:p>
          <a:p>
            <a:r>
              <a:rPr lang="en-US"/>
              <a:t>Rows or values are duplicated (why?)</a:t>
            </a:r>
          </a:p>
          <a:p>
            <a:endParaRPr lang="en-US"/>
          </a:p>
          <a:p>
            <a:r>
              <a:rPr lang="en-US"/>
              <a:t>Spelling is inconsistent (Los Angeles, </a:t>
            </a:r>
            <a:r>
              <a:rPr lang="en-US" err="1"/>
              <a:t>LosAngeles</a:t>
            </a:r>
            <a:r>
              <a:rPr lang="en-US"/>
              <a:t>, LA; data entered by human)</a:t>
            </a:r>
          </a:p>
          <a:p>
            <a:endParaRPr lang="en-US"/>
          </a:p>
          <a:p>
            <a:r>
              <a:rPr lang="en-US"/>
              <a:t>Name order or data format is inconsistent (date in Farsi; 10/9/90 or 9/10/90)</a:t>
            </a:r>
          </a:p>
          <a:p>
            <a:endParaRPr lang="en-US"/>
          </a:p>
          <a:p>
            <a:endParaRPr lang="en-US"/>
          </a:p>
        </p:txBody>
      </p:sp>
    </p:spTree>
    <p:extLst>
      <p:ext uri="{BB962C8B-B14F-4D97-AF65-F5344CB8AC3E}">
        <p14:creationId xmlns:p14="http://schemas.microsoft.com/office/powerpoint/2010/main" val="107862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163BE-04E3-40F2-A0D1-D909CEC3FA26}"/>
              </a:ext>
            </a:extLst>
          </p:cNvPr>
          <p:cNvSpPr>
            <a:spLocks noGrp="1"/>
          </p:cNvSpPr>
          <p:nvPr>
            <p:ph type="title"/>
          </p:nvPr>
        </p:nvSpPr>
        <p:spPr>
          <a:xfrm>
            <a:off x="0" y="-44829"/>
            <a:ext cx="10515600" cy="1325563"/>
          </a:xfrm>
        </p:spPr>
        <p:txBody>
          <a:bodyPr/>
          <a:lstStyle/>
          <a:p>
            <a:r>
              <a:rPr lang="en-US"/>
              <a:t>Issues with Data…</a:t>
            </a:r>
          </a:p>
        </p:txBody>
      </p:sp>
      <p:sp>
        <p:nvSpPr>
          <p:cNvPr id="3" name="Content Placeholder 2">
            <a:extLst>
              <a:ext uri="{FF2B5EF4-FFF2-40B4-BE49-F238E27FC236}">
                <a16:creationId xmlns:a16="http://schemas.microsoft.com/office/drawing/2014/main" id="{CF6BF045-AA8B-4039-9C5A-3E69DCA606F1}"/>
              </a:ext>
            </a:extLst>
          </p:cNvPr>
          <p:cNvSpPr>
            <a:spLocks noGrp="1"/>
          </p:cNvSpPr>
          <p:nvPr>
            <p:ph idx="1"/>
          </p:nvPr>
        </p:nvSpPr>
        <p:spPr>
          <a:xfrm>
            <a:off x="74629" y="1178351"/>
            <a:ext cx="12117371" cy="5863472"/>
          </a:xfrm>
        </p:spPr>
        <p:txBody>
          <a:bodyPr>
            <a:normAutofit fontScale="77500" lnSpcReduction="20000"/>
          </a:bodyPr>
          <a:lstStyle/>
          <a:p>
            <a:r>
              <a:rPr lang="en-US"/>
              <a:t>Categories are badly chosen (definition of rape by FBI is changing over time)</a:t>
            </a:r>
          </a:p>
          <a:p>
            <a:endParaRPr lang="en-US"/>
          </a:p>
          <a:p>
            <a:r>
              <a:rPr lang="en-US"/>
              <a:t>Suspicious values are present (Gene Names in Excel; 7-Mar)</a:t>
            </a:r>
          </a:p>
          <a:p>
            <a:endParaRPr lang="en-US"/>
          </a:p>
          <a:p>
            <a:r>
              <a:rPr lang="en-US"/>
              <a:t>Data are too coarse (You need county data, but you got states data -&gt; privacy)</a:t>
            </a:r>
          </a:p>
          <a:p>
            <a:endParaRPr lang="en-US"/>
          </a:p>
          <a:p>
            <a:r>
              <a:rPr lang="en-US"/>
              <a:t>Sample is not random and is biased (face recognition data biased; genomic data are biased; research on the internet and poorer people don’t use internet as frequent)</a:t>
            </a:r>
          </a:p>
          <a:p>
            <a:endParaRPr lang="en-US"/>
          </a:p>
          <a:p>
            <a:r>
              <a:rPr lang="en-US"/>
              <a:t>Margin of error is too large (</a:t>
            </a:r>
            <a:r>
              <a:rPr lang="en-US" altLang="en-US">
                <a:solidFill>
                  <a:srgbClr val="24292E"/>
                </a:solidFill>
                <a:latin typeface="-apple-system"/>
              </a:rPr>
              <a:t>the number of Asians living in New York is 1,106,989 ± 3,526 (0.3%). The number of Filipinos is 71,969 ± 3,088 (4.3%). The number of Samoans is 203 ± 144 (71%))</a:t>
            </a:r>
          </a:p>
          <a:p>
            <a:endParaRPr lang="en-US" altLang="en-US">
              <a:solidFill>
                <a:srgbClr val="24292E"/>
              </a:solidFill>
              <a:latin typeface="-apple-system"/>
            </a:endParaRPr>
          </a:p>
          <a:p>
            <a:r>
              <a:rPr lang="en-US"/>
              <a:t>Frame of reference has been manipulated (</a:t>
            </a:r>
            <a:r>
              <a:rPr lang="en-US" altLang="en-US">
                <a:solidFill>
                  <a:srgbClr val="24292E"/>
                </a:solidFill>
                <a:latin typeface="-apple-system"/>
              </a:rPr>
              <a:t>Crime statistics are often manipulated for political purposes by comparing to a year when crime was very high. This can be expressed either as a change (down 60% since 2004) or via an index (40, where 2004 = 100). In either of these cases, 2004 may or may not be an appropriate year for comparison. It could have been an unusually high crime year.)</a:t>
            </a:r>
          </a:p>
          <a:p>
            <a:endParaRPr lang="en-US" altLang="en-US">
              <a:solidFill>
                <a:srgbClr val="24292E"/>
              </a:solidFill>
              <a:latin typeface="-apple-system"/>
            </a:endParaRPr>
          </a:p>
          <a:p>
            <a:endParaRPr lang="en-US"/>
          </a:p>
          <a:p>
            <a:endParaRPr lang="en-US"/>
          </a:p>
        </p:txBody>
      </p:sp>
    </p:spTree>
    <p:extLst>
      <p:ext uri="{BB962C8B-B14F-4D97-AF65-F5344CB8AC3E}">
        <p14:creationId xmlns:p14="http://schemas.microsoft.com/office/powerpoint/2010/main" val="419763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Big Data and Data Science</a:t>
            </a:r>
          </a:p>
        </p:txBody>
      </p:sp>
      <p:sp>
        <p:nvSpPr>
          <p:cNvPr id="3" name="Content Placeholder 2"/>
          <p:cNvSpPr>
            <a:spLocks noGrp="1"/>
          </p:cNvSpPr>
          <p:nvPr>
            <p:ph idx="1"/>
          </p:nvPr>
        </p:nvSpPr>
        <p:spPr/>
        <p:txBody>
          <a:bodyPr/>
          <a:lstStyle/>
          <a:p>
            <a:r>
              <a:rPr lang="en-US" sz="2600"/>
              <a:t>“… the sexy job in the next 10 years will be statisticians,” </a:t>
            </a:r>
            <a:r>
              <a:rPr lang="en-US" sz="1400"/>
              <a:t>Hal Varian, Google Chief Economist</a:t>
            </a:r>
          </a:p>
          <a:p>
            <a:r>
              <a:rPr lang="en-US" sz="2600"/>
              <a:t>The U.S. will need 140,000-190,000 predictive analysts and 1.5 million managers/analysts by 2018. </a:t>
            </a:r>
            <a:r>
              <a:rPr lang="en-US" sz="1400"/>
              <a:t>McKinsey Global Institute’s June 2011</a:t>
            </a:r>
          </a:p>
          <a:p>
            <a:r>
              <a:rPr lang="en-US" sz="2600"/>
              <a:t>New Data Science institutes being created or repurposed – NYU, Columbia, Washington, UCB,...</a:t>
            </a:r>
          </a:p>
          <a:p>
            <a:r>
              <a:rPr lang="en-US" sz="2600"/>
              <a:t>New degree programs, courses, boot-camps:</a:t>
            </a:r>
          </a:p>
          <a:p>
            <a:pPr lvl="1"/>
            <a:r>
              <a:rPr lang="en-US" sz="2200"/>
              <a:t>e.g., at Berkeley: Stats, I-School, CS, Astronomy…</a:t>
            </a:r>
          </a:p>
          <a:p>
            <a:pPr lvl="1"/>
            <a:r>
              <a:rPr lang="en-US" sz="2200"/>
              <a:t>One proposal (elsewhere) for an MS in “Big Data Science”</a:t>
            </a:r>
          </a:p>
        </p:txBody>
      </p:sp>
    </p:spTree>
    <p:extLst>
      <p:ext uri="{BB962C8B-B14F-4D97-AF65-F5344CB8AC3E}">
        <p14:creationId xmlns:p14="http://schemas.microsoft.com/office/powerpoint/2010/main" val="3902230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2F2E66D-C614-4596-9E2E-6FA151C22317}"/>
              </a:ext>
            </a:extLst>
          </p:cNvPr>
          <p:cNvSpPr txBox="1">
            <a:spLocks/>
          </p:cNvSpPr>
          <p:nvPr/>
        </p:nvSpPr>
        <p:spPr>
          <a:xfrm>
            <a:off x="327196" y="156475"/>
            <a:ext cx="10515600" cy="992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latin typeface="Amazon Ember Light" panose="020B0403020204020204" pitchFamily="34" charset="0"/>
                <a:ea typeface="Amazon Ember Light" panose="020B0403020204020204" pitchFamily="34" charset="0"/>
                <a:cs typeface="Amazon Ember Light" panose="020B0403020204020204" pitchFamily="34" charset="0"/>
              </a:rPr>
              <a:t>Why </a:t>
            </a:r>
            <a:r>
              <a:rPr lang="en-US" b="1">
                <a:ea typeface="Amazon Ember Light" panose="020B0403020204020204" pitchFamily="34" charset="0"/>
                <a:cs typeface="Amazon Ember Light" panose="020B0403020204020204" pitchFamily="34" charset="0"/>
              </a:rPr>
              <a:t>data science</a:t>
            </a:r>
            <a:r>
              <a:rPr lang="en-US" b="1">
                <a:latin typeface="Amazon Ember Light" panose="020B0403020204020204" pitchFamily="34" charset="0"/>
                <a:ea typeface="Amazon Ember Light" panose="020B0403020204020204" pitchFamily="34" charset="0"/>
                <a:cs typeface="Amazon Ember Light" panose="020B0403020204020204" pitchFamily="34" charset="0"/>
              </a:rPr>
              <a:t>? Why now?</a:t>
            </a:r>
          </a:p>
        </p:txBody>
      </p:sp>
      <p:sp>
        <p:nvSpPr>
          <p:cNvPr id="5" name="Content Placeholder 2">
            <a:extLst>
              <a:ext uri="{FF2B5EF4-FFF2-40B4-BE49-F238E27FC236}">
                <a16:creationId xmlns:a16="http://schemas.microsoft.com/office/drawing/2014/main" id="{DFA07F7A-384A-4CE6-82D4-BB5C3E751960}"/>
              </a:ext>
            </a:extLst>
          </p:cNvPr>
          <p:cNvSpPr txBox="1">
            <a:spLocks/>
          </p:cNvSpPr>
          <p:nvPr/>
        </p:nvSpPr>
        <p:spPr>
          <a:xfrm>
            <a:off x="852491" y="1291120"/>
            <a:ext cx="10515599" cy="2887179"/>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marL="800100" lvl="1" indent="-342900">
              <a:buFont typeface="Arial" panose="020B0604020202020204" pitchFamily="34" charset="0"/>
              <a:buChar char="•"/>
            </a:pPr>
            <a:r>
              <a:rPr lang="en-US">
                <a:latin typeface="Amazon Ember Light" panose="020B0403020204020204" pitchFamily="34" charset="0"/>
                <a:ea typeface="Amazon Ember Light" panose="020B0403020204020204" pitchFamily="34" charset="0"/>
                <a:cs typeface="Amazon Ember Light" panose="020B0403020204020204" pitchFamily="34" charset="0"/>
              </a:rPr>
              <a:t>larger amounts of data, easy to produce, collect and store </a:t>
            </a:r>
          </a:p>
          <a:p>
            <a:r>
              <a:rPr lang="en-US" sz="2800" b="1">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Compute</a:t>
            </a:r>
          </a:p>
          <a:p>
            <a:pPr marL="800100" lvl="1" indent="-342900">
              <a:buFont typeface="Arial" panose="020B0604020202020204" pitchFamily="34" charset="0"/>
              <a:buChar char="•"/>
            </a:pPr>
            <a:r>
              <a:rPr lang="en-US">
                <a:latin typeface="Amazon Ember Light" panose="020B0403020204020204" pitchFamily="34" charset="0"/>
                <a:ea typeface="Amazon Ember Light" panose="020B0403020204020204" pitchFamily="34" charset="0"/>
                <a:cs typeface="Amazon Ember Light" panose="020B0403020204020204" pitchFamily="34" charset="0"/>
              </a:rPr>
              <a:t>powerful processing units, hardware acceleration, parallelization </a:t>
            </a:r>
          </a:p>
          <a:p>
            <a:r>
              <a:rPr lang="en-US" sz="2800" b="1">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Algorithms</a:t>
            </a:r>
          </a:p>
          <a:p>
            <a:pPr marL="800100" lvl="1" indent="-342900">
              <a:buFont typeface="Arial" panose="020B0604020202020204" pitchFamily="34" charset="0"/>
              <a:buChar char="•"/>
            </a:pPr>
            <a:r>
              <a:rPr lang="en-US">
                <a:latin typeface="Amazon Ember Light" panose="020B0403020204020204" pitchFamily="34" charset="0"/>
                <a:ea typeface="Amazon Ember Light" panose="020B0403020204020204" pitchFamily="34" charset="0"/>
                <a:cs typeface="Amazon Ember Light" panose="020B0403020204020204" pitchFamily="34" charset="0"/>
              </a:rPr>
              <a:t>ML frameworks, libraries, improved and more efficient techniques</a:t>
            </a:r>
          </a:p>
        </p:txBody>
      </p:sp>
    </p:spTree>
    <p:extLst>
      <p:ext uri="{BB962C8B-B14F-4D97-AF65-F5344CB8AC3E}">
        <p14:creationId xmlns:p14="http://schemas.microsoft.com/office/powerpoint/2010/main" val="3442560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F3CC121-ECCA-4339-8857-8A81EF7C93A1}"/>
              </a:ext>
            </a:extLst>
          </p:cNvPr>
          <p:cNvSpPr>
            <a:spLocks noGrp="1"/>
          </p:cNvSpPr>
          <p:nvPr>
            <p:ph type="title"/>
          </p:nvPr>
        </p:nvSpPr>
        <p:spPr>
          <a:xfrm>
            <a:off x="496878" y="479421"/>
            <a:ext cx="10515600" cy="992183"/>
          </a:xfrm>
        </p:spPr>
        <p:txBody>
          <a:bodyPr/>
          <a:lstStyle/>
          <a:p>
            <a:r>
              <a:rPr lang="en-US" b="1">
                <a:latin typeface="Amazon Ember Light" panose="020B0403020204020204" pitchFamily="34" charset="0"/>
                <a:ea typeface="Amazon Ember Light" panose="020B0403020204020204" pitchFamily="34" charset="0"/>
                <a:cs typeface="Amazon Ember Light" panose="020B0403020204020204" pitchFamily="34" charset="0"/>
              </a:rPr>
              <a:t>What is Data Science?</a:t>
            </a:r>
          </a:p>
        </p:txBody>
      </p:sp>
      <p:sp>
        <p:nvSpPr>
          <p:cNvPr id="20" name="Content Placeholder 2">
            <a:extLst>
              <a:ext uri="{FF2B5EF4-FFF2-40B4-BE49-F238E27FC236}">
                <a16:creationId xmlns:a16="http://schemas.microsoft.com/office/drawing/2014/main" id="{484709F4-6C93-4EF8-AF5C-3AB19D06F8E2}"/>
              </a:ext>
            </a:extLst>
          </p:cNvPr>
          <p:cNvSpPr txBox="1">
            <a:spLocks/>
          </p:cNvSpPr>
          <p:nvPr/>
        </p:nvSpPr>
        <p:spPr>
          <a:xfrm>
            <a:off x="852492" y="1291120"/>
            <a:ext cx="6115924" cy="4874129"/>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Wikipedia describes </a:t>
            </a:r>
            <a:r>
              <a:rPr lang="en-US" sz="2800" b="1">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Data Science </a:t>
            </a:r>
            <a:r>
              <a:rPr lang="en-US" sz="2800">
                <a:latin typeface="Amazon Ember Light" panose="020B0403020204020204" pitchFamily="34" charset="0"/>
                <a:ea typeface="Amazon Ember Light" panose="020B0403020204020204" pitchFamily="34" charset="0"/>
                <a:cs typeface="Amazon Ember Light" panose="020B0403020204020204" pitchFamily="34" charset="0"/>
              </a:rPr>
              <a:t>as:</a:t>
            </a:r>
          </a:p>
          <a:p>
            <a:endParaRPr lang="en-US" sz="280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 “a multi-disciplinary field that uses scientific methods, processes, algorithms and systems to </a:t>
            </a:r>
            <a:r>
              <a:rPr lang="en-US" sz="2800" b="1">
                <a:latin typeface="Amazon Ember Light" panose="020B0403020204020204" pitchFamily="34" charset="0"/>
                <a:ea typeface="Amazon Ember Light" panose="020B0403020204020204" pitchFamily="34" charset="0"/>
                <a:cs typeface="Amazon Ember Light" panose="020B0403020204020204" pitchFamily="34" charset="0"/>
              </a:rPr>
              <a:t>extract knowledge and insights </a:t>
            </a:r>
            <a:r>
              <a:rPr lang="en-US" sz="2800">
                <a:latin typeface="Amazon Ember Light" panose="020B0403020204020204" pitchFamily="34" charset="0"/>
                <a:ea typeface="Amazon Ember Light" panose="020B0403020204020204" pitchFamily="34" charset="0"/>
                <a:cs typeface="Amazon Ember Light" panose="020B0403020204020204" pitchFamily="34" charset="0"/>
              </a:rPr>
              <a:t>from structured and unstructured </a:t>
            </a:r>
            <a:r>
              <a:rPr lang="en-US" sz="2800" b="1">
                <a:latin typeface="Amazon Ember Light" panose="020B0403020204020204" pitchFamily="34" charset="0"/>
                <a:ea typeface="Amazon Ember Light" panose="020B0403020204020204" pitchFamily="34" charset="0"/>
                <a:cs typeface="Amazon Ember Light" panose="020B0403020204020204" pitchFamily="34" charset="0"/>
              </a:rPr>
              <a:t>data</a:t>
            </a:r>
            <a:r>
              <a:rPr lang="en-US" sz="280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800" baseline="3000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a:t>
            </a:r>
          </a:p>
        </p:txBody>
      </p:sp>
      <p:sp>
        <p:nvSpPr>
          <p:cNvPr id="21" name="Oval 20">
            <a:extLst>
              <a:ext uri="{FF2B5EF4-FFF2-40B4-BE49-F238E27FC236}">
                <a16:creationId xmlns:a16="http://schemas.microsoft.com/office/drawing/2014/main" id="{DAC09AE7-36F1-4CCB-9AB2-A1A680BF19F7}"/>
              </a:ext>
            </a:extLst>
          </p:cNvPr>
          <p:cNvSpPr/>
          <p:nvPr/>
        </p:nvSpPr>
        <p:spPr>
          <a:xfrm>
            <a:off x="8319613" y="1879130"/>
            <a:ext cx="2645753" cy="2628404"/>
          </a:xfrm>
          <a:prstGeom prst="ellipse">
            <a:avLst/>
          </a:prstGeom>
          <a:solidFill>
            <a:schemeClr val="accent4">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2" name="Oval 21">
            <a:extLst>
              <a:ext uri="{FF2B5EF4-FFF2-40B4-BE49-F238E27FC236}">
                <a16:creationId xmlns:a16="http://schemas.microsoft.com/office/drawing/2014/main" id="{31A78877-2A7A-4F4B-B177-6B006AA40BED}"/>
              </a:ext>
            </a:extLst>
          </p:cNvPr>
          <p:cNvSpPr/>
          <p:nvPr/>
        </p:nvSpPr>
        <p:spPr>
          <a:xfrm>
            <a:off x="7223071" y="1925015"/>
            <a:ext cx="2645753" cy="2628404"/>
          </a:xfrm>
          <a:prstGeom prst="ellipse">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3" name="Oval 22">
            <a:extLst>
              <a:ext uri="{FF2B5EF4-FFF2-40B4-BE49-F238E27FC236}">
                <a16:creationId xmlns:a16="http://schemas.microsoft.com/office/drawing/2014/main" id="{0AE19B40-16D0-435A-8FB5-ACC8CCD29957}"/>
              </a:ext>
            </a:extLst>
          </p:cNvPr>
          <p:cNvSpPr/>
          <p:nvPr/>
        </p:nvSpPr>
        <p:spPr>
          <a:xfrm>
            <a:off x="7780239" y="2617050"/>
            <a:ext cx="2645753" cy="2628404"/>
          </a:xfrm>
          <a:prstGeom prst="ellipse">
            <a:avLst/>
          </a:prstGeom>
          <a:solidFill>
            <a:schemeClr val="tx1">
              <a:lumMod val="60000"/>
              <a:lumOff val="4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4" name="TextBox 23">
            <a:extLst>
              <a:ext uri="{FF2B5EF4-FFF2-40B4-BE49-F238E27FC236}">
                <a16:creationId xmlns:a16="http://schemas.microsoft.com/office/drawing/2014/main" id="{95D0196B-A39A-44FB-9FAD-9BD4BB2C08A7}"/>
              </a:ext>
            </a:extLst>
          </p:cNvPr>
          <p:cNvSpPr txBox="1"/>
          <p:nvPr/>
        </p:nvSpPr>
        <p:spPr>
          <a:xfrm>
            <a:off x="8496346" y="3069271"/>
            <a:ext cx="1229432" cy="646331"/>
          </a:xfrm>
          <a:prstGeom prst="rect">
            <a:avLst/>
          </a:prstGeom>
          <a:noFill/>
        </p:spPr>
        <p:txBody>
          <a:bodyPr wrap="square" rtlCol="0">
            <a:spAutoFit/>
          </a:bodyPr>
          <a:lstStyle/>
          <a:p>
            <a:pPr algn="ctr" fontAlgn="base"/>
            <a:r>
              <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algn="ctr" fontAlgn="base"/>
            <a:r>
              <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SCIENCE</a:t>
            </a:r>
          </a:p>
        </p:txBody>
      </p:sp>
      <p:sp>
        <p:nvSpPr>
          <p:cNvPr id="25" name="TextBox 24">
            <a:extLst>
              <a:ext uri="{FF2B5EF4-FFF2-40B4-BE49-F238E27FC236}">
                <a16:creationId xmlns:a16="http://schemas.microsoft.com/office/drawing/2014/main" id="{856DD3E5-C6EA-4E9E-BFCF-48AD3103732D}"/>
              </a:ext>
            </a:extLst>
          </p:cNvPr>
          <p:cNvSpPr txBox="1"/>
          <p:nvPr/>
        </p:nvSpPr>
        <p:spPr>
          <a:xfrm>
            <a:off x="8482187" y="2200026"/>
            <a:ext cx="1229432" cy="400110"/>
          </a:xfrm>
          <a:prstGeom prst="rect">
            <a:avLst/>
          </a:prstGeom>
          <a:noFill/>
        </p:spPr>
        <p:txBody>
          <a:bodyPr wrap="square" rtlCol="0">
            <a:spAutoFit/>
          </a:bodyPr>
          <a:lstStyle/>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MACHINE LEARNING</a:t>
            </a:r>
          </a:p>
        </p:txBody>
      </p:sp>
      <p:sp>
        <p:nvSpPr>
          <p:cNvPr id="26" name="TextBox 25">
            <a:extLst>
              <a:ext uri="{FF2B5EF4-FFF2-40B4-BE49-F238E27FC236}">
                <a16:creationId xmlns:a16="http://schemas.microsoft.com/office/drawing/2014/main" id="{99DB000E-3CB7-48DE-8F2A-3A23AA8A9CB9}"/>
              </a:ext>
            </a:extLst>
          </p:cNvPr>
          <p:cNvSpPr txBox="1"/>
          <p:nvPr/>
        </p:nvSpPr>
        <p:spPr>
          <a:xfrm>
            <a:off x="9649258" y="2564004"/>
            <a:ext cx="1229432" cy="400110"/>
          </a:xfrm>
          <a:prstGeom prst="rect">
            <a:avLst/>
          </a:prstGeom>
          <a:noFill/>
        </p:spPr>
        <p:txBody>
          <a:bodyPr wrap="square" rtlCol="0">
            <a:spAutoFit/>
          </a:bodyPr>
          <a:lstStyle/>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COMPUTER</a:t>
            </a:r>
          </a:p>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SCIENCE</a:t>
            </a:r>
          </a:p>
        </p:txBody>
      </p:sp>
      <p:sp>
        <p:nvSpPr>
          <p:cNvPr id="27" name="TextBox 26">
            <a:extLst>
              <a:ext uri="{FF2B5EF4-FFF2-40B4-BE49-F238E27FC236}">
                <a16:creationId xmlns:a16="http://schemas.microsoft.com/office/drawing/2014/main" id="{A3C7E0C7-5C61-4706-A9DF-6930899C869F}"/>
              </a:ext>
            </a:extLst>
          </p:cNvPr>
          <p:cNvSpPr txBox="1"/>
          <p:nvPr/>
        </p:nvSpPr>
        <p:spPr>
          <a:xfrm>
            <a:off x="7146872" y="2662442"/>
            <a:ext cx="1414554" cy="246221"/>
          </a:xfrm>
          <a:prstGeom prst="rect">
            <a:avLst/>
          </a:prstGeom>
          <a:noFill/>
        </p:spPr>
        <p:txBody>
          <a:bodyPr wrap="square" rtlCol="0">
            <a:spAutoFit/>
          </a:bodyPr>
          <a:lstStyle/>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MATHEMATICS</a:t>
            </a:r>
          </a:p>
        </p:txBody>
      </p:sp>
      <p:sp>
        <p:nvSpPr>
          <p:cNvPr id="28" name="TextBox 27">
            <a:extLst>
              <a:ext uri="{FF2B5EF4-FFF2-40B4-BE49-F238E27FC236}">
                <a16:creationId xmlns:a16="http://schemas.microsoft.com/office/drawing/2014/main" id="{11083D4A-99B7-42E0-9804-7854AB973B3A}"/>
              </a:ext>
            </a:extLst>
          </p:cNvPr>
          <p:cNvSpPr txBox="1"/>
          <p:nvPr/>
        </p:nvSpPr>
        <p:spPr>
          <a:xfrm>
            <a:off x="7507791" y="3915745"/>
            <a:ext cx="1414554" cy="400110"/>
          </a:xfrm>
          <a:prstGeom prst="rect">
            <a:avLst/>
          </a:prstGeom>
          <a:noFill/>
        </p:spPr>
        <p:txBody>
          <a:bodyPr wrap="square" rtlCol="0">
            <a:spAutoFit/>
          </a:bodyPr>
          <a:lstStyle/>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STATISTICAL</a:t>
            </a:r>
          </a:p>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RESEARCH</a:t>
            </a:r>
          </a:p>
        </p:txBody>
      </p:sp>
      <p:sp>
        <p:nvSpPr>
          <p:cNvPr id="29" name="TextBox 28">
            <a:extLst>
              <a:ext uri="{FF2B5EF4-FFF2-40B4-BE49-F238E27FC236}">
                <a16:creationId xmlns:a16="http://schemas.microsoft.com/office/drawing/2014/main" id="{7A3E9740-3E39-4012-BACA-92D6FC336D9C}"/>
              </a:ext>
            </a:extLst>
          </p:cNvPr>
          <p:cNvSpPr txBox="1"/>
          <p:nvPr/>
        </p:nvSpPr>
        <p:spPr>
          <a:xfrm>
            <a:off x="8389626" y="4610965"/>
            <a:ext cx="1414554" cy="400110"/>
          </a:xfrm>
          <a:prstGeom prst="rect">
            <a:avLst/>
          </a:prstGeom>
          <a:noFill/>
        </p:spPr>
        <p:txBody>
          <a:bodyPr wrap="square" rtlCol="0">
            <a:spAutoFit/>
          </a:bodyPr>
          <a:lstStyle/>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DOMAIN</a:t>
            </a:r>
          </a:p>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EXPERTISE</a:t>
            </a:r>
          </a:p>
        </p:txBody>
      </p:sp>
      <p:sp>
        <p:nvSpPr>
          <p:cNvPr id="30" name="TextBox 29">
            <a:extLst>
              <a:ext uri="{FF2B5EF4-FFF2-40B4-BE49-F238E27FC236}">
                <a16:creationId xmlns:a16="http://schemas.microsoft.com/office/drawing/2014/main" id="{1D20F3C6-B71F-45C9-9E2E-864872B1C119}"/>
              </a:ext>
            </a:extLst>
          </p:cNvPr>
          <p:cNvSpPr txBox="1"/>
          <p:nvPr/>
        </p:nvSpPr>
        <p:spPr>
          <a:xfrm>
            <a:off x="9264633" y="3842704"/>
            <a:ext cx="1414554" cy="400110"/>
          </a:xfrm>
          <a:prstGeom prst="rect">
            <a:avLst/>
          </a:prstGeom>
          <a:noFill/>
        </p:spPr>
        <p:txBody>
          <a:bodyPr wrap="square" rtlCol="0">
            <a:spAutoFit/>
          </a:bodyPr>
          <a:lstStyle/>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algn="ctr" fontAlgn="base"/>
            <a:r>
              <a:rPr lang="en-US" sz="10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PROCESSING</a:t>
            </a:r>
          </a:p>
        </p:txBody>
      </p:sp>
      <p:cxnSp>
        <p:nvCxnSpPr>
          <p:cNvPr id="31" name="Straight Arrow Connector 30">
            <a:extLst>
              <a:ext uri="{FF2B5EF4-FFF2-40B4-BE49-F238E27FC236}">
                <a16:creationId xmlns:a16="http://schemas.microsoft.com/office/drawing/2014/main" id="{97566393-A855-49D3-9A29-56E6DBA38DA8}"/>
              </a:ext>
            </a:extLst>
          </p:cNvPr>
          <p:cNvCxnSpPr>
            <a:cxnSpLocks/>
          </p:cNvCxnSpPr>
          <p:nvPr/>
        </p:nvCxnSpPr>
        <p:spPr>
          <a:xfrm>
            <a:off x="9018626" y="1471604"/>
            <a:ext cx="0" cy="453411"/>
          </a:xfrm>
          <a:prstGeom prst="straightConnector1">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0CAC402F-0B54-4A24-96C2-273AC969FF9D}"/>
              </a:ext>
            </a:extLst>
          </p:cNvPr>
          <p:cNvSpPr/>
          <p:nvPr/>
        </p:nvSpPr>
        <p:spPr>
          <a:xfrm>
            <a:off x="7561439" y="931470"/>
            <a:ext cx="2957861" cy="523220"/>
          </a:xfrm>
          <a:prstGeom prst="rect">
            <a:avLst/>
          </a:prstGeom>
        </p:spPr>
        <p:txBody>
          <a:bodyPr wrap="none">
            <a:spAutoFit/>
          </a:bodyPr>
          <a:lstStyle/>
          <a:p>
            <a:r>
              <a:rPr lang="en-US" sz="2800" b="1">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Machine Learning</a:t>
            </a:r>
          </a:p>
        </p:txBody>
      </p:sp>
      <p:sp>
        <p:nvSpPr>
          <p:cNvPr id="33" name="Rectangle 32">
            <a:extLst>
              <a:ext uri="{FF2B5EF4-FFF2-40B4-BE49-F238E27FC236}">
                <a16:creationId xmlns:a16="http://schemas.microsoft.com/office/drawing/2014/main" id="{4346A7D1-4A32-490A-82C0-2CD1D2FF8EF5}"/>
              </a:ext>
            </a:extLst>
          </p:cNvPr>
          <p:cNvSpPr/>
          <p:nvPr/>
        </p:nvSpPr>
        <p:spPr>
          <a:xfrm>
            <a:off x="6814317" y="5566880"/>
            <a:ext cx="4679730" cy="369332"/>
          </a:xfrm>
          <a:prstGeom prst="rect">
            <a:avLst/>
          </a:prstGeom>
        </p:spPr>
        <p:txBody>
          <a:bodyPr wrap="square">
            <a:spAutoFit/>
          </a:bodyPr>
          <a:lstStyle/>
          <a:p>
            <a:r>
              <a:rPr lang="en-US">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hlinkClick r:id="rId2">
                  <a:extLst>
                    <a:ext uri="{A12FA001-AC4F-418D-AE19-62706E023703}">
                      <ahyp:hlinkClr xmlns:ahyp="http://schemas.microsoft.com/office/drawing/2018/hyperlinkcolor" val="tx"/>
                    </a:ext>
                  </a:extLst>
                </a:hlinkClick>
              </a:rPr>
              <a:t>https://en.wikipedia.org/wiki/Data_science</a:t>
            </a:r>
            <a:endParaRPr lang="en-US">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3438661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34884" y="-77935"/>
            <a:ext cx="10515600" cy="1325563"/>
          </a:xfrm>
        </p:spPr>
        <p:txBody>
          <a:bodyPr/>
          <a:lstStyle/>
          <a:p>
            <a:r>
              <a:rPr lang="en-US"/>
              <a:t>Data Science</a:t>
            </a:r>
            <a:endParaRPr lang="en-US" altLang="en-US">
              <a:ea typeface="ＭＳ Ｐゴシック" panose="020B0600070205080204" pitchFamily="34" charset="-128"/>
            </a:endParaRPr>
          </a:p>
        </p:txBody>
      </p:sp>
      <p:pic>
        <p:nvPicPr>
          <p:cNvPr id="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0" y="1066801"/>
            <a:ext cx="8305800" cy="552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667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Scientists</a:t>
            </a:r>
          </a:p>
        </p:txBody>
      </p:sp>
      <p:sp>
        <p:nvSpPr>
          <p:cNvPr id="3" name="Content Placeholder 2"/>
          <p:cNvSpPr>
            <a:spLocks noGrp="1"/>
          </p:cNvSpPr>
          <p:nvPr>
            <p:ph idx="1"/>
          </p:nvPr>
        </p:nvSpPr>
        <p:spPr/>
        <p:txBody>
          <a:bodyPr/>
          <a:lstStyle/>
          <a:p>
            <a:pPr>
              <a:defRPr/>
            </a:pPr>
            <a:r>
              <a:rPr lang="en-US"/>
              <a:t>Data Scientist</a:t>
            </a:r>
          </a:p>
          <a:p>
            <a:pPr lvl="1">
              <a:defRPr/>
            </a:pPr>
            <a:r>
              <a:rPr lang="en-US"/>
              <a:t>The Sexiest Job of the 21</a:t>
            </a:r>
            <a:r>
              <a:rPr lang="en-US" baseline="30000"/>
              <a:t>st</a:t>
            </a:r>
            <a:r>
              <a:rPr lang="en-US"/>
              <a:t> Century</a:t>
            </a:r>
          </a:p>
          <a:p>
            <a:r>
              <a:rPr lang="en-US"/>
              <a:t>They find stories, extract knowledge. They are not reporters </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0" y="3561588"/>
            <a:ext cx="4262255" cy="2839212"/>
          </a:xfrm>
          <a:prstGeom prst="rect">
            <a:avLst/>
          </a:prstGeom>
        </p:spPr>
      </p:pic>
    </p:spTree>
    <p:extLst>
      <p:ext uri="{BB962C8B-B14F-4D97-AF65-F5344CB8AC3E}">
        <p14:creationId xmlns:p14="http://schemas.microsoft.com/office/powerpoint/2010/main" val="1764501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Scientists</a:t>
            </a:r>
          </a:p>
        </p:txBody>
      </p:sp>
      <p:sp>
        <p:nvSpPr>
          <p:cNvPr id="3" name="Content Placeholder 2"/>
          <p:cNvSpPr>
            <a:spLocks noGrp="1"/>
          </p:cNvSpPr>
          <p:nvPr>
            <p:ph idx="1"/>
          </p:nvPr>
        </p:nvSpPr>
        <p:spPr/>
        <p:txBody>
          <a:bodyPr/>
          <a:lstStyle/>
          <a:p>
            <a:r>
              <a:rPr lang="en-US"/>
              <a:t>Data scientists are the key to realizing the opportunities presented by big data. They bring structure to it, find compelling patterns in it, and advise executives on the implications for products, processes, and decisions</a:t>
            </a:r>
          </a:p>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1" y="4419601"/>
            <a:ext cx="2714625" cy="1685925"/>
          </a:xfrm>
          <a:prstGeom prst="rect">
            <a:avLst/>
          </a:prstGeom>
        </p:spPr>
      </p:pic>
    </p:spTree>
    <p:extLst>
      <p:ext uri="{BB962C8B-B14F-4D97-AF65-F5344CB8AC3E}">
        <p14:creationId xmlns:p14="http://schemas.microsoft.com/office/powerpoint/2010/main" val="2494490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3E273EF0-47AA-47CE-A422-39E2816597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6961" y="241966"/>
            <a:ext cx="6318085" cy="6366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40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Screen Shot 2014-01-27 at 4.58.3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9006" y="4654603"/>
            <a:ext cx="2080034" cy="1793313"/>
          </a:xfrm>
          <a:prstGeom prst="rect">
            <a:avLst/>
          </a:prstGeom>
        </p:spPr>
      </p:pic>
      <p:sp>
        <p:nvSpPr>
          <p:cNvPr id="2" name="Title 1"/>
          <p:cNvSpPr>
            <a:spLocks noGrp="1"/>
          </p:cNvSpPr>
          <p:nvPr>
            <p:ph type="title"/>
          </p:nvPr>
        </p:nvSpPr>
        <p:spPr/>
        <p:txBody>
          <a:bodyPr>
            <a:normAutofit/>
          </a:bodyPr>
          <a:lstStyle/>
          <a:p>
            <a:r>
              <a:rPr lang="en-US"/>
              <a:t>Data Analysis Has Been Around for a While</a:t>
            </a:r>
          </a:p>
        </p:txBody>
      </p:sp>
      <p:pic>
        <p:nvPicPr>
          <p:cNvPr id="4" name="Content Placeholder 3" descr="Screen Shot 2014-01-27 at 4.42.34 PM.png"/>
          <p:cNvPicPr>
            <a:picLocks noGrp="1" noChangeAspect="1"/>
          </p:cNvPicPr>
          <p:nvPr>
            <p:ph idx="1"/>
          </p:nvPr>
        </p:nvPicPr>
        <p:blipFill>
          <a:blip r:embed="rId4">
            <a:extLst>
              <a:ext uri="{28A0092B-C50C-407E-A947-70E740481C1C}">
                <a14:useLocalDpi xmlns:a14="http://schemas.microsoft.com/office/drawing/2010/main" val="0"/>
              </a:ext>
            </a:extLst>
          </a:blip>
          <a:srcRect t="5074" b="5074"/>
          <a:stretch>
            <a:fillRect/>
          </a:stretch>
        </p:blipFill>
        <p:spPr>
          <a:xfrm>
            <a:off x="2429892" y="1786971"/>
            <a:ext cx="2400534" cy="1320201"/>
          </a:xfrm>
        </p:spPr>
      </p:pic>
      <p:sp>
        <p:nvSpPr>
          <p:cNvPr id="5" name="TextBox 4"/>
          <p:cNvSpPr txBox="1"/>
          <p:nvPr/>
        </p:nvSpPr>
        <p:spPr>
          <a:xfrm>
            <a:off x="2147607" y="2144378"/>
            <a:ext cx="1178215" cy="369332"/>
          </a:xfrm>
          <a:prstGeom prst="rect">
            <a:avLst/>
          </a:prstGeom>
          <a:noFill/>
        </p:spPr>
        <p:txBody>
          <a:bodyPr wrap="none" rtlCol="0">
            <a:spAutoFit/>
          </a:bodyPr>
          <a:lstStyle/>
          <a:p>
            <a:r>
              <a:rPr lang="en-US"/>
              <a:t>R.A. Fisher</a:t>
            </a:r>
          </a:p>
        </p:txBody>
      </p:sp>
      <p:pic>
        <p:nvPicPr>
          <p:cNvPr id="6" name="Picture 5" descr="Screen Shot 2014-01-27 at 4.44.15 P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02037" y="1684087"/>
            <a:ext cx="1851896" cy="1719291"/>
          </a:xfrm>
          <a:prstGeom prst="rect">
            <a:avLst/>
          </a:prstGeom>
        </p:spPr>
      </p:pic>
      <p:pic>
        <p:nvPicPr>
          <p:cNvPr id="7" name="Picture 6" descr="Screen Shot 2014-01-27 at 4.44.59 P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3418" y="3416051"/>
            <a:ext cx="2757009" cy="1967828"/>
          </a:xfrm>
          <a:prstGeom prst="rect">
            <a:avLst/>
          </a:prstGeom>
        </p:spPr>
      </p:pic>
      <p:pic>
        <p:nvPicPr>
          <p:cNvPr id="8" name="Picture 7" descr="Screen Shot 2014-01-27 at 4.45.51 PM.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53933" y="1672800"/>
            <a:ext cx="2730177" cy="1475506"/>
          </a:xfrm>
          <a:prstGeom prst="rect">
            <a:avLst/>
          </a:prstGeom>
        </p:spPr>
      </p:pic>
      <p:pic>
        <p:nvPicPr>
          <p:cNvPr id="9" name="Picture 8" descr="Screen Shot 2014-01-27 at 4.47.38 PM.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35017" y="3110282"/>
            <a:ext cx="2093436" cy="1570077"/>
          </a:xfrm>
          <a:prstGeom prst="rect">
            <a:avLst/>
          </a:prstGeom>
        </p:spPr>
      </p:pic>
      <p:pic>
        <p:nvPicPr>
          <p:cNvPr id="10" name="Picture 9" descr="Screen Shot 2014-01-27 at 4.48.13 PM.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41837" y="3403377"/>
            <a:ext cx="2221527" cy="1732694"/>
          </a:xfrm>
          <a:prstGeom prst="rect">
            <a:avLst/>
          </a:prstGeom>
        </p:spPr>
      </p:pic>
      <p:sp>
        <p:nvSpPr>
          <p:cNvPr id="11" name="TextBox 10"/>
          <p:cNvSpPr txBox="1"/>
          <p:nvPr/>
        </p:nvSpPr>
        <p:spPr>
          <a:xfrm>
            <a:off x="4704326" y="4152158"/>
            <a:ext cx="927545" cy="646331"/>
          </a:xfrm>
          <a:prstGeom prst="rect">
            <a:avLst/>
          </a:prstGeom>
          <a:noFill/>
        </p:spPr>
        <p:txBody>
          <a:bodyPr wrap="none" rtlCol="0">
            <a:spAutoFit/>
          </a:bodyPr>
          <a:lstStyle/>
          <a:p>
            <a:r>
              <a:rPr lang="en-US"/>
              <a:t>Howard</a:t>
            </a:r>
          </a:p>
          <a:p>
            <a:r>
              <a:rPr lang="en-US" err="1"/>
              <a:t>Dresner</a:t>
            </a:r>
            <a:endParaRPr lang="en-US"/>
          </a:p>
        </p:txBody>
      </p:sp>
      <p:sp>
        <p:nvSpPr>
          <p:cNvPr id="12" name="TextBox 11"/>
          <p:cNvSpPr txBox="1"/>
          <p:nvPr/>
        </p:nvSpPr>
        <p:spPr>
          <a:xfrm>
            <a:off x="8747124" y="2290288"/>
            <a:ext cx="1204476" cy="369332"/>
          </a:xfrm>
          <a:prstGeom prst="rect">
            <a:avLst/>
          </a:prstGeom>
          <a:noFill/>
        </p:spPr>
        <p:txBody>
          <a:bodyPr wrap="none" rtlCol="0">
            <a:spAutoFit/>
          </a:bodyPr>
          <a:lstStyle/>
          <a:p>
            <a:r>
              <a:rPr lang="en-US"/>
              <a:t>Peter </a:t>
            </a:r>
            <a:r>
              <a:rPr lang="en-US" err="1"/>
              <a:t>Luhn</a:t>
            </a:r>
            <a:endParaRPr lang="en-US"/>
          </a:p>
        </p:txBody>
      </p:sp>
      <p:pic>
        <p:nvPicPr>
          <p:cNvPr id="13" name="Picture 12" descr="Screen Shot 2014-01-27 at 4.51.11 PM.png"/>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52795" y="5467537"/>
            <a:ext cx="1964644" cy="1214780"/>
          </a:xfrm>
          <a:prstGeom prst="rect">
            <a:avLst/>
          </a:prstGeom>
        </p:spPr>
      </p:pic>
      <p:pic>
        <p:nvPicPr>
          <p:cNvPr id="14" name="Picture 13" descr="Screen Shot 2014-01-27 at 4.52.09 PM.pn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73652" y="5151902"/>
            <a:ext cx="2141143" cy="1721929"/>
          </a:xfrm>
          <a:prstGeom prst="rect">
            <a:avLst/>
          </a:prstGeom>
        </p:spPr>
      </p:pic>
      <p:sp>
        <p:nvSpPr>
          <p:cNvPr id="16" name="TextBox 15"/>
          <p:cNvSpPr txBox="1"/>
          <p:nvPr/>
        </p:nvSpPr>
        <p:spPr>
          <a:xfrm>
            <a:off x="5547684" y="6438658"/>
            <a:ext cx="5120316" cy="307777"/>
          </a:xfrm>
          <a:prstGeom prst="rect">
            <a:avLst/>
          </a:prstGeom>
          <a:noFill/>
        </p:spPr>
        <p:txBody>
          <a:bodyPr wrap="square" rtlCol="0">
            <a:spAutoFit/>
          </a:bodyPr>
          <a:lstStyle/>
          <a:p>
            <a:r>
              <a:rPr lang="en-US" sz="1400"/>
              <a:t>Abridged Version of Jeff </a:t>
            </a:r>
            <a:r>
              <a:rPr lang="en-US" sz="1400" err="1"/>
              <a:t>Hammerbacher’s</a:t>
            </a:r>
            <a:r>
              <a:rPr lang="en-US" sz="1400"/>
              <a:t> timeline for CS 194, 2012</a:t>
            </a:r>
          </a:p>
        </p:txBody>
      </p:sp>
      <p:pic>
        <p:nvPicPr>
          <p:cNvPr id="15" name="Picture 14" descr="Screen Shot 2014-01-27 at 4.53.08 PM.png"/>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114795" y="5151902"/>
            <a:ext cx="2745023" cy="1166729"/>
          </a:xfrm>
          <a:prstGeom prst="rect">
            <a:avLst/>
          </a:prstGeom>
        </p:spPr>
      </p:pic>
      <p:sp>
        <p:nvSpPr>
          <p:cNvPr id="18" name="TextBox 17"/>
          <p:cNvSpPr txBox="1"/>
          <p:nvPr/>
        </p:nvSpPr>
        <p:spPr>
          <a:xfrm>
            <a:off x="4383213" y="2160709"/>
            <a:ext cx="1437648" cy="646331"/>
          </a:xfrm>
          <a:prstGeom prst="rect">
            <a:avLst/>
          </a:prstGeom>
          <a:noFill/>
        </p:spPr>
        <p:txBody>
          <a:bodyPr wrap="square" rtlCol="0">
            <a:spAutoFit/>
          </a:bodyPr>
          <a:lstStyle/>
          <a:p>
            <a:r>
              <a:rPr lang="en-US"/>
              <a:t>W.E. </a:t>
            </a:r>
            <a:r>
              <a:rPr lang="en-US" err="1"/>
              <a:t>Demming</a:t>
            </a:r>
            <a:endParaRPr lang="en-US"/>
          </a:p>
        </p:txBody>
      </p:sp>
    </p:spTree>
    <p:extLst>
      <p:ext uri="{BB962C8B-B14F-4D97-AF65-F5344CB8AC3E}">
        <p14:creationId xmlns:p14="http://schemas.microsoft.com/office/powerpoint/2010/main" val="4253411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74654"/>
          </a:xfrm>
        </p:spPr>
        <p:txBody>
          <a:bodyPr/>
          <a:lstStyle/>
          <a:p>
            <a:r>
              <a:rPr lang="en-US"/>
              <a:t>Data makes everything clearer</a:t>
            </a:r>
          </a:p>
        </p:txBody>
      </p:sp>
      <p:sp>
        <p:nvSpPr>
          <p:cNvPr id="3" name="Content Placeholder 2"/>
          <p:cNvSpPr>
            <a:spLocks noGrp="1"/>
          </p:cNvSpPr>
          <p:nvPr>
            <p:ph idx="1"/>
          </p:nvPr>
        </p:nvSpPr>
        <p:spPr>
          <a:xfrm>
            <a:off x="1981200" y="1300295"/>
            <a:ext cx="8229600" cy="4825869"/>
          </a:xfrm>
        </p:spPr>
        <p:txBody>
          <a:bodyPr/>
          <a:lstStyle/>
          <a:p>
            <a:r>
              <a:rPr lang="en-US"/>
              <a:t>Seven Countries Study  </a:t>
            </a:r>
            <a:r>
              <a:rPr lang="en-US" sz="2400"/>
              <a:t>(</a:t>
            </a:r>
            <a:r>
              <a:rPr lang="en-US" sz="2400" err="1"/>
              <a:t>Ancel</a:t>
            </a:r>
            <a:r>
              <a:rPr lang="en-US" sz="2400"/>
              <a:t> Keys, UCB 1925,28) </a:t>
            </a:r>
          </a:p>
          <a:p>
            <a:r>
              <a:rPr lang="en-US" sz="2400"/>
              <a:t>13,000 subjects total, 5-40 years follow-up.</a:t>
            </a:r>
            <a:endParaRPr lang="en-US"/>
          </a:p>
        </p:txBody>
      </p:sp>
      <p:pic>
        <p:nvPicPr>
          <p:cNvPr id="4" name="Picture 3"/>
          <p:cNvPicPr>
            <a:picLocks noChangeAspect="1"/>
          </p:cNvPicPr>
          <p:nvPr/>
        </p:nvPicPr>
        <p:blipFill>
          <a:blip r:embed="rId2"/>
          <a:stretch>
            <a:fillRect/>
          </a:stretch>
        </p:blipFill>
        <p:spPr>
          <a:xfrm>
            <a:off x="2840560" y="2448878"/>
            <a:ext cx="3323262" cy="3906290"/>
          </a:xfrm>
          <a:prstGeom prst="rect">
            <a:avLst/>
          </a:prstGeom>
        </p:spPr>
      </p:pic>
      <p:pic>
        <p:nvPicPr>
          <p:cNvPr id="6" name="Picture 5"/>
          <p:cNvPicPr>
            <a:picLocks noChangeAspect="1"/>
          </p:cNvPicPr>
          <p:nvPr/>
        </p:nvPicPr>
        <p:blipFill>
          <a:blip r:embed="rId3"/>
          <a:stretch>
            <a:fillRect/>
          </a:stretch>
        </p:blipFill>
        <p:spPr>
          <a:xfrm>
            <a:off x="6671870" y="3019269"/>
            <a:ext cx="2120900" cy="2362200"/>
          </a:xfrm>
          <a:prstGeom prst="rect">
            <a:avLst/>
          </a:prstGeom>
        </p:spPr>
      </p:pic>
    </p:spTree>
    <p:extLst>
      <p:ext uri="{BB962C8B-B14F-4D97-AF65-F5344CB8AC3E}">
        <p14:creationId xmlns:p14="http://schemas.microsoft.com/office/powerpoint/2010/main" val="2043108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t>Data Science: Why all the Excitement?</a:t>
            </a:r>
          </a:p>
        </p:txBody>
      </p:sp>
      <p:sp>
        <p:nvSpPr>
          <p:cNvPr id="4" name="Slide Number Placeholder 3"/>
          <p:cNvSpPr>
            <a:spLocks noGrp="1"/>
          </p:cNvSpPr>
          <p:nvPr>
            <p:ph type="sldNum" sz="quarter" idx="12"/>
          </p:nvPr>
        </p:nvSpPr>
        <p:spPr/>
        <p:txBody>
          <a:bodyPr/>
          <a:lstStyle/>
          <a:p>
            <a:pPr>
              <a:defRPr/>
            </a:pPr>
            <a:fld id="{0F1B168B-89B1-DC47-90F1-28CE2F9126F7}" type="slidenum">
              <a:rPr lang="en-US" smtClean="0">
                <a:solidFill>
                  <a:prstClr val="black">
                    <a:tint val="75000"/>
                  </a:prstClr>
                </a:solidFill>
              </a:rPr>
              <a:pPr>
                <a:defRPr/>
              </a:pPr>
              <a:t>21</a:t>
            </a:fld>
            <a:endParaRPr lang="en-US">
              <a:solidFill>
                <a:prstClr val="black">
                  <a:tint val="75000"/>
                </a:prstClr>
              </a:solidFill>
            </a:endParaRPr>
          </a:p>
        </p:txBody>
      </p:sp>
      <p:pic>
        <p:nvPicPr>
          <p:cNvPr id="9" name="Picture 8"/>
          <p:cNvPicPr>
            <a:picLocks noChangeAspect="1"/>
          </p:cNvPicPr>
          <p:nvPr/>
        </p:nvPicPr>
        <p:blipFill>
          <a:blip r:embed="rId2"/>
          <a:stretch>
            <a:fillRect/>
          </a:stretch>
        </p:blipFill>
        <p:spPr>
          <a:xfrm>
            <a:off x="1905000" y="1277676"/>
            <a:ext cx="5842000" cy="5516824"/>
          </a:xfrm>
          <a:prstGeom prst="rect">
            <a:avLst/>
          </a:prstGeom>
        </p:spPr>
      </p:pic>
      <p:sp>
        <p:nvSpPr>
          <p:cNvPr id="10" name="TextBox 9"/>
          <p:cNvSpPr txBox="1"/>
          <p:nvPr/>
        </p:nvSpPr>
        <p:spPr>
          <a:xfrm>
            <a:off x="7467601" y="1524000"/>
            <a:ext cx="2885855" cy="2862322"/>
          </a:xfrm>
          <a:prstGeom prst="rect">
            <a:avLst/>
          </a:prstGeom>
          <a:noFill/>
        </p:spPr>
        <p:txBody>
          <a:bodyPr wrap="none" rtlCol="0">
            <a:spAutoFit/>
          </a:bodyPr>
          <a:lstStyle/>
          <a:p>
            <a:r>
              <a:rPr lang="en-US"/>
              <a:t>e.g.,</a:t>
            </a:r>
          </a:p>
          <a:p>
            <a:r>
              <a:rPr lang="en-US"/>
              <a:t>Google Flu Trends:</a:t>
            </a:r>
          </a:p>
          <a:p>
            <a:endParaRPr lang="en-US"/>
          </a:p>
          <a:p>
            <a:r>
              <a:rPr lang="en-US"/>
              <a:t>Detecting outbreaks</a:t>
            </a:r>
          </a:p>
          <a:p>
            <a:r>
              <a:rPr lang="en-US"/>
              <a:t>two weeks ahead</a:t>
            </a:r>
          </a:p>
          <a:p>
            <a:r>
              <a:rPr lang="en-US"/>
              <a:t>of CDC data</a:t>
            </a:r>
          </a:p>
          <a:p>
            <a:endParaRPr lang="en-US"/>
          </a:p>
          <a:p>
            <a:r>
              <a:rPr lang="en-US"/>
              <a:t>New models are estimating</a:t>
            </a:r>
            <a:br>
              <a:rPr lang="en-US"/>
            </a:br>
            <a:r>
              <a:rPr lang="en-US"/>
              <a:t>which cities are most at risk</a:t>
            </a:r>
            <a:br>
              <a:rPr lang="en-US"/>
            </a:br>
            <a:r>
              <a:rPr lang="en-US"/>
              <a:t>for spread of the Ebola virus.</a:t>
            </a:r>
          </a:p>
        </p:txBody>
      </p:sp>
    </p:spTree>
    <p:extLst>
      <p:ext uri="{BB962C8B-B14F-4D97-AF65-F5344CB8AC3E}">
        <p14:creationId xmlns:p14="http://schemas.microsoft.com/office/powerpoint/2010/main" val="2298433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Why the all the Excitement?</a:t>
            </a:r>
          </a:p>
        </p:txBody>
      </p:sp>
      <p:sp>
        <p:nvSpPr>
          <p:cNvPr id="4" name="Slide Number Placeholder 3"/>
          <p:cNvSpPr>
            <a:spLocks noGrp="1"/>
          </p:cNvSpPr>
          <p:nvPr>
            <p:ph type="sldNum" sz="quarter" idx="12"/>
          </p:nvPr>
        </p:nvSpPr>
        <p:spPr/>
        <p:txBody>
          <a:bodyPr/>
          <a:lstStyle/>
          <a:p>
            <a:pPr>
              <a:defRPr/>
            </a:pPr>
            <a:fld id="{0F1B168B-89B1-DC47-90F1-28CE2F9126F7}" type="slidenum">
              <a:rPr lang="en-US" smtClean="0">
                <a:solidFill>
                  <a:prstClr val="black">
                    <a:tint val="75000"/>
                  </a:prstClr>
                </a:solidFill>
              </a:rPr>
              <a:pPr>
                <a:defRPr/>
              </a:pPr>
              <a:t>22</a:t>
            </a:fld>
            <a:endParaRPr lang="en-US">
              <a:solidFill>
                <a:prstClr val="black">
                  <a:tint val="75000"/>
                </a:prstClr>
              </a:solidFill>
            </a:endParaRPr>
          </a:p>
        </p:txBody>
      </p:sp>
      <p:pic>
        <p:nvPicPr>
          <p:cNvPr id="6" name="Picture 5" descr="Screen Shot 2012-11-08 at 6.15.10 AM.png"/>
          <p:cNvPicPr>
            <a:picLocks noChangeAspect="1"/>
          </p:cNvPicPr>
          <p:nvPr/>
        </p:nvPicPr>
        <p:blipFill rotWithShape="1">
          <a:blip r:embed="rId2">
            <a:extLst>
              <a:ext uri="{28A0092B-C50C-407E-A947-70E740481C1C}">
                <a14:useLocalDpi xmlns:a14="http://schemas.microsoft.com/office/drawing/2010/main" val="0"/>
              </a:ext>
            </a:extLst>
          </a:blip>
          <a:srcRect r="8228"/>
          <a:stretch/>
        </p:blipFill>
        <p:spPr>
          <a:xfrm>
            <a:off x="2280502" y="1247255"/>
            <a:ext cx="5129784" cy="5382145"/>
          </a:xfrm>
          <a:prstGeom prst="rect">
            <a:avLst/>
          </a:prstGeom>
        </p:spPr>
      </p:pic>
      <p:pic>
        <p:nvPicPr>
          <p:cNvPr id="2" name="Picture 1"/>
          <p:cNvPicPr>
            <a:picLocks noChangeAspect="1"/>
          </p:cNvPicPr>
          <p:nvPr/>
        </p:nvPicPr>
        <p:blipFill>
          <a:blip r:embed="rId3"/>
          <a:stretch>
            <a:fillRect/>
          </a:stretch>
        </p:blipFill>
        <p:spPr>
          <a:xfrm>
            <a:off x="8272060" y="2557500"/>
            <a:ext cx="1751959" cy="2644466"/>
          </a:xfrm>
          <a:prstGeom prst="rect">
            <a:avLst/>
          </a:prstGeom>
        </p:spPr>
      </p:pic>
    </p:spTree>
    <p:extLst>
      <p:ext uri="{BB962C8B-B14F-4D97-AF65-F5344CB8AC3E}">
        <p14:creationId xmlns:p14="http://schemas.microsoft.com/office/powerpoint/2010/main" val="258731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Real Life Examples</a:t>
            </a:r>
          </a:p>
        </p:txBody>
      </p:sp>
      <p:sp>
        <p:nvSpPr>
          <p:cNvPr id="3" name="Content Placeholder 2"/>
          <p:cNvSpPr>
            <a:spLocks noGrp="1"/>
          </p:cNvSpPr>
          <p:nvPr>
            <p:ph idx="1"/>
          </p:nvPr>
        </p:nvSpPr>
        <p:spPr/>
        <p:txBody>
          <a:bodyPr>
            <a:normAutofit/>
          </a:bodyPr>
          <a:lstStyle/>
          <a:p>
            <a:r>
              <a:rPr lang="en-US"/>
              <a:t>Companies learn your secrets, shopping patterns, and preferences</a:t>
            </a:r>
          </a:p>
          <a:p>
            <a:pPr lvl="1"/>
            <a:r>
              <a:rPr lang="en-US"/>
              <a:t>For example, can we know if a woman is pregnant, even if she doesn’t want us to know? </a:t>
            </a:r>
            <a:r>
              <a:rPr lang="en-US">
                <a:hlinkClick r:id="rId2"/>
              </a:rPr>
              <a:t>Target case study</a:t>
            </a:r>
            <a:r>
              <a:rPr lang="en-US"/>
              <a:t> [</a:t>
            </a:r>
            <a:r>
              <a:rPr lang="en-US" sz="1600"/>
              <a:t>Lots of people buy lotion, but one of Pole’s colleagues noticed that women on the baby registry were buying larger quantities of unscented lotion around the beginning of their second trimester. Another analyst noted that sometime in the first 20 weeks, pregnant women loaded up on supplements like calcium, magnesium and zinc. Many shoppers purchase soap and cotton balls, but when someone suddenly starts buying lots of scent-free soap and extra-big bags of cotton balls, in addition to hand sanitizers and washcloths, it signals they could be getting close to their delivery date</a:t>
            </a:r>
            <a:r>
              <a:rPr lang="en-US"/>
              <a:t>.]</a:t>
            </a:r>
          </a:p>
          <a:p>
            <a:r>
              <a:rPr lang="en-US"/>
              <a:t>Data Science and election (2012, 2016)</a:t>
            </a:r>
          </a:p>
          <a:p>
            <a:pPr lvl="1"/>
            <a:r>
              <a:rPr lang="en-US"/>
              <a:t>1 million people installed the Obama Facebook app that gave access to info on “friends”</a:t>
            </a:r>
          </a:p>
          <a:p>
            <a:pPr lvl="1"/>
            <a:r>
              <a:rPr lang="en-US"/>
              <a:t>We all know about Trump election (Cambridge Analytica)</a:t>
            </a:r>
          </a:p>
          <a:p>
            <a:endParaRPr lang="en-US"/>
          </a:p>
        </p:txBody>
      </p:sp>
    </p:spTree>
    <p:extLst>
      <p:ext uri="{BB962C8B-B14F-4D97-AF65-F5344CB8AC3E}">
        <p14:creationId xmlns:p14="http://schemas.microsoft.com/office/powerpoint/2010/main" val="2259088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and Election 2012 (cont.)</a:t>
            </a:r>
          </a:p>
        </p:txBody>
      </p:sp>
      <p:sp>
        <p:nvSpPr>
          <p:cNvPr id="3" name="Content Placeholder 2"/>
          <p:cNvSpPr>
            <a:spLocks noGrp="1"/>
          </p:cNvSpPr>
          <p:nvPr>
            <p:ph idx="1"/>
          </p:nvPr>
        </p:nvSpPr>
        <p:spPr>
          <a:xfrm>
            <a:off x="1981200" y="1315702"/>
            <a:ext cx="8229600" cy="5008898"/>
          </a:xfrm>
        </p:spPr>
        <p:txBody>
          <a:bodyPr>
            <a:normAutofit fontScale="92500" lnSpcReduction="20000"/>
          </a:bodyPr>
          <a:lstStyle/>
          <a:p>
            <a:r>
              <a:rPr lang="en-US"/>
              <a:t>…that was just one of several ways that Mr. Obama’s campaign operations, some unnoticed by Mr. Romney’s aides in Boston, </a:t>
            </a:r>
            <a:r>
              <a:rPr lang="en-US">
                <a:solidFill>
                  <a:srgbClr val="FF0000"/>
                </a:solidFill>
              </a:rPr>
              <a:t>helped save the president’s candidacy</a:t>
            </a:r>
            <a:r>
              <a:rPr lang="en-US"/>
              <a:t>. In Chicago, the campaign recruited a team of behavioral scientists to build an </a:t>
            </a:r>
            <a:r>
              <a:rPr lang="en-US">
                <a:solidFill>
                  <a:srgbClr val="FF0000"/>
                </a:solidFill>
              </a:rPr>
              <a:t>extraordinarily sophisticated database</a:t>
            </a:r>
            <a:br>
              <a:rPr lang="en-US">
                <a:solidFill>
                  <a:srgbClr val="FF0000"/>
                </a:solidFill>
              </a:rPr>
            </a:br>
            <a:br>
              <a:rPr lang="en-US">
                <a:solidFill>
                  <a:srgbClr val="FF0000"/>
                </a:solidFill>
              </a:rPr>
            </a:br>
            <a:r>
              <a:rPr lang="en-US"/>
              <a:t>…that allowed the Obama campaign not only to alter the very nature of the electorate, making it younger and less white, but also to create a portrait of shifting voter allegiances. </a:t>
            </a:r>
            <a:r>
              <a:rPr lang="en-US">
                <a:solidFill>
                  <a:srgbClr val="FF0000"/>
                </a:solidFill>
              </a:rPr>
              <a:t>The power of this operation stunned Mr. Romney’s aides on election night</a:t>
            </a:r>
            <a:r>
              <a:rPr lang="en-US"/>
              <a:t>, as they saw voters they never even knew existed turn out in places like Osceola County, Fla. </a:t>
            </a:r>
          </a:p>
          <a:p>
            <a:endParaRPr lang="en-US"/>
          </a:p>
          <a:p>
            <a:pPr marL="1828800" lvl="4" indent="0">
              <a:buNone/>
            </a:pPr>
            <a:r>
              <a:rPr lang="en-US"/>
              <a:t>New York </a:t>
            </a:r>
            <a:r>
              <a:rPr lang="en-US" err="1"/>
              <a:t>TImes</a:t>
            </a:r>
            <a:r>
              <a:rPr lang="en-US"/>
              <a:t>, Wed Nov 7, 2012</a:t>
            </a:r>
          </a:p>
        </p:txBody>
      </p:sp>
      <p:sp>
        <p:nvSpPr>
          <p:cNvPr id="4" name="Slide Number Placeholder 3"/>
          <p:cNvSpPr>
            <a:spLocks noGrp="1"/>
          </p:cNvSpPr>
          <p:nvPr>
            <p:ph type="sldNum" sz="quarter" idx="12"/>
          </p:nvPr>
        </p:nvSpPr>
        <p:spPr/>
        <p:txBody>
          <a:bodyPr/>
          <a:lstStyle/>
          <a:p>
            <a:pPr>
              <a:defRPr/>
            </a:pPr>
            <a:fld id="{0F1B168B-89B1-DC47-90F1-28CE2F9126F7}" type="slidenum">
              <a:rPr lang="en-US" smtClean="0">
                <a:solidFill>
                  <a:prstClr val="black">
                    <a:tint val="75000"/>
                  </a:prstClr>
                </a:solidFill>
              </a:rPr>
              <a:pPr>
                <a:defRPr/>
              </a:pPr>
              <a:t>24</a:t>
            </a:fld>
            <a:endParaRPr lang="en-US">
              <a:solidFill>
                <a:prstClr val="black">
                  <a:tint val="75000"/>
                </a:prstClr>
              </a:solidFill>
            </a:endParaRPr>
          </a:p>
        </p:txBody>
      </p:sp>
    </p:spTree>
    <p:extLst>
      <p:ext uri="{BB962C8B-B14F-4D97-AF65-F5344CB8AC3E}">
        <p14:creationId xmlns:p14="http://schemas.microsoft.com/office/powerpoint/2010/main" val="3831433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Question? Suggestion?</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523228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E20FD0C2881EA4A90727A064126FC20" ma:contentTypeVersion="13" ma:contentTypeDescription="Create a new document." ma:contentTypeScope="" ma:versionID="c260b951da18117c8c193c037c96b92c">
  <xsd:schema xmlns:xsd="http://www.w3.org/2001/XMLSchema" xmlns:xs="http://www.w3.org/2001/XMLSchema" xmlns:p="http://schemas.microsoft.com/office/2006/metadata/properties" xmlns:ns3="19eadfd7-bd8e-490f-9f29-05c59f74add2" xmlns:ns4="74abacc2-06e5-4e7c-aecc-4fd68412481c" targetNamespace="http://schemas.microsoft.com/office/2006/metadata/properties" ma:root="true" ma:fieldsID="95adb3d05306777b1d2a43a6ccfcbaf4" ns3:_="" ns4:_="">
    <xsd:import namespace="19eadfd7-bd8e-490f-9f29-05c59f74add2"/>
    <xsd:import namespace="74abacc2-06e5-4e7c-aecc-4fd68412481c"/>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3:MediaServiceAutoTags" minOccurs="0"/>
                <xsd:element ref="ns3:MediaServiceOCR" minOccurs="0"/>
                <xsd:element ref="ns3:MediaServiceDateTaken"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eadfd7-bd8e-490f-9f29-05c59f74ad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4abacc2-06e5-4e7c-aecc-4fd68412481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46F9B6-EE77-46AC-96F1-42975987EF0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9BE4A9D-2FB4-4F0F-89A8-46E15D8D136E}">
  <ds:schemaRefs>
    <ds:schemaRef ds:uri="19eadfd7-bd8e-490f-9f29-05c59f74add2"/>
    <ds:schemaRef ds:uri="74abacc2-06e5-4e7c-aecc-4fd68412481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B6B5189-2F5F-48FB-9889-98C77BB4DE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1</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What is Data? What is Data Science?</vt:lpstr>
      <vt:lpstr>Have you ever worked with data?</vt:lpstr>
      <vt:lpstr>Data All Around</vt:lpstr>
      <vt:lpstr>How Much Data Do We have?</vt:lpstr>
      <vt:lpstr>Big Data</vt:lpstr>
      <vt:lpstr>Big Data</vt:lpstr>
      <vt:lpstr>Types of Data We Have</vt:lpstr>
      <vt:lpstr>What To Do With These Data?</vt:lpstr>
      <vt:lpstr>PowerPoint Presentation</vt:lpstr>
      <vt:lpstr>Issues with Data...</vt:lpstr>
      <vt:lpstr>Issues with Data…</vt:lpstr>
      <vt:lpstr>Big Data and Data Science</vt:lpstr>
      <vt:lpstr>PowerPoint Presentation</vt:lpstr>
      <vt:lpstr>What is Data Science?</vt:lpstr>
      <vt:lpstr>Data Science</vt:lpstr>
      <vt:lpstr>Data Scientists</vt:lpstr>
      <vt:lpstr>Data Scientists</vt:lpstr>
      <vt:lpstr>PowerPoint Presentation</vt:lpstr>
      <vt:lpstr>Data Analysis Has Been Around for a While</vt:lpstr>
      <vt:lpstr>Data makes everything clearer</vt:lpstr>
      <vt:lpstr>Data Science: Why all the Excitement?</vt:lpstr>
      <vt:lpstr>Why the all the Excitement?</vt:lpstr>
      <vt:lpstr>Real Life Examples</vt:lpstr>
      <vt:lpstr>Data and Election 2012 (cont.)</vt:lpstr>
      <vt:lpstr>  Question? Suggestion?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Marzieh Ayati</dc:creator>
  <cp:revision>1</cp:revision>
  <dcterms:created xsi:type="dcterms:W3CDTF">2020-08-18T22:02:18Z</dcterms:created>
  <dcterms:modified xsi:type="dcterms:W3CDTF">2020-08-27T18:52:20Z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0x0101007E20FD0C2881EA4A90727A064126FC20</vt:lpwstr>
  </property>
</Properties>
</file>