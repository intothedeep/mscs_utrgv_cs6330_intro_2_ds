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335" r:id="rId8"/>
    <p:sldId id="259" r:id="rId9"/>
    <p:sldId id="334" r:id="rId10"/>
    <p:sldId id="261" r:id="rId11"/>
    <p:sldId id="260" r:id="rId12"/>
    <p:sldId id="263" r:id="rId13"/>
    <p:sldId id="33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85008C-7F89-4AD1-985C-F2B401520989}" v="8" dt="2025-02-26T16:24:01.9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zieh Ayati" userId="719e7aeb-c3b5-48e5-801b-084d43cd09ac" providerId="ADAL" clId="{A485008C-7F89-4AD1-985C-F2B401520989}"/>
    <pc:docChg chg="modSld">
      <pc:chgData name="Marzieh Ayati" userId="719e7aeb-c3b5-48e5-801b-084d43cd09ac" providerId="ADAL" clId="{A485008C-7F89-4AD1-985C-F2B401520989}" dt="2025-02-26T16:24:01.900" v="7"/>
      <pc:docMkLst>
        <pc:docMk/>
      </pc:docMkLst>
      <pc:sldChg chg="modSp modAnim">
        <pc:chgData name="Marzieh Ayati" userId="719e7aeb-c3b5-48e5-801b-084d43cd09ac" providerId="ADAL" clId="{A485008C-7F89-4AD1-985C-F2B401520989}" dt="2025-02-26T16:24:01.900" v="7"/>
        <pc:sldMkLst>
          <pc:docMk/>
          <pc:sldMk cId="792616930" sldId="335"/>
        </pc:sldMkLst>
        <pc:spChg chg="mod">
          <ac:chgData name="Marzieh Ayati" userId="719e7aeb-c3b5-48e5-801b-084d43cd09ac" providerId="ADAL" clId="{A485008C-7F89-4AD1-985C-F2B401520989}" dt="2025-02-26T16:23:38.038" v="2" actId="20577"/>
          <ac:spMkLst>
            <pc:docMk/>
            <pc:sldMk cId="792616930" sldId="335"/>
            <ac:spMk id="10" creationId="{9E4EE88A-A6F2-40C3-BEC8-8CD2A7A79F2A}"/>
          </ac:spMkLst>
        </pc:spChg>
        <pc:spChg chg="mod">
          <ac:chgData name="Marzieh Ayati" userId="719e7aeb-c3b5-48e5-801b-084d43cd09ac" providerId="ADAL" clId="{A485008C-7F89-4AD1-985C-F2B401520989}" dt="2025-02-26T16:23:43.310" v="4" actId="20577"/>
          <ac:spMkLst>
            <pc:docMk/>
            <pc:sldMk cId="792616930" sldId="335"/>
            <ac:spMk id="12" creationId="{D0A42625-CC7F-41FC-8E6B-620F4523383E}"/>
          </ac:spMkLst>
        </pc:spChg>
      </pc:sldChg>
    </pc:docChg>
  </pc:docChgLst>
  <pc:docChgLst>
    <pc:chgData name="Marzieh Ayati" userId="719e7aeb-c3b5-48e5-801b-084d43cd09ac" providerId="ADAL" clId="{31FC7584-615D-4D58-8D79-21AC6786784F}"/>
    <pc:docChg chg="custSel addSld modSld sldOrd">
      <pc:chgData name="Marzieh Ayati" userId="719e7aeb-c3b5-48e5-801b-084d43cd09ac" providerId="ADAL" clId="{31FC7584-615D-4D58-8D79-21AC6786784F}" dt="2023-02-20T20:59:30.302" v="16" actId="20577"/>
      <pc:docMkLst>
        <pc:docMk/>
      </pc:docMkLst>
      <pc:sldChg chg="modSp mod">
        <pc:chgData name="Marzieh Ayati" userId="719e7aeb-c3b5-48e5-801b-084d43cd09ac" providerId="ADAL" clId="{31FC7584-615D-4D58-8D79-21AC6786784F}" dt="2023-02-20T20:59:30.302" v="16" actId="20577"/>
        <pc:sldMkLst>
          <pc:docMk/>
          <pc:sldMk cId="3568376544" sldId="256"/>
        </pc:sldMkLst>
        <pc:spChg chg="mod">
          <ac:chgData name="Marzieh Ayati" userId="719e7aeb-c3b5-48e5-801b-084d43cd09ac" providerId="ADAL" clId="{31FC7584-615D-4D58-8D79-21AC6786784F}" dt="2023-02-20T20:59:30.302" v="16" actId="20577"/>
          <ac:spMkLst>
            <pc:docMk/>
            <pc:sldMk cId="3568376544" sldId="256"/>
            <ac:spMk id="2" creationId="{124E4472-F20A-418B-B0DD-D142CF47DB1E}"/>
          </ac:spMkLst>
        </pc:spChg>
      </pc:sldChg>
      <pc:sldChg chg="ord">
        <pc:chgData name="Marzieh Ayati" userId="719e7aeb-c3b5-48e5-801b-084d43cd09ac" providerId="ADAL" clId="{31FC7584-615D-4D58-8D79-21AC6786784F}" dt="2023-02-20T20:56:00.070" v="1"/>
        <pc:sldMkLst>
          <pc:docMk/>
          <pc:sldMk cId="4106887772" sldId="260"/>
        </pc:sldMkLst>
      </pc:sldChg>
      <pc:sldChg chg="ord">
        <pc:chgData name="Marzieh Ayati" userId="719e7aeb-c3b5-48e5-801b-084d43cd09ac" providerId="ADAL" clId="{31FC7584-615D-4D58-8D79-21AC6786784F}" dt="2023-02-20T20:56:54.966" v="3"/>
        <pc:sldMkLst>
          <pc:docMk/>
          <pc:sldMk cId="983283652" sldId="261"/>
        </pc:sldMkLst>
      </pc:sldChg>
      <pc:sldChg chg="delSp modSp add mod ord delAnim">
        <pc:chgData name="Marzieh Ayati" userId="719e7aeb-c3b5-48e5-801b-084d43cd09ac" providerId="ADAL" clId="{31FC7584-615D-4D58-8D79-21AC6786784F}" dt="2023-02-20T20:57:34.203" v="13" actId="478"/>
        <pc:sldMkLst>
          <pc:docMk/>
          <pc:sldMk cId="1555815111" sldId="334"/>
        </pc:sldMkLst>
        <pc:spChg chg="del">
          <ac:chgData name="Marzieh Ayati" userId="719e7aeb-c3b5-48e5-801b-084d43cd09ac" providerId="ADAL" clId="{31FC7584-615D-4D58-8D79-21AC6786784F}" dt="2023-02-20T20:57:34.203" v="13" actId="478"/>
          <ac:spMkLst>
            <pc:docMk/>
            <pc:sldMk cId="1555815111" sldId="334"/>
            <ac:spMk id="13" creationId="{6DAF2E1C-907D-4FB2-8B91-11D27A5F4803}"/>
          </ac:spMkLst>
        </pc:spChg>
        <pc:spChg chg="del">
          <ac:chgData name="Marzieh Ayati" userId="719e7aeb-c3b5-48e5-801b-084d43cd09ac" providerId="ADAL" clId="{31FC7584-615D-4D58-8D79-21AC6786784F}" dt="2023-02-20T20:57:26.652" v="12" actId="478"/>
          <ac:spMkLst>
            <pc:docMk/>
            <pc:sldMk cId="1555815111" sldId="334"/>
            <ac:spMk id="29" creationId="{6BCA789A-97B8-4D44-AD3E-65A053CF6234}"/>
          </ac:spMkLst>
        </pc:spChg>
        <pc:spChg chg="del mod">
          <ac:chgData name="Marzieh Ayati" userId="719e7aeb-c3b5-48e5-801b-084d43cd09ac" providerId="ADAL" clId="{31FC7584-615D-4D58-8D79-21AC6786784F}" dt="2023-02-20T20:57:19.258" v="8" actId="478"/>
          <ac:spMkLst>
            <pc:docMk/>
            <pc:sldMk cId="1555815111" sldId="334"/>
            <ac:spMk id="32" creationId="{D389C7B2-F837-447C-ADF2-78B0D7C9F28A}"/>
          </ac:spMkLst>
        </pc:spChg>
        <pc:spChg chg="del">
          <ac:chgData name="Marzieh Ayati" userId="719e7aeb-c3b5-48e5-801b-084d43cd09ac" providerId="ADAL" clId="{31FC7584-615D-4D58-8D79-21AC6786784F}" dt="2023-02-20T20:57:22.222" v="9" actId="478"/>
          <ac:spMkLst>
            <pc:docMk/>
            <pc:sldMk cId="1555815111" sldId="334"/>
            <ac:spMk id="33" creationId="{0A625764-69B1-498B-AD79-394D6A782550}"/>
          </ac:spMkLst>
        </pc:spChg>
        <pc:picChg chg="del">
          <ac:chgData name="Marzieh Ayati" userId="719e7aeb-c3b5-48e5-801b-084d43cd09ac" providerId="ADAL" clId="{31FC7584-615D-4D58-8D79-21AC6786784F}" dt="2023-02-20T20:57:25.068" v="11" actId="478"/>
          <ac:picMkLst>
            <pc:docMk/>
            <pc:sldMk cId="1555815111" sldId="334"/>
            <ac:picMk id="25" creationId="{4E0D8039-CCEF-4DF0-91CA-145579B6AC4D}"/>
          </ac:picMkLst>
        </pc:picChg>
        <pc:cxnChg chg="del">
          <ac:chgData name="Marzieh Ayati" userId="719e7aeb-c3b5-48e5-801b-084d43cd09ac" providerId="ADAL" clId="{31FC7584-615D-4D58-8D79-21AC6786784F}" dt="2023-02-20T20:57:23.212" v="10" actId="478"/>
          <ac:cxnSpMkLst>
            <pc:docMk/>
            <pc:sldMk cId="1555815111" sldId="334"/>
            <ac:cxnSpMk id="31" creationId="{09933965-9DC6-4C8F-B3EB-4FE3CCC3F173}"/>
          </ac:cxnSpMkLst>
        </pc:cxnChg>
      </pc:sldChg>
    </pc:docChg>
  </pc:docChgLst>
  <pc:docChgLst>
    <pc:chgData name="Marzieh Ayati" userId="719e7aeb-c3b5-48e5-801b-084d43cd09ac" providerId="ADAL" clId="{76A345F2-307F-4550-85C2-80280C8CAFB7}"/>
    <pc:docChg chg="custSel addSld modSld">
      <pc:chgData name="Marzieh Ayati" userId="719e7aeb-c3b5-48e5-801b-084d43cd09ac" providerId="ADAL" clId="{76A345F2-307F-4550-85C2-80280C8CAFB7}" dt="2024-02-21T01:01:52.052" v="276" actId="20577"/>
      <pc:docMkLst>
        <pc:docMk/>
      </pc:docMkLst>
      <pc:sldChg chg="addSp delSp modSp new mod modAnim">
        <pc:chgData name="Marzieh Ayati" userId="719e7aeb-c3b5-48e5-801b-084d43cd09ac" providerId="ADAL" clId="{76A345F2-307F-4550-85C2-80280C8CAFB7}" dt="2024-02-21T01:01:52.052" v="276" actId="20577"/>
        <pc:sldMkLst>
          <pc:docMk/>
          <pc:sldMk cId="792616930" sldId="335"/>
        </pc:sldMkLst>
        <pc:spChg chg="mod">
          <ac:chgData name="Marzieh Ayati" userId="719e7aeb-c3b5-48e5-801b-084d43cd09ac" providerId="ADAL" clId="{76A345F2-307F-4550-85C2-80280C8CAFB7}" dt="2024-02-21T00:38:32.122" v="26" actId="20577"/>
          <ac:spMkLst>
            <pc:docMk/>
            <pc:sldMk cId="792616930" sldId="335"/>
            <ac:spMk id="2" creationId="{D6137AD9-8485-444A-8FE3-1DE421891E2C}"/>
          </ac:spMkLst>
        </pc:spChg>
        <pc:spChg chg="del">
          <ac:chgData name="Marzieh Ayati" userId="719e7aeb-c3b5-48e5-801b-084d43cd09ac" providerId="ADAL" clId="{76A345F2-307F-4550-85C2-80280C8CAFB7}" dt="2024-02-21T00:38:35.146" v="27" actId="478"/>
          <ac:spMkLst>
            <pc:docMk/>
            <pc:sldMk cId="792616930" sldId="335"/>
            <ac:spMk id="3" creationId="{B10D5CE9-5D48-47BF-BBA5-3CF17A076A2E}"/>
          </ac:spMkLst>
        </pc:spChg>
        <pc:spChg chg="add mod">
          <ac:chgData name="Marzieh Ayati" userId="719e7aeb-c3b5-48e5-801b-084d43cd09ac" providerId="ADAL" clId="{76A345F2-307F-4550-85C2-80280C8CAFB7}" dt="2024-02-21T00:54:42.593" v="108" actId="208"/>
          <ac:spMkLst>
            <pc:docMk/>
            <pc:sldMk cId="792616930" sldId="335"/>
            <ac:spMk id="6" creationId="{6B6E7C0C-C5B2-4B36-89ED-172A17C10F8E}"/>
          </ac:spMkLst>
        </pc:spChg>
        <pc:spChg chg="add mod">
          <ac:chgData name="Marzieh Ayati" userId="719e7aeb-c3b5-48e5-801b-084d43cd09ac" providerId="ADAL" clId="{76A345F2-307F-4550-85C2-80280C8CAFB7}" dt="2024-02-21T00:54:46.591" v="110" actId="1076"/>
          <ac:spMkLst>
            <pc:docMk/>
            <pc:sldMk cId="792616930" sldId="335"/>
            <ac:spMk id="7" creationId="{1720CA18-5148-484B-95D8-5B5B5E5E062B}"/>
          </ac:spMkLst>
        </pc:spChg>
        <pc:spChg chg="add mod">
          <ac:chgData name="Marzieh Ayati" userId="719e7aeb-c3b5-48e5-801b-084d43cd09ac" providerId="ADAL" clId="{76A345F2-307F-4550-85C2-80280C8CAFB7}" dt="2024-02-21T00:54:53.910" v="116" actId="1036"/>
          <ac:spMkLst>
            <pc:docMk/>
            <pc:sldMk cId="792616930" sldId="335"/>
            <ac:spMk id="8" creationId="{629BB0FF-14A6-409E-8BB5-270CCB959AB8}"/>
          </ac:spMkLst>
        </pc:spChg>
        <pc:spChg chg="add mod">
          <ac:chgData name="Marzieh Ayati" userId="719e7aeb-c3b5-48e5-801b-084d43cd09ac" providerId="ADAL" clId="{76A345F2-307F-4550-85C2-80280C8CAFB7}" dt="2024-02-21T00:54:57.510" v="118" actId="1076"/>
          <ac:spMkLst>
            <pc:docMk/>
            <pc:sldMk cId="792616930" sldId="335"/>
            <ac:spMk id="9" creationId="{593AABC0-7FC7-4DEB-BC42-B0D355FC1319}"/>
          </ac:spMkLst>
        </pc:spChg>
        <pc:spChg chg="add mod">
          <ac:chgData name="Marzieh Ayati" userId="719e7aeb-c3b5-48e5-801b-084d43cd09ac" providerId="ADAL" clId="{76A345F2-307F-4550-85C2-80280C8CAFB7}" dt="2024-02-21T00:57:10.125" v="192" actId="1076"/>
          <ac:spMkLst>
            <pc:docMk/>
            <pc:sldMk cId="792616930" sldId="335"/>
            <ac:spMk id="10" creationId="{9E4EE88A-A6F2-40C3-BEC8-8CD2A7A79F2A}"/>
          </ac:spMkLst>
        </pc:spChg>
        <pc:spChg chg="add mod">
          <ac:chgData name="Marzieh Ayati" userId="719e7aeb-c3b5-48e5-801b-084d43cd09ac" providerId="ADAL" clId="{76A345F2-307F-4550-85C2-80280C8CAFB7}" dt="2024-02-21T00:57:52.653" v="229" actId="1076"/>
          <ac:spMkLst>
            <pc:docMk/>
            <pc:sldMk cId="792616930" sldId="335"/>
            <ac:spMk id="11" creationId="{A81ED98C-98D6-4D37-9D41-820EC525C73D}"/>
          </ac:spMkLst>
        </pc:spChg>
        <pc:spChg chg="add mod">
          <ac:chgData name="Marzieh Ayati" userId="719e7aeb-c3b5-48e5-801b-084d43cd09ac" providerId="ADAL" clId="{76A345F2-307F-4550-85C2-80280C8CAFB7}" dt="2024-02-21T01:01:24.540" v="273" actId="1076"/>
          <ac:spMkLst>
            <pc:docMk/>
            <pc:sldMk cId="792616930" sldId="335"/>
            <ac:spMk id="12" creationId="{D0A42625-CC7F-41FC-8E6B-620F4523383E}"/>
          </ac:spMkLst>
        </pc:spChg>
        <pc:spChg chg="add mod">
          <ac:chgData name="Marzieh Ayati" userId="719e7aeb-c3b5-48e5-801b-084d43cd09ac" providerId="ADAL" clId="{76A345F2-307F-4550-85C2-80280C8CAFB7}" dt="2024-02-21T01:01:52.052" v="276" actId="20577"/>
          <ac:spMkLst>
            <pc:docMk/>
            <pc:sldMk cId="792616930" sldId="335"/>
            <ac:spMk id="13" creationId="{3CE2A824-C677-42B5-B9A3-ACB6DA7E1CB5}"/>
          </ac:spMkLst>
        </pc:spChg>
        <pc:graphicFrameChg chg="add mod modGraphic">
          <ac:chgData name="Marzieh Ayati" userId="719e7aeb-c3b5-48e5-801b-084d43cd09ac" providerId="ADAL" clId="{76A345F2-307F-4550-85C2-80280C8CAFB7}" dt="2024-02-21T00:52:41.543" v="97" actId="20577"/>
          <ac:graphicFrameMkLst>
            <pc:docMk/>
            <pc:sldMk cId="792616930" sldId="335"/>
            <ac:graphicFrameMk id="4" creationId="{DFBE7265-1FF6-4075-8DE2-363575DF98CF}"/>
          </ac:graphicFrameMkLst>
        </pc:graphicFrameChg>
        <pc:graphicFrameChg chg="add mod modGraphic">
          <ac:chgData name="Marzieh Ayati" userId="719e7aeb-c3b5-48e5-801b-084d43cd09ac" providerId="ADAL" clId="{76A345F2-307F-4550-85C2-80280C8CAFB7}" dt="2024-02-21T00:53:28.343" v="105" actId="20577"/>
          <ac:graphicFrameMkLst>
            <pc:docMk/>
            <pc:sldMk cId="792616930" sldId="335"/>
            <ac:graphicFrameMk id="5" creationId="{8EEE43F0-6019-46D4-901C-4E7C68C593D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99B531-55CF-4C7B-9E1E-ABED22AA51FF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CFCE89-467F-4F11-9C1B-FE64E38DF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18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BB08E-F18C-48B5-9C2C-5C06B956E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A174B-DACC-4149-9CBA-A8A90BB65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435B1-136F-43BC-B592-B68CFA646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FB95-80E8-48A0-9F6B-75F6C68C7AF1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2AB9C-0959-4753-A183-2261C2F8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BF778-CC08-462E-95C7-C8BF6626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6628-AE3C-4F3D-A4D6-5D157E272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68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89AC3-AC68-450A-9A98-11E21502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F8287-8FE0-41D8-846B-05D1EF2EE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55CE8-B071-4489-9BB7-DEAD5892D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FB95-80E8-48A0-9F6B-75F6C68C7AF1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6A7EE-FBDF-481E-AE67-57F4BC21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6FFC2-5223-4E20-BACA-51DC29F86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6628-AE3C-4F3D-A4D6-5D157E272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99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8B963-F53B-4294-8518-BE9434999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EDB64-5997-4268-9128-E0FCCB86F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BBEE7-BDBB-4249-9CE8-4D0CD767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FB95-80E8-48A0-9F6B-75F6C68C7AF1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43EC-44AD-4F3F-9A5F-027268BB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1CDF9-5552-4EE4-B023-7D3CE09A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6628-AE3C-4F3D-A4D6-5D157E272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23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EDBB-12DD-4EDA-98B8-CC27F9564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68AE0-F01C-45F5-97E9-4812A3623B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8DC37-3F7F-4751-B6A3-46985E52F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EF370-1C1F-4B62-92F6-007690024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FB95-80E8-48A0-9F6B-75F6C68C7AF1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00179-BC73-4504-BCD7-A6ADD08FB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08893-1940-49D4-9E5A-648F3A5EF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6628-AE3C-4F3D-A4D6-5D157E272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47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1D1A6-93D7-45BB-B018-FD9860F71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0930C-B510-4CC3-82EC-F9668CB9A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6F024-C192-4EB2-AD76-6575CB44B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96FBB-0054-4E9C-B143-05F2C3123C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419DE3-D7BB-4342-A0E5-ADD19A92D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9D8FE9-B4E7-41BA-B2E2-6A43094D4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FB95-80E8-48A0-9F6B-75F6C68C7AF1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EDFBE-6B81-4DF8-8EF5-0700187FF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207F9C-4A31-42CC-8F83-2A860BFDD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6628-AE3C-4F3D-A4D6-5D157E272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39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16F34-17FC-463D-86D1-283BDD355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84791-ECF2-4D22-A316-5C5881FAB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FB95-80E8-48A0-9F6B-75F6C68C7AF1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9F6AD-F803-431A-A711-265ED0798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8FB5B2-E98E-41B3-82EC-70BAB29D9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6628-AE3C-4F3D-A4D6-5D157E272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4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222F06-C516-4C5B-B1A7-FB7BABE1D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FB95-80E8-48A0-9F6B-75F6C68C7AF1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D4E778-B5A5-4903-BE61-52BB89C0C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3BFF6-91C7-497E-B1CD-559092D39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6628-AE3C-4F3D-A4D6-5D157E272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58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A64B4-EEC1-46D9-B314-1214C0A3F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73C73-3AF7-4BF8-8377-32284F51C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C16BB-5087-4118-B7CE-A2C1D71ED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9741D-BE15-4F2F-B368-F7A319257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FB95-80E8-48A0-9F6B-75F6C68C7AF1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45001-C559-4A5C-8EA1-0E4A1BB0C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4A937-7BD5-4ECE-97DB-AC686835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6628-AE3C-4F3D-A4D6-5D157E272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07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464A0-9517-4569-80F8-9F70D4EDE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44A822-AD6E-40AC-A142-BD7DAA930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A6254-5406-4BF8-BF42-5234BA477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2388D-AEC0-4D8A-B365-BA388F75E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FB95-80E8-48A0-9F6B-75F6C68C7AF1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EA2B8-BC9A-4BEB-85A5-CC9A925E1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FA67D-8656-48C3-A8C8-2E9FF0A2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6628-AE3C-4F3D-A4D6-5D157E272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32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638F6-ED3C-4ED1-A743-D3142A65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6C761-08C0-4CCC-8120-1E3B0DE1C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10FF1-085C-4BCF-8A9B-CBCFC0B11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FB95-80E8-48A0-9F6B-75F6C68C7AF1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82546-CAD7-4269-A321-C5723629A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8CA14-8330-474C-A35C-0D28FFA4C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6628-AE3C-4F3D-A4D6-5D157E272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67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8405C1-2A1C-4980-BCB9-CD4E0A4D80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53F6D-B70B-477E-B8BB-16EC87F8F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9ADC-5397-4BD4-8218-383F3D3C1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FB95-80E8-48A0-9F6B-75F6C68C7AF1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02C48-5C33-4D66-AF68-DFFFF8FE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6A53F-3FE5-4C70-8D32-F8E68276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C6628-AE3C-4F3D-A4D6-5D157E272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6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673FD3-A960-40ED-AFC0-4A57CC61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8DA52-96AB-4E8A-BB4D-0EA07F48C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B13D5-7599-4744-A47E-96BC336C16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EFB95-80E8-48A0-9F6B-75F6C68C7AF1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FD21A-D206-419F-AD30-93EDC49B2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D03C6-8488-4880-8892-7D6E4AEA8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C6628-AE3C-4F3D-A4D6-5D157E272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9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4472-F20A-418B-B0DD-D142CF47DB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Chi Square Test</a:t>
            </a:r>
          </a:p>
        </p:txBody>
      </p:sp>
    </p:spTree>
    <p:extLst>
      <p:ext uri="{BB962C8B-B14F-4D97-AF65-F5344CB8AC3E}">
        <p14:creationId xmlns:p14="http://schemas.microsoft.com/office/powerpoint/2010/main" val="3568376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29203-1534-46BA-B782-D929FBE1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Contingency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F28E1-A7BF-40F3-8806-B97313B6B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Summarize the relationship between several categorical variables.</a:t>
            </a:r>
          </a:p>
          <a:p>
            <a:endParaRPr lang="en-US"/>
          </a:p>
          <a:p>
            <a:r>
              <a:rPr lang="en-US"/>
              <a:t>A </a:t>
            </a:r>
            <a:r>
              <a:rPr lang="en-US" b="1"/>
              <a:t>contingency table</a:t>
            </a:r>
            <a:r>
              <a:rPr lang="en-US"/>
              <a:t> is a special type of frequency distribution </a:t>
            </a:r>
            <a:r>
              <a:rPr lang="en-US" b="1"/>
              <a:t>table</a:t>
            </a:r>
            <a:r>
              <a:rPr lang="en-US"/>
              <a:t>, where two variables are shown simultaneously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E285C-7265-4D20-981B-2B544ABC2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03" y="3949700"/>
            <a:ext cx="3533775" cy="2543175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1A53E87-903A-4215-B943-D4219E2621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890795"/>
              </p:ext>
            </p:extLst>
          </p:nvPr>
        </p:nvGraphicFramePr>
        <p:xfrm>
          <a:off x="5675871" y="4666139"/>
          <a:ext cx="516786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623">
                  <a:extLst>
                    <a:ext uri="{9D8B030D-6E8A-4147-A177-3AD203B41FA5}">
                      <a16:colId xmlns:a16="http://schemas.microsoft.com/office/drawing/2014/main" val="3380869642"/>
                    </a:ext>
                  </a:extLst>
                </a:gridCol>
                <a:gridCol w="1722623">
                  <a:extLst>
                    <a:ext uri="{9D8B030D-6E8A-4147-A177-3AD203B41FA5}">
                      <a16:colId xmlns:a16="http://schemas.microsoft.com/office/drawing/2014/main" val="781087812"/>
                    </a:ext>
                  </a:extLst>
                </a:gridCol>
                <a:gridCol w="1722623">
                  <a:extLst>
                    <a:ext uri="{9D8B030D-6E8A-4147-A177-3AD203B41FA5}">
                      <a16:colId xmlns:a16="http://schemas.microsoft.com/office/drawing/2014/main" val="2797121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Drug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Drug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508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8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Not cured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92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78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DF161-D67E-4329-8E3E-970AEF08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50135"/>
            <a:ext cx="10515600" cy="1325563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Chi square (Chi</a:t>
            </a:r>
            <a:r>
              <a:rPr lang="en-US" baseline="30000">
                <a:solidFill>
                  <a:schemeClr val="accent1"/>
                </a:solidFill>
              </a:rPr>
              <a:t>2</a:t>
            </a:r>
            <a:r>
              <a:rPr lang="en-US">
                <a:solidFill>
                  <a:schemeClr val="accent1"/>
                </a:solidFill>
              </a:rPr>
              <a:t>) test and Fisher’s exact test</a:t>
            </a:r>
            <a:endParaRPr lang="en-US" baseline="3000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B0D24-B8F9-485F-9118-28F2EF950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589" y="1375698"/>
            <a:ext cx="10515600" cy="4351338"/>
          </a:xfrm>
        </p:spPr>
        <p:txBody>
          <a:bodyPr/>
          <a:lstStyle/>
          <a:p>
            <a:r>
              <a:rPr lang="en-US"/>
              <a:t>Assess the significance between two proportion</a:t>
            </a:r>
          </a:p>
          <a:p>
            <a:endParaRPr lang="en-US"/>
          </a:p>
          <a:p>
            <a:r>
              <a:rPr lang="en-US"/>
              <a:t>It is for categorical data</a:t>
            </a:r>
          </a:p>
          <a:p>
            <a:endParaRPr lang="en-US"/>
          </a:p>
          <a:p>
            <a:r>
              <a:rPr lang="en-US"/>
              <a:t>It is comparing the </a:t>
            </a:r>
            <a:r>
              <a:rPr lang="en-US" b="1"/>
              <a:t>observed</a:t>
            </a:r>
            <a:r>
              <a:rPr lang="en-US"/>
              <a:t> frequencies for two or more group with </a:t>
            </a:r>
            <a:r>
              <a:rPr lang="en-US" b="1"/>
              <a:t>expected </a:t>
            </a:r>
            <a:r>
              <a:rPr lang="en-US"/>
              <a:t>frequencies by chance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AE8751-B02C-4252-8E07-9A10536A2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3939" y="859396"/>
            <a:ext cx="2042985" cy="2633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961303-39A9-48C3-9CC2-34C3EDC4C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062" y="4232210"/>
            <a:ext cx="2381250" cy="1219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B683B1-DF1C-47C6-8058-B9CBD2990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772" y="5070410"/>
            <a:ext cx="2781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1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37AD9-8485-444A-8FE3-1DE421891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Expected Value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DFBE7265-1FF6-4075-8DE2-363575DF9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736768"/>
              </p:ext>
            </p:extLst>
          </p:nvPr>
        </p:nvGraphicFramePr>
        <p:xfrm>
          <a:off x="838200" y="2015303"/>
          <a:ext cx="51678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967">
                  <a:extLst>
                    <a:ext uri="{9D8B030D-6E8A-4147-A177-3AD203B41FA5}">
                      <a16:colId xmlns:a16="http://schemas.microsoft.com/office/drawing/2014/main" val="3380869642"/>
                    </a:ext>
                  </a:extLst>
                </a:gridCol>
                <a:gridCol w="1291967">
                  <a:extLst>
                    <a:ext uri="{9D8B030D-6E8A-4147-A177-3AD203B41FA5}">
                      <a16:colId xmlns:a16="http://schemas.microsoft.com/office/drawing/2014/main" val="781087812"/>
                    </a:ext>
                  </a:extLst>
                </a:gridCol>
                <a:gridCol w="1291967">
                  <a:extLst>
                    <a:ext uri="{9D8B030D-6E8A-4147-A177-3AD203B41FA5}">
                      <a16:colId xmlns:a16="http://schemas.microsoft.com/office/drawing/2014/main" val="2797121483"/>
                    </a:ext>
                  </a:extLst>
                </a:gridCol>
                <a:gridCol w="1291967">
                  <a:extLst>
                    <a:ext uri="{9D8B030D-6E8A-4147-A177-3AD203B41FA5}">
                      <a16:colId xmlns:a16="http://schemas.microsoft.com/office/drawing/2014/main" val="3461326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Drug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Drug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508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8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Not cured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92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35188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EEE43F0-6019-46D4-901C-4E7C68C59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176065"/>
              </p:ext>
            </p:extLst>
          </p:nvPr>
        </p:nvGraphicFramePr>
        <p:xfrm>
          <a:off x="6670963" y="2015303"/>
          <a:ext cx="5167868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91967">
                  <a:extLst>
                    <a:ext uri="{9D8B030D-6E8A-4147-A177-3AD203B41FA5}">
                      <a16:colId xmlns:a16="http://schemas.microsoft.com/office/drawing/2014/main" val="3380869642"/>
                    </a:ext>
                  </a:extLst>
                </a:gridCol>
                <a:gridCol w="1291967">
                  <a:extLst>
                    <a:ext uri="{9D8B030D-6E8A-4147-A177-3AD203B41FA5}">
                      <a16:colId xmlns:a16="http://schemas.microsoft.com/office/drawing/2014/main" val="781087812"/>
                    </a:ext>
                  </a:extLst>
                </a:gridCol>
                <a:gridCol w="1291967">
                  <a:extLst>
                    <a:ext uri="{9D8B030D-6E8A-4147-A177-3AD203B41FA5}">
                      <a16:colId xmlns:a16="http://schemas.microsoft.com/office/drawing/2014/main" val="2797121483"/>
                    </a:ext>
                  </a:extLst>
                </a:gridCol>
                <a:gridCol w="1291967">
                  <a:extLst>
                    <a:ext uri="{9D8B030D-6E8A-4147-A177-3AD203B41FA5}">
                      <a16:colId xmlns:a16="http://schemas.microsoft.com/office/drawing/2014/main" val="3461326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Drug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Drug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508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98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Not cured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792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35188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6E7C0C-C5B2-4B36-89ED-172A17C10F8E}"/>
              </a:ext>
            </a:extLst>
          </p:cNvPr>
          <p:cNvSpPr/>
          <p:nvPr/>
        </p:nvSpPr>
        <p:spPr>
          <a:xfrm>
            <a:off x="8026400" y="2447636"/>
            <a:ext cx="387927" cy="21243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20CA18-5148-484B-95D8-5B5B5E5E062B}"/>
              </a:ext>
            </a:extLst>
          </p:cNvPr>
          <p:cNvSpPr/>
          <p:nvPr/>
        </p:nvSpPr>
        <p:spPr>
          <a:xfrm>
            <a:off x="9291842" y="2447635"/>
            <a:ext cx="387927" cy="21243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9BB0FF-14A6-409E-8BB5-270CCB959AB8}"/>
              </a:ext>
            </a:extLst>
          </p:cNvPr>
          <p:cNvSpPr/>
          <p:nvPr/>
        </p:nvSpPr>
        <p:spPr>
          <a:xfrm>
            <a:off x="8026399" y="2809195"/>
            <a:ext cx="387927" cy="21243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3AABC0-7FC7-4DEB-BC42-B0D355FC1319}"/>
              </a:ext>
            </a:extLst>
          </p:cNvPr>
          <p:cNvSpPr/>
          <p:nvPr/>
        </p:nvSpPr>
        <p:spPr>
          <a:xfrm>
            <a:off x="9291842" y="2818431"/>
            <a:ext cx="387927" cy="21243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4EE88A-A6F2-40C3-BEC8-8CD2A7A79F2A}"/>
              </a:ext>
            </a:extLst>
          </p:cNvPr>
          <p:cNvSpPr txBox="1"/>
          <p:nvPr/>
        </p:nvSpPr>
        <p:spPr>
          <a:xfrm>
            <a:off x="932873" y="4470401"/>
            <a:ext cx="6767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ExpectedValue</a:t>
            </a:r>
            <a:r>
              <a:rPr lang="en-US" dirty="0"/>
              <a:t>(</a:t>
            </a:r>
            <a:r>
              <a:rPr lang="en-US" dirty="0" err="1"/>
              <a:t>cured,drugB</a:t>
            </a:r>
            <a:r>
              <a:rPr lang="en-US" dirty="0"/>
              <a:t>) = 90/200 (gets cured) * 100 (drug A) = 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1ED98C-98D6-4D37-9D41-820EC525C73D}"/>
              </a:ext>
            </a:extLst>
          </p:cNvPr>
          <p:cNvSpPr txBox="1"/>
          <p:nvPr/>
        </p:nvSpPr>
        <p:spPr>
          <a:xfrm>
            <a:off x="932873" y="4003965"/>
            <a:ext cx="6767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ExpectedValue</a:t>
            </a:r>
            <a:r>
              <a:rPr lang="en-US" dirty="0"/>
              <a:t>(</a:t>
            </a:r>
            <a:r>
              <a:rPr lang="en-US" dirty="0" err="1"/>
              <a:t>cured,drugA</a:t>
            </a:r>
            <a:r>
              <a:rPr lang="en-US" dirty="0"/>
              <a:t>) = 100/200 (gets drug A) * 90 (cured) = 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A42625-CC7F-41FC-8E6B-620F4523383E}"/>
              </a:ext>
            </a:extLst>
          </p:cNvPr>
          <p:cNvSpPr txBox="1"/>
          <p:nvPr/>
        </p:nvSpPr>
        <p:spPr>
          <a:xfrm>
            <a:off x="923637" y="6123543"/>
            <a:ext cx="722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ExpectedValue</a:t>
            </a:r>
            <a:r>
              <a:rPr lang="en-US" dirty="0"/>
              <a:t>(</a:t>
            </a:r>
            <a:r>
              <a:rPr lang="en-US" dirty="0" err="1"/>
              <a:t>Notcured,drugB</a:t>
            </a:r>
            <a:r>
              <a:rPr lang="en-US" dirty="0"/>
              <a:t>) = 110/200 (not cured) * 100 (drug A) = 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2A824-C677-42B5-B9A3-ACB6DA7E1CB5}"/>
              </a:ext>
            </a:extLst>
          </p:cNvPr>
          <p:cNvSpPr txBox="1"/>
          <p:nvPr/>
        </p:nvSpPr>
        <p:spPr>
          <a:xfrm>
            <a:off x="932873" y="5629503"/>
            <a:ext cx="7314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ExpectedValue</a:t>
            </a:r>
            <a:r>
              <a:rPr lang="en-US" dirty="0"/>
              <a:t>(</a:t>
            </a:r>
            <a:r>
              <a:rPr lang="en-US" dirty="0" err="1"/>
              <a:t>Notcured,drugA</a:t>
            </a:r>
            <a:r>
              <a:rPr lang="en-US" dirty="0"/>
              <a:t>) = 100/200 (gets drug A) * 110 (drug A) = 55</a:t>
            </a:r>
          </a:p>
        </p:txBody>
      </p:sp>
    </p:spTree>
    <p:extLst>
      <p:ext uri="{BB962C8B-B14F-4D97-AF65-F5344CB8AC3E}">
        <p14:creationId xmlns:p14="http://schemas.microsoft.com/office/powerpoint/2010/main" val="79261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66169-B574-49C3-B88D-3D446C6A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1" y="-219422"/>
            <a:ext cx="10515600" cy="1325563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1C983-5536-4378-9C4D-79BC34FA1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835" y="1049507"/>
            <a:ext cx="10515600" cy="4351338"/>
          </a:xfrm>
        </p:spPr>
        <p:txBody>
          <a:bodyPr/>
          <a:lstStyle/>
          <a:p>
            <a:r>
              <a:rPr lang="en-US"/>
              <a:t>Is gender related to the political party?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4F7CB-C549-40A0-A216-81FBC97DC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35" y="1759289"/>
            <a:ext cx="3533775" cy="2543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10A81E-5F83-4498-AD98-D80973F960B3}"/>
              </a:ext>
            </a:extLst>
          </p:cNvPr>
          <p:cNvSpPr txBox="1"/>
          <p:nvPr/>
        </p:nvSpPr>
        <p:spPr>
          <a:xfrm>
            <a:off x="3895725" y="2476879"/>
            <a:ext cx="618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350927-DC5E-418A-9D9C-5D321AA66898}"/>
              </a:ext>
            </a:extLst>
          </p:cNvPr>
          <p:cNvSpPr txBox="1"/>
          <p:nvPr/>
        </p:nvSpPr>
        <p:spPr>
          <a:xfrm>
            <a:off x="3857324" y="30747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E6341-C9BE-4273-8EC2-F4FAF8F25A7C}"/>
              </a:ext>
            </a:extLst>
          </p:cNvPr>
          <p:cNvSpPr txBox="1"/>
          <p:nvPr/>
        </p:nvSpPr>
        <p:spPr>
          <a:xfrm>
            <a:off x="3809398" y="367252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EC9B0E-EA88-411B-96A8-2FCE8B582BF3}"/>
              </a:ext>
            </a:extLst>
          </p:cNvPr>
          <p:cNvSpPr txBox="1"/>
          <p:nvPr/>
        </p:nvSpPr>
        <p:spPr>
          <a:xfrm>
            <a:off x="419100" y="4321731"/>
            <a:ext cx="618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1A37AC-8FA2-4BF4-94F9-FA9612C85B05}"/>
              </a:ext>
            </a:extLst>
          </p:cNvPr>
          <p:cNvSpPr txBox="1"/>
          <p:nvPr/>
        </p:nvSpPr>
        <p:spPr>
          <a:xfrm>
            <a:off x="1375847" y="43024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E2D4BC-501F-47C5-BEE1-5B2B521F4012}"/>
              </a:ext>
            </a:extLst>
          </p:cNvPr>
          <p:cNvSpPr txBox="1"/>
          <p:nvPr/>
        </p:nvSpPr>
        <p:spPr>
          <a:xfrm>
            <a:off x="2095500" y="43024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C9FA77-6FA9-49EC-8240-45069B1DF8D9}"/>
              </a:ext>
            </a:extLst>
          </p:cNvPr>
          <p:cNvSpPr txBox="1"/>
          <p:nvPr/>
        </p:nvSpPr>
        <p:spPr>
          <a:xfrm>
            <a:off x="2937690" y="432173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03F46D-C04E-4469-AB91-F0394B861FBF}"/>
              </a:ext>
            </a:extLst>
          </p:cNvPr>
          <p:cNvSpPr txBox="1"/>
          <p:nvPr/>
        </p:nvSpPr>
        <p:spPr>
          <a:xfrm>
            <a:off x="3832783" y="427034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963C19-71A6-4E9B-8E53-FEE752CAF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193" y="1829655"/>
            <a:ext cx="3629025" cy="2657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494816-FECE-4D39-8058-AE23ACAF8BAE}"/>
                  </a:ext>
                </a:extLst>
              </p:cNvPr>
              <p:cNvSpPr txBox="1"/>
              <p:nvPr/>
            </p:nvSpPr>
            <p:spPr>
              <a:xfrm>
                <a:off x="179945" y="5259854"/>
                <a:ext cx="5370957" cy="491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ExpectedValue (</a:t>
                </a:r>
                <a:r>
                  <a:rPr lang="en-US" err="1"/>
                  <a:t>male,Rep</a:t>
                </a:r>
                <a:r>
                  <a:rPr lang="en-US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𝑚𝑎𝑙𝑒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𝑟𝑒𝑝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44∗46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=20.24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494816-FECE-4D39-8058-AE23ACAF8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45" y="5259854"/>
                <a:ext cx="5370957" cy="491545"/>
              </a:xfrm>
              <a:prstGeom prst="rect">
                <a:avLst/>
              </a:prstGeom>
              <a:blipFill>
                <a:blip r:embed="rId4"/>
                <a:stretch>
                  <a:fillRect l="-1022" b="-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F39668B-3FEE-4A6D-9C29-8B206FFB7ABC}"/>
              </a:ext>
            </a:extLst>
          </p:cNvPr>
          <p:cNvSpPr txBox="1"/>
          <p:nvPr/>
        </p:nvSpPr>
        <p:spPr>
          <a:xfrm>
            <a:off x="6155259" y="322517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20.24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6B5DE1-BC9B-4C7F-8805-0CF0C87497C2}"/>
                  </a:ext>
                </a:extLst>
              </p:cNvPr>
              <p:cNvSpPr txBox="1"/>
              <p:nvPr/>
            </p:nvSpPr>
            <p:spPr>
              <a:xfrm>
                <a:off x="132835" y="5909230"/>
                <a:ext cx="5743495" cy="494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ExpectedValue (</a:t>
                </a:r>
                <a:r>
                  <a:rPr lang="en-US" err="1"/>
                  <a:t>female,Rep</a:t>
                </a:r>
                <a:r>
                  <a:rPr lang="en-US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𝑓𝑒𝑚𝑎𝑙𝑒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𝑟𝑒𝑝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56∗46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=25.76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36B5DE1-BC9B-4C7F-8805-0CF0C8749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35" y="5909230"/>
                <a:ext cx="5743495" cy="494238"/>
              </a:xfrm>
              <a:prstGeom prst="rect">
                <a:avLst/>
              </a:prstGeom>
              <a:blipFill>
                <a:blip r:embed="rId5"/>
                <a:stretch>
                  <a:fillRect l="-955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33D8A22-B8B6-4CA4-B794-E31C43D8C57E}"/>
              </a:ext>
            </a:extLst>
          </p:cNvPr>
          <p:cNvSpPr txBox="1"/>
          <p:nvPr/>
        </p:nvSpPr>
        <p:spPr>
          <a:xfrm>
            <a:off x="6155259" y="380617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25.76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6565F3-A100-4F83-A7C1-51B4D56835C7}"/>
              </a:ext>
            </a:extLst>
          </p:cNvPr>
          <p:cNvSpPr txBox="1"/>
          <p:nvPr/>
        </p:nvSpPr>
        <p:spPr>
          <a:xfrm>
            <a:off x="6854368" y="322517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18.48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2AB0DE-DB8C-4FF3-986A-37CAB24177C7}"/>
              </a:ext>
            </a:extLst>
          </p:cNvPr>
          <p:cNvSpPr txBox="1"/>
          <p:nvPr/>
        </p:nvSpPr>
        <p:spPr>
          <a:xfrm>
            <a:off x="6865710" y="380617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23.52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16E68E-B9C2-4DC7-8CE0-AE7507801F7E}"/>
              </a:ext>
            </a:extLst>
          </p:cNvPr>
          <p:cNvSpPr txBox="1"/>
          <p:nvPr/>
        </p:nvSpPr>
        <p:spPr>
          <a:xfrm>
            <a:off x="7655703" y="322135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5.28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2015AE-BC6F-40DD-9BC7-5367DBFD00DB}"/>
              </a:ext>
            </a:extLst>
          </p:cNvPr>
          <p:cNvSpPr txBox="1"/>
          <p:nvPr/>
        </p:nvSpPr>
        <p:spPr>
          <a:xfrm>
            <a:off x="7667045" y="380617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6.70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7B6D43-E930-4F39-AC5D-247C67A3DF85}"/>
              </a:ext>
            </a:extLst>
          </p:cNvPr>
          <p:cNvSpPr txBox="1"/>
          <p:nvPr/>
        </p:nvSpPr>
        <p:spPr>
          <a:xfrm>
            <a:off x="7209593" y="503084"/>
            <a:ext cx="4351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H0: Political party </a:t>
            </a:r>
            <a:r>
              <a:rPr lang="en-US" b="1"/>
              <a:t>independent</a:t>
            </a:r>
            <a:r>
              <a:rPr lang="en-US"/>
              <a:t> upon gender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E3EB50-671F-408E-9FDC-024A3C9FB8D8}"/>
              </a:ext>
            </a:extLst>
          </p:cNvPr>
          <p:cNvSpPr txBox="1"/>
          <p:nvPr/>
        </p:nvSpPr>
        <p:spPr>
          <a:xfrm>
            <a:off x="7220935" y="1000365"/>
            <a:ext cx="4176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Ha: Political party </a:t>
            </a:r>
            <a:r>
              <a:rPr lang="en-US" b="1"/>
              <a:t>dependent</a:t>
            </a:r>
            <a:r>
              <a:rPr lang="en-US"/>
              <a:t> upon gender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E0D8039-CCEF-4DF0-91CA-145579B6AC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8604" y="4487130"/>
            <a:ext cx="3490561" cy="222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63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5" grpId="0"/>
      <p:bldP spid="15" grpId="1"/>
      <p:bldP spid="16" grpId="0"/>
      <p:bldP spid="17" grpId="0"/>
      <p:bldP spid="17" grpId="1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66169-B574-49C3-B88D-3D446C6A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1" y="-219422"/>
            <a:ext cx="10515600" cy="1325563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1C983-5536-4378-9C4D-79BC34FA1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835" y="1049507"/>
            <a:ext cx="10515600" cy="4351338"/>
          </a:xfrm>
        </p:spPr>
        <p:txBody>
          <a:bodyPr/>
          <a:lstStyle/>
          <a:p>
            <a:r>
              <a:rPr lang="en-US"/>
              <a:t>Is gender related to the political party?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4F7CB-C549-40A0-A216-81FBC97DC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35" y="1759289"/>
            <a:ext cx="3533775" cy="2543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10A81E-5F83-4498-AD98-D80973F960B3}"/>
              </a:ext>
            </a:extLst>
          </p:cNvPr>
          <p:cNvSpPr txBox="1"/>
          <p:nvPr/>
        </p:nvSpPr>
        <p:spPr>
          <a:xfrm>
            <a:off x="3895725" y="2476879"/>
            <a:ext cx="618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350927-DC5E-418A-9D9C-5D321AA66898}"/>
              </a:ext>
            </a:extLst>
          </p:cNvPr>
          <p:cNvSpPr txBox="1"/>
          <p:nvPr/>
        </p:nvSpPr>
        <p:spPr>
          <a:xfrm>
            <a:off x="3857324" y="30747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E6341-C9BE-4273-8EC2-F4FAF8F25A7C}"/>
              </a:ext>
            </a:extLst>
          </p:cNvPr>
          <p:cNvSpPr txBox="1"/>
          <p:nvPr/>
        </p:nvSpPr>
        <p:spPr>
          <a:xfrm>
            <a:off x="3809398" y="367252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EC9B0E-EA88-411B-96A8-2FCE8B582BF3}"/>
              </a:ext>
            </a:extLst>
          </p:cNvPr>
          <p:cNvSpPr txBox="1"/>
          <p:nvPr/>
        </p:nvSpPr>
        <p:spPr>
          <a:xfrm>
            <a:off x="419100" y="4321731"/>
            <a:ext cx="618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1A37AC-8FA2-4BF4-94F9-FA9612C85B05}"/>
              </a:ext>
            </a:extLst>
          </p:cNvPr>
          <p:cNvSpPr txBox="1"/>
          <p:nvPr/>
        </p:nvSpPr>
        <p:spPr>
          <a:xfrm>
            <a:off x="1375847" y="43024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E2D4BC-501F-47C5-BEE1-5B2B521F4012}"/>
              </a:ext>
            </a:extLst>
          </p:cNvPr>
          <p:cNvSpPr txBox="1"/>
          <p:nvPr/>
        </p:nvSpPr>
        <p:spPr>
          <a:xfrm>
            <a:off x="2095500" y="43024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C9FA77-6FA9-49EC-8240-45069B1DF8D9}"/>
              </a:ext>
            </a:extLst>
          </p:cNvPr>
          <p:cNvSpPr txBox="1"/>
          <p:nvPr/>
        </p:nvSpPr>
        <p:spPr>
          <a:xfrm>
            <a:off x="2937690" y="432173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03F46D-C04E-4469-AB91-F0394B861FBF}"/>
              </a:ext>
            </a:extLst>
          </p:cNvPr>
          <p:cNvSpPr txBox="1"/>
          <p:nvPr/>
        </p:nvSpPr>
        <p:spPr>
          <a:xfrm>
            <a:off x="3832783" y="427034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963C19-71A6-4E9B-8E53-FEE752CAF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193" y="1829655"/>
            <a:ext cx="3629025" cy="26574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F39668B-3FEE-4A6D-9C29-8B206FFB7ABC}"/>
              </a:ext>
            </a:extLst>
          </p:cNvPr>
          <p:cNvSpPr txBox="1"/>
          <p:nvPr/>
        </p:nvSpPr>
        <p:spPr>
          <a:xfrm>
            <a:off x="6155259" y="322517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20.24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3D8A22-B8B6-4CA4-B794-E31C43D8C57E}"/>
              </a:ext>
            </a:extLst>
          </p:cNvPr>
          <p:cNvSpPr txBox="1"/>
          <p:nvPr/>
        </p:nvSpPr>
        <p:spPr>
          <a:xfrm>
            <a:off x="6155259" y="380617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25.76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6565F3-A100-4F83-A7C1-51B4D56835C7}"/>
              </a:ext>
            </a:extLst>
          </p:cNvPr>
          <p:cNvSpPr txBox="1"/>
          <p:nvPr/>
        </p:nvSpPr>
        <p:spPr>
          <a:xfrm>
            <a:off x="6854368" y="322517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18.48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2AB0DE-DB8C-4FF3-986A-37CAB24177C7}"/>
              </a:ext>
            </a:extLst>
          </p:cNvPr>
          <p:cNvSpPr txBox="1"/>
          <p:nvPr/>
        </p:nvSpPr>
        <p:spPr>
          <a:xfrm>
            <a:off x="6865710" y="380617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23.52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16E68E-B9C2-4DC7-8CE0-AE7507801F7E}"/>
              </a:ext>
            </a:extLst>
          </p:cNvPr>
          <p:cNvSpPr txBox="1"/>
          <p:nvPr/>
        </p:nvSpPr>
        <p:spPr>
          <a:xfrm>
            <a:off x="7655703" y="322135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5.28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2015AE-BC6F-40DD-9BC7-5367DBFD00DB}"/>
              </a:ext>
            </a:extLst>
          </p:cNvPr>
          <p:cNvSpPr txBox="1"/>
          <p:nvPr/>
        </p:nvSpPr>
        <p:spPr>
          <a:xfrm>
            <a:off x="7667045" y="380617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6.70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7B6D43-E930-4F39-AC5D-247C67A3DF85}"/>
              </a:ext>
            </a:extLst>
          </p:cNvPr>
          <p:cNvSpPr txBox="1"/>
          <p:nvPr/>
        </p:nvSpPr>
        <p:spPr>
          <a:xfrm>
            <a:off x="7209593" y="503084"/>
            <a:ext cx="4351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H0: Political party </a:t>
            </a:r>
            <a:r>
              <a:rPr lang="en-US" b="1"/>
              <a:t>independent</a:t>
            </a:r>
            <a:r>
              <a:rPr lang="en-US"/>
              <a:t> upon gender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E3EB50-671F-408E-9FDC-024A3C9FB8D8}"/>
              </a:ext>
            </a:extLst>
          </p:cNvPr>
          <p:cNvSpPr txBox="1"/>
          <p:nvPr/>
        </p:nvSpPr>
        <p:spPr>
          <a:xfrm>
            <a:off x="7220935" y="1000365"/>
            <a:ext cx="4176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Ha: Political party </a:t>
            </a:r>
            <a:r>
              <a:rPr lang="en-US" b="1"/>
              <a:t>dependent</a:t>
            </a:r>
            <a:r>
              <a:rPr lang="en-US"/>
              <a:t> upon gender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CFD311A-E76F-4B67-9534-EA0380B39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35" y="4791245"/>
            <a:ext cx="2381250" cy="1219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2486AF7-358D-44C6-84C3-9A5836F29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5122" y="4599593"/>
            <a:ext cx="3790599" cy="227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1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4C7C31-3A61-45AD-AD1F-C356436BD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075" y="276225"/>
            <a:ext cx="8591550" cy="63055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FDE57E-AE3A-4B3D-B7E8-37A252AE458E}"/>
              </a:ext>
            </a:extLst>
          </p:cNvPr>
          <p:cNvSpPr txBox="1"/>
          <p:nvPr/>
        </p:nvSpPr>
        <p:spPr>
          <a:xfrm>
            <a:off x="0" y="647700"/>
            <a:ext cx="63452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Degree of freedom = (number of row - 1 ) (number of columns -1)</a:t>
            </a:r>
          </a:p>
          <a:p>
            <a:endParaRPr lang="en-US"/>
          </a:p>
          <a:p>
            <a:r>
              <a:rPr lang="en-US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23276F-4DB7-449D-AA9A-DC0CD40E3834}"/>
              </a:ext>
            </a:extLst>
          </p:cNvPr>
          <p:cNvSpPr txBox="1"/>
          <p:nvPr/>
        </p:nvSpPr>
        <p:spPr>
          <a:xfrm>
            <a:off x="0" y="1118890"/>
            <a:ext cx="36795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Degree of freedom = (2 - 1 ) (3 -1) = 2</a:t>
            </a:r>
          </a:p>
          <a:p>
            <a:endParaRPr lang="en-US"/>
          </a:p>
          <a:p>
            <a:r>
              <a:rPr lang="en-US"/>
              <a:t> 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CD59189-CB0C-426C-B4E8-B3FB153E0CD1}"/>
              </a:ext>
            </a:extLst>
          </p:cNvPr>
          <p:cNvSpPr/>
          <p:nvPr/>
        </p:nvSpPr>
        <p:spPr>
          <a:xfrm>
            <a:off x="3172631" y="5153024"/>
            <a:ext cx="323850" cy="27622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ED6317-6F28-438F-9D89-BA669EF82A3F}"/>
              </a:ext>
            </a:extLst>
          </p:cNvPr>
          <p:cNvSpPr/>
          <p:nvPr/>
        </p:nvSpPr>
        <p:spPr>
          <a:xfrm>
            <a:off x="8582025" y="4429124"/>
            <a:ext cx="323850" cy="27622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C232FA-A717-41AC-B0E7-EEEE8B416E42}"/>
              </a:ext>
            </a:extLst>
          </p:cNvPr>
          <p:cNvSpPr/>
          <p:nvPr/>
        </p:nvSpPr>
        <p:spPr>
          <a:xfrm>
            <a:off x="8439149" y="5076823"/>
            <a:ext cx="466725" cy="42862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8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66169-B574-49C3-B88D-3D446C6AB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1" y="-219422"/>
            <a:ext cx="10515600" cy="1325563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1C983-5536-4378-9C4D-79BC34FA1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835" y="1049507"/>
            <a:ext cx="10515600" cy="4351338"/>
          </a:xfrm>
        </p:spPr>
        <p:txBody>
          <a:bodyPr/>
          <a:lstStyle/>
          <a:p>
            <a:r>
              <a:rPr lang="en-US"/>
              <a:t>Is gender related to the political party?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4F7CB-C549-40A0-A216-81FBC97DC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35" y="1759289"/>
            <a:ext cx="3533775" cy="2543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10A81E-5F83-4498-AD98-D80973F960B3}"/>
              </a:ext>
            </a:extLst>
          </p:cNvPr>
          <p:cNvSpPr txBox="1"/>
          <p:nvPr/>
        </p:nvSpPr>
        <p:spPr>
          <a:xfrm>
            <a:off x="3895725" y="2476879"/>
            <a:ext cx="618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350927-DC5E-418A-9D9C-5D321AA66898}"/>
              </a:ext>
            </a:extLst>
          </p:cNvPr>
          <p:cNvSpPr txBox="1"/>
          <p:nvPr/>
        </p:nvSpPr>
        <p:spPr>
          <a:xfrm>
            <a:off x="3857324" y="307470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E6341-C9BE-4273-8EC2-F4FAF8F25A7C}"/>
              </a:ext>
            </a:extLst>
          </p:cNvPr>
          <p:cNvSpPr txBox="1"/>
          <p:nvPr/>
        </p:nvSpPr>
        <p:spPr>
          <a:xfrm>
            <a:off x="3809398" y="367252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EC9B0E-EA88-411B-96A8-2FCE8B582BF3}"/>
              </a:ext>
            </a:extLst>
          </p:cNvPr>
          <p:cNvSpPr txBox="1"/>
          <p:nvPr/>
        </p:nvSpPr>
        <p:spPr>
          <a:xfrm>
            <a:off x="419100" y="4321731"/>
            <a:ext cx="618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1A37AC-8FA2-4BF4-94F9-FA9612C85B05}"/>
              </a:ext>
            </a:extLst>
          </p:cNvPr>
          <p:cNvSpPr txBox="1"/>
          <p:nvPr/>
        </p:nvSpPr>
        <p:spPr>
          <a:xfrm>
            <a:off x="1375847" y="43024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E2D4BC-501F-47C5-BEE1-5B2B521F4012}"/>
              </a:ext>
            </a:extLst>
          </p:cNvPr>
          <p:cNvSpPr txBox="1"/>
          <p:nvPr/>
        </p:nvSpPr>
        <p:spPr>
          <a:xfrm>
            <a:off x="2095500" y="43024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C9FA77-6FA9-49EC-8240-45069B1DF8D9}"/>
              </a:ext>
            </a:extLst>
          </p:cNvPr>
          <p:cNvSpPr txBox="1"/>
          <p:nvPr/>
        </p:nvSpPr>
        <p:spPr>
          <a:xfrm>
            <a:off x="2937690" y="432173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03F46D-C04E-4469-AB91-F0394B861FBF}"/>
              </a:ext>
            </a:extLst>
          </p:cNvPr>
          <p:cNvSpPr txBox="1"/>
          <p:nvPr/>
        </p:nvSpPr>
        <p:spPr>
          <a:xfrm>
            <a:off x="3832783" y="4270348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100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963C19-71A6-4E9B-8E53-FEE752CAF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193" y="1829655"/>
            <a:ext cx="3629025" cy="26574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F39668B-3FEE-4A6D-9C29-8B206FFB7ABC}"/>
              </a:ext>
            </a:extLst>
          </p:cNvPr>
          <p:cNvSpPr txBox="1"/>
          <p:nvPr/>
        </p:nvSpPr>
        <p:spPr>
          <a:xfrm>
            <a:off x="6155259" y="322517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20.24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3D8A22-B8B6-4CA4-B794-E31C43D8C57E}"/>
              </a:ext>
            </a:extLst>
          </p:cNvPr>
          <p:cNvSpPr txBox="1"/>
          <p:nvPr/>
        </p:nvSpPr>
        <p:spPr>
          <a:xfrm>
            <a:off x="6155259" y="380617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25.76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6565F3-A100-4F83-A7C1-51B4D56835C7}"/>
              </a:ext>
            </a:extLst>
          </p:cNvPr>
          <p:cNvSpPr txBox="1"/>
          <p:nvPr/>
        </p:nvSpPr>
        <p:spPr>
          <a:xfrm>
            <a:off x="6854368" y="322517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18.48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2AB0DE-DB8C-4FF3-986A-37CAB24177C7}"/>
              </a:ext>
            </a:extLst>
          </p:cNvPr>
          <p:cNvSpPr txBox="1"/>
          <p:nvPr/>
        </p:nvSpPr>
        <p:spPr>
          <a:xfrm>
            <a:off x="6865710" y="380617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23.52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16E68E-B9C2-4DC7-8CE0-AE7507801F7E}"/>
              </a:ext>
            </a:extLst>
          </p:cNvPr>
          <p:cNvSpPr txBox="1"/>
          <p:nvPr/>
        </p:nvSpPr>
        <p:spPr>
          <a:xfrm>
            <a:off x="7655703" y="3221353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5.28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2015AE-BC6F-40DD-9BC7-5367DBFD00DB}"/>
              </a:ext>
            </a:extLst>
          </p:cNvPr>
          <p:cNvSpPr txBox="1"/>
          <p:nvPr/>
        </p:nvSpPr>
        <p:spPr>
          <a:xfrm>
            <a:off x="7667045" y="380617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6.70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7B6D43-E930-4F39-AC5D-247C67A3DF85}"/>
              </a:ext>
            </a:extLst>
          </p:cNvPr>
          <p:cNvSpPr txBox="1"/>
          <p:nvPr/>
        </p:nvSpPr>
        <p:spPr>
          <a:xfrm>
            <a:off x="7209593" y="503084"/>
            <a:ext cx="4351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H0: Political party </a:t>
            </a:r>
            <a:r>
              <a:rPr lang="en-US" b="1"/>
              <a:t>independent</a:t>
            </a:r>
            <a:r>
              <a:rPr lang="en-US"/>
              <a:t> upon gender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E3EB50-671F-408E-9FDC-024A3C9FB8D8}"/>
              </a:ext>
            </a:extLst>
          </p:cNvPr>
          <p:cNvSpPr txBox="1"/>
          <p:nvPr/>
        </p:nvSpPr>
        <p:spPr>
          <a:xfrm>
            <a:off x="7220935" y="1000365"/>
            <a:ext cx="4176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Ha: Political party </a:t>
            </a:r>
            <a:r>
              <a:rPr lang="en-US" b="1"/>
              <a:t>dependent</a:t>
            </a:r>
            <a:r>
              <a:rPr lang="en-US"/>
              <a:t> upon gender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E0D8039-CCEF-4DF0-91CA-145579B6A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8604" y="4487130"/>
            <a:ext cx="3490561" cy="22228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AF2E1C-907D-4FB2-8B91-11D27A5F4803}"/>
              </a:ext>
            </a:extLst>
          </p:cNvPr>
          <p:cNvSpPr txBox="1"/>
          <p:nvPr/>
        </p:nvSpPr>
        <p:spPr>
          <a:xfrm>
            <a:off x="10285008" y="6563409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CV = 5.991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CFD311A-E76F-4B67-9534-EA0380B39E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35" y="4791245"/>
            <a:ext cx="2381250" cy="1219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2486AF7-358D-44C6-84C3-9A5836F295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5122" y="4599593"/>
            <a:ext cx="3790599" cy="227078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BCA789A-97B8-4D44-AD3E-65A053CF6234}"/>
              </a:ext>
            </a:extLst>
          </p:cNvPr>
          <p:cNvSpPr txBox="1"/>
          <p:nvPr/>
        </p:nvSpPr>
        <p:spPr>
          <a:xfrm>
            <a:off x="10442603" y="486534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5.86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9933965-9DC6-4C8F-B3EB-4FE3CCC3F173}"/>
              </a:ext>
            </a:extLst>
          </p:cNvPr>
          <p:cNvCxnSpPr/>
          <p:nvPr/>
        </p:nvCxnSpPr>
        <p:spPr>
          <a:xfrm flipH="1">
            <a:off x="10648435" y="5234672"/>
            <a:ext cx="90884" cy="13287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389C7B2-F837-447C-ADF2-78B0D7C9F28A}"/>
              </a:ext>
            </a:extLst>
          </p:cNvPr>
          <p:cNvSpPr txBox="1"/>
          <p:nvPr/>
        </p:nvSpPr>
        <p:spPr>
          <a:xfrm>
            <a:off x="8819188" y="2559081"/>
            <a:ext cx="2843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P-value is not less than 0.05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625764-69B1-498B-AD79-394D6A782550}"/>
              </a:ext>
            </a:extLst>
          </p:cNvPr>
          <p:cNvSpPr txBox="1"/>
          <p:nvPr/>
        </p:nvSpPr>
        <p:spPr>
          <a:xfrm>
            <a:off x="8819188" y="3121957"/>
            <a:ext cx="2807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Fail to reject null hypothesis</a:t>
            </a:r>
          </a:p>
        </p:txBody>
      </p:sp>
    </p:spTree>
    <p:extLst>
      <p:ext uri="{BB962C8B-B14F-4D97-AF65-F5344CB8AC3E}">
        <p14:creationId xmlns:p14="http://schemas.microsoft.com/office/powerpoint/2010/main" val="410688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9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06699-832F-4300-B97A-55FAC78B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18255"/>
            <a:ext cx="10515600" cy="1325563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EA27D-50A7-4656-9666-BA8B822C5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5" y="1343818"/>
            <a:ext cx="10515600" cy="4351338"/>
          </a:xfrm>
        </p:spPr>
        <p:txBody>
          <a:bodyPr/>
          <a:lstStyle/>
          <a:p>
            <a:r>
              <a:rPr lang="en-US"/>
              <a:t>Does a dominant hand related to the favorite subject area?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622140-181D-49B4-A956-5DD94FCDAB31}"/>
              </a:ext>
            </a:extLst>
          </p:cNvPr>
          <p:cNvSpPr txBox="1"/>
          <p:nvPr/>
        </p:nvSpPr>
        <p:spPr>
          <a:xfrm>
            <a:off x="7495343" y="296231"/>
            <a:ext cx="1888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H0: No difference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C10F7-7768-4FDF-A962-6FCFF97E3E4A}"/>
              </a:ext>
            </a:extLst>
          </p:cNvPr>
          <p:cNvSpPr txBox="1"/>
          <p:nvPr/>
        </p:nvSpPr>
        <p:spPr>
          <a:xfrm>
            <a:off x="7506685" y="793512"/>
            <a:ext cx="2459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Ha: There is a difference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D49703-6C8A-4E4F-B7B4-5EABDBA61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4" y="2224087"/>
            <a:ext cx="2943225" cy="2266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32F70D-4C34-452B-AC47-0E52F0D2A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812" y="2224087"/>
            <a:ext cx="1762125" cy="2409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05E260-94F3-4C19-B27F-8646B890F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062" y="4737099"/>
            <a:ext cx="6486525" cy="18383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3EE612-AE8D-4F11-B946-F5D0AD4F6A40}"/>
              </a:ext>
            </a:extLst>
          </p:cNvPr>
          <p:cNvSpPr txBox="1"/>
          <p:nvPr/>
        </p:nvSpPr>
        <p:spPr>
          <a:xfrm>
            <a:off x="7751507" y="3135867"/>
            <a:ext cx="1989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DF = (3 -1) (2-1) = 2</a:t>
            </a:r>
          </a:p>
        </p:txBody>
      </p:sp>
    </p:spTree>
    <p:extLst>
      <p:ext uri="{BB962C8B-B14F-4D97-AF65-F5344CB8AC3E}">
        <p14:creationId xmlns:p14="http://schemas.microsoft.com/office/powerpoint/2010/main" val="3782973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949-63D6-42A2-BC6A-916559986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85DF-546A-4D74-8A7C-65EDEA8E9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Kahoot time</a:t>
            </a:r>
          </a:p>
        </p:txBody>
      </p:sp>
    </p:spTree>
    <p:extLst>
      <p:ext uri="{BB962C8B-B14F-4D97-AF65-F5344CB8AC3E}">
        <p14:creationId xmlns:p14="http://schemas.microsoft.com/office/powerpoint/2010/main" val="1219977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20FD0C2881EA4A90727A064126FC20" ma:contentTypeVersion="13" ma:contentTypeDescription="Create a new document." ma:contentTypeScope="" ma:versionID="c260b951da18117c8c193c037c96b92c">
  <xsd:schema xmlns:xsd="http://www.w3.org/2001/XMLSchema" xmlns:xs="http://www.w3.org/2001/XMLSchema" xmlns:p="http://schemas.microsoft.com/office/2006/metadata/properties" xmlns:ns3="19eadfd7-bd8e-490f-9f29-05c59f74add2" xmlns:ns4="74abacc2-06e5-4e7c-aecc-4fd68412481c" targetNamespace="http://schemas.microsoft.com/office/2006/metadata/properties" ma:root="true" ma:fieldsID="95adb3d05306777b1d2a43a6ccfcbaf4" ns3:_="" ns4:_="">
    <xsd:import namespace="19eadfd7-bd8e-490f-9f29-05c59f74add2"/>
    <xsd:import namespace="74abacc2-06e5-4e7c-aecc-4fd68412481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eadfd7-bd8e-490f-9f29-05c59f74ad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bacc2-06e5-4e7c-aecc-4fd68412481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F0DE630-3BB3-4029-B60C-CA385184C89E}">
  <ds:schemaRefs>
    <ds:schemaRef ds:uri="19eadfd7-bd8e-490f-9f29-05c59f74add2"/>
    <ds:schemaRef ds:uri="74abacc2-06e5-4e7c-aecc-4fd6841248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0A519EB-C6A5-423C-B53B-63D1278A8A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9075AD-7EDA-4CDC-92DF-5358493773E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422</Words>
  <Application>Microsoft Office PowerPoint</Application>
  <PresentationFormat>Widescreen</PresentationFormat>
  <Paragraphs>127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Chi Square Test</vt:lpstr>
      <vt:lpstr>Contingency table</vt:lpstr>
      <vt:lpstr>Chi square (Chi2) test and Fisher’s exact test</vt:lpstr>
      <vt:lpstr>Calculating Expected Value</vt:lpstr>
      <vt:lpstr>Example</vt:lpstr>
      <vt:lpstr>Example</vt:lpstr>
      <vt:lpstr>PowerPoint Presentation</vt:lpstr>
      <vt:lpstr>Example</vt:lpstr>
      <vt:lpstr>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Fisher’s exact test and multiple hypothesis testing</dc:title>
  <dc:creator>Marzieh Ayati</dc:creator>
  <cp:lastModifiedBy>Marzieh Ayati</cp:lastModifiedBy>
  <cp:revision>1</cp:revision>
  <dcterms:created xsi:type="dcterms:W3CDTF">2020-09-28T21:09:15Z</dcterms:created>
  <dcterms:modified xsi:type="dcterms:W3CDTF">2025-02-26T16:24:03Z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0x0101007E20FD0C2881EA4A90727A064126FC20</vt:lpwstr>
  </property>
</Properties>
</file>