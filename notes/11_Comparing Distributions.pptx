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sldIdLst>
    <p:sldId id="290" r:id="rId5"/>
    <p:sldId id="291" r:id="rId6"/>
    <p:sldId id="292" r:id="rId7"/>
    <p:sldId id="352" r:id="rId8"/>
    <p:sldId id="340" r:id="rId9"/>
    <p:sldId id="294" r:id="rId10"/>
    <p:sldId id="353" r:id="rId11"/>
    <p:sldId id="338" r:id="rId12"/>
    <p:sldId id="341" r:id="rId13"/>
    <p:sldId id="343" r:id="rId14"/>
    <p:sldId id="345" r:id="rId15"/>
    <p:sldId id="342" r:id="rId16"/>
    <p:sldId id="346" r:id="rId17"/>
    <p:sldId id="351" r:id="rId18"/>
    <p:sldId id="347" r:id="rId19"/>
    <p:sldId id="348" r:id="rId20"/>
    <p:sldId id="349" r:id="rId21"/>
    <p:sldId id="302" r:id="rId22"/>
    <p:sldId id="303" r:id="rId23"/>
    <p:sldId id="304" r:id="rId24"/>
    <p:sldId id="305" r:id="rId25"/>
    <p:sldId id="306" r:id="rId26"/>
    <p:sldId id="307" r:id="rId27"/>
    <p:sldId id="35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9E0C83-7092-4B7E-802F-9464BC453094}" v="9" dt="2025-02-24T15:20:45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zieh Ayati" userId="719e7aeb-c3b5-48e5-801b-084d43cd09ac" providerId="ADAL" clId="{2824EADA-F0E2-4738-A7A3-18744300FDD6}"/>
    <pc:docChg chg="delSld">
      <pc:chgData name="Marzieh Ayati" userId="719e7aeb-c3b5-48e5-801b-084d43cd09ac" providerId="ADAL" clId="{2824EADA-F0E2-4738-A7A3-18744300FDD6}" dt="2023-02-20T05:54:34.951" v="0" actId="47"/>
      <pc:docMkLst>
        <pc:docMk/>
      </pc:docMkLst>
      <pc:sldChg chg="del">
        <pc:chgData name="Marzieh Ayati" userId="719e7aeb-c3b5-48e5-801b-084d43cd09ac" providerId="ADAL" clId="{2824EADA-F0E2-4738-A7A3-18744300FDD6}" dt="2023-02-20T05:54:34.951" v="0" actId="47"/>
        <pc:sldMkLst>
          <pc:docMk/>
          <pc:sldMk cId="0" sldId="312"/>
        </pc:sldMkLst>
      </pc:sldChg>
      <pc:sldChg chg="del">
        <pc:chgData name="Marzieh Ayati" userId="719e7aeb-c3b5-48e5-801b-084d43cd09ac" providerId="ADAL" clId="{2824EADA-F0E2-4738-A7A3-18744300FDD6}" dt="2023-02-20T05:54:34.951" v="0" actId="47"/>
        <pc:sldMkLst>
          <pc:docMk/>
          <pc:sldMk cId="3383766391" sldId="339"/>
        </pc:sldMkLst>
      </pc:sldChg>
    </pc:docChg>
  </pc:docChgLst>
  <pc:docChgLst>
    <pc:chgData name="Marzieh Ayati" userId="719e7aeb-c3b5-48e5-801b-084d43cd09ac" providerId="ADAL" clId="{4A33D418-F988-4E42-8A28-3EC5ABD897F3}"/>
    <pc:docChg chg="addSld modSld sldOrd">
      <pc:chgData name="Marzieh Ayati" userId="719e7aeb-c3b5-48e5-801b-084d43cd09ac" providerId="ADAL" clId="{4A33D418-F988-4E42-8A28-3EC5ABD897F3}" dt="2024-02-19T20:58:26.232" v="34" actId="20577"/>
      <pc:docMkLst>
        <pc:docMk/>
      </pc:docMkLst>
      <pc:sldChg chg="modSp mod">
        <pc:chgData name="Marzieh Ayati" userId="719e7aeb-c3b5-48e5-801b-084d43cd09ac" providerId="ADAL" clId="{4A33D418-F988-4E42-8A28-3EC5ABD897F3}" dt="2024-02-19T20:58:26.232" v="34" actId="20577"/>
        <pc:sldMkLst>
          <pc:docMk/>
          <pc:sldMk cId="0" sldId="291"/>
        </pc:sldMkLst>
        <pc:spChg chg="mod">
          <ac:chgData name="Marzieh Ayati" userId="719e7aeb-c3b5-48e5-801b-084d43cd09ac" providerId="ADAL" clId="{4A33D418-F988-4E42-8A28-3EC5ABD897F3}" dt="2024-02-19T20:58:26.232" v="34" actId="20577"/>
          <ac:spMkLst>
            <pc:docMk/>
            <pc:sldMk cId="0" sldId="291"/>
            <ac:spMk id="307" creationId="{00000000-0000-0000-0000-000000000000}"/>
          </ac:spMkLst>
        </pc:spChg>
      </pc:sldChg>
      <pc:sldChg chg="add ord modNotes">
        <pc:chgData name="Marzieh Ayati" userId="719e7aeb-c3b5-48e5-801b-084d43cd09ac" providerId="ADAL" clId="{4A33D418-F988-4E42-8A28-3EC5ABD897F3}" dt="2024-02-19T20:29:00.025" v="2"/>
        <pc:sldMkLst>
          <pc:docMk/>
          <pc:sldMk cId="1261730776" sldId="351"/>
        </pc:sldMkLst>
      </pc:sldChg>
    </pc:docChg>
  </pc:docChgLst>
  <pc:docChgLst>
    <pc:chgData name="Marzieh Ayati" userId="719e7aeb-c3b5-48e5-801b-084d43cd09ac" providerId="ADAL" clId="{3D9E0C83-7092-4B7E-802F-9464BC453094}"/>
    <pc:docChg chg="addSld modSld sldOrd">
      <pc:chgData name="Marzieh Ayati" userId="719e7aeb-c3b5-48e5-801b-084d43cd09ac" providerId="ADAL" clId="{3D9E0C83-7092-4B7E-802F-9464BC453094}" dt="2025-02-24T15:49:50.668" v="47"/>
      <pc:docMkLst>
        <pc:docMk/>
      </pc:docMkLst>
      <pc:sldChg chg="modSp mod">
        <pc:chgData name="Marzieh Ayati" userId="719e7aeb-c3b5-48e5-801b-084d43cd09ac" providerId="ADAL" clId="{3D9E0C83-7092-4B7E-802F-9464BC453094}" dt="2025-02-24T15:26:11.097" v="45" actId="20577"/>
        <pc:sldMkLst>
          <pc:docMk/>
          <pc:sldMk cId="0" sldId="291"/>
        </pc:sldMkLst>
        <pc:spChg chg="mod">
          <ac:chgData name="Marzieh Ayati" userId="719e7aeb-c3b5-48e5-801b-084d43cd09ac" providerId="ADAL" clId="{3D9E0C83-7092-4B7E-802F-9464BC453094}" dt="2025-02-24T15:26:11.097" v="45" actId="20577"/>
          <ac:spMkLst>
            <pc:docMk/>
            <pc:sldMk cId="0" sldId="291"/>
            <ac:spMk id="307" creationId="{00000000-0000-0000-0000-000000000000}"/>
          </ac:spMkLst>
        </pc:spChg>
      </pc:sldChg>
      <pc:sldChg chg="ord">
        <pc:chgData name="Marzieh Ayati" userId="719e7aeb-c3b5-48e5-801b-084d43cd09ac" providerId="ADAL" clId="{3D9E0C83-7092-4B7E-802F-9464BC453094}" dt="2025-02-24T15:49:50.668" v="47"/>
        <pc:sldMkLst>
          <pc:docMk/>
          <pc:sldMk cId="1261730776" sldId="351"/>
        </pc:sldMkLst>
      </pc:sldChg>
      <pc:sldChg chg="addSp delSp modSp new mod">
        <pc:chgData name="Marzieh Ayati" userId="719e7aeb-c3b5-48e5-801b-084d43cd09ac" providerId="ADAL" clId="{3D9E0C83-7092-4B7E-802F-9464BC453094}" dt="2025-02-24T15:17:52.574" v="22" actId="404"/>
        <pc:sldMkLst>
          <pc:docMk/>
          <pc:sldMk cId="4071351064" sldId="352"/>
        </pc:sldMkLst>
        <pc:spChg chg="mod">
          <ac:chgData name="Marzieh Ayati" userId="719e7aeb-c3b5-48e5-801b-084d43cd09ac" providerId="ADAL" clId="{3D9E0C83-7092-4B7E-802F-9464BC453094}" dt="2025-02-24T15:17:21.944" v="12" actId="20577"/>
          <ac:spMkLst>
            <pc:docMk/>
            <pc:sldMk cId="4071351064" sldId="352"/>
            <ac:spMk id="2" creationId="{3745B47C-DF88-458B-86F7-D3DCB2050EB0}"/>
          </ac:spMkLst>
        </pc:spChg>
        <pc:spChg chg="del">
          <ac:chgData name="Marzieh Ayati" userId="719e7aeb-c3b5-48e5-801b-084d43cd09ac" providerId="ADAL" clId="{3D9E0C83-7092-4B7E-802F-9464BC453094}" dt="2025-02-24T15:17:29.021" v="13"/>
          <ac:spMkLst>
            <pc:docMk/>
            <pc:sldMk cId="4071351064" sldId="352"/>
            <ac:spMk id="3" creationId="{A1FC9E02-8858-4289-80BC-C7570642AB35}"/>
          </ac:spMkLst>
        </pc:spChg>
        <pc:spChg chg="add mod">
          <ac:chgData name="Marzieh Ayati" userId="719e7aeb-c3b5-48e5-801b-084d43cd09ac" providerId="ADAL" clId="{3D9E0C83-7092-4B7E-802F-9464BC453094}" dt="2025-02-24T15:17:52.574" v="22" actId="404"/>
          <ac:spMkLst>
            <pc:docMk/>
            <pc:sldMk cId="4071351064" sldId="352"/>
            <ac:spMk id="4" creationId="{2D91809C-E7D3-46E4-B45E-DAE0A6976C39}"/>
          </ac:spMkLst>
        </pc:spChg>
      </pc:sldChg>
      <pc:sldChg chg="addSp delSp modSp new mod">
        <pc:chgData name="Marzieh Ayati" userId="719e7aeb-c3b5-48e5-801b-084d43cd09ac" providerId="ADAL" clId="{3D9E0C83-7092-4B7E-802F-9464BC453094}" dt="2025-02-24T15:20:45.103" v="43" actId="1076"/>
        <pc:sldMkLst>
          <pc:docMk/>
          <pc:sldMk cId="2677929881" sldId="353"/>
        </pc:sldMkLst>
        <pc:spChg chg="mod">
          <ac:chgData name="Marzieh Ayati" userId="719e7aeb-c3b5-48e5-801b-084d43cd09ac" providerId="ADAL" clId="{3D9E0C83-7092-4B7E-802F-9464BC453094}" dt="2025-02-24T15:20:17.753" v="31" actId="20577"/>
          <ac:spMkLst>
            <pc:docMk/>
            <pc:sldMk cId="2677929881" sldId="353"/>
            <ac:spMk id="2" creationId="{0ED79DF1-D478-4541-8F10-35C154F446C1}"/>
          </ac:spMkLst>
        </pc:spChg>
        <pc:spChg chg="del">
          <ac:chgData name="Marzieh Ayati" userId="719e7aeb-c3b5-48e5-801b-084d43cd09ac" providerId="ADAL" clId="{3D9E0C83-7092-4B7E-802F-9464BC453094}" dt="2025-02-24T15:20:24.138" v="32"/>
          <ac:spMkLst>
            <pc:docMk/>
            <pc:sldMk cId="2677929881" sldId="353"/>
            <ac:spMk id="3" creationId="{AEBE39B2-1AE6-406D-877A-FA67B4201034}"/>
          </ac:spMkLst>
        </pc:spChg>
        <pc:spChg chg="add mod">
          <ac:chgData name="Marzieh Ayati" userId="719e7aeb-c3b5-48e5-801b-084d43cd09ac" providerId="ADAL" clId="{3D9E0C83-7092-4B7E-802F-9464BC453094}" dt="2025-02-24T15:20:45.103" v="43" actId="1076"/>
          <ac:spMkLst>
            <pc:docMk/>
            <pc:sldMk cId="2677929881" sldId="353"/>
            <ac:spMk id="4" creationId="{220B69E8-93E4-460D-99DD-7AB92C5A2B94}"/>
          </ac:spMkLst>
        </pc:spChg>
      </pc:sldChg>
    </pc:docChg>
  </pc:docChgLst>
  <pc:docChgLst>
    <pc:chgData name="Marzieh Ayati" userId="719e7aeb-c3b5-48e5-801b-084d43cd09ac" providerId="ADAL" clId="{8D7882DD-AC83-40F7-A522-1415485C106D}"/>
    <pc:docChg chg="modSld">
      <pc:chgData name="Marzieh Ayati" userId="719e7aeb-c3b5-48e5-801b-084d43cd09ac" providerId="ADAL" clId="{8D7882DD-AC83-40F7-A522-1415485C106D}" dt="2023-02-20T21:01:41.458" v="0" actId="729"/>
      <pc:docMkLst>
        <pc:docMk/>
      </pc:docMkLst>
      <pc:sldChg chg="mod modShow">
        <pc:chgData name="Marzieh Ayati" userId="719e7aeb-c3b5-48e5-801b-084d43cd09ac" providerId="ADAL" clId="{8D7882DD-AC83-40F7-A522-1415485C106D}" dt="2023-02-20T21:01:41.458" v="0" actId="729"/>
        <pc:sldMkLst>
          <pc:docMk/>
          <pc:sldMk cId="1927046432" sldId="350"/>
        </pc:sldMkLst>
      </pc:sldChg>
    </pc:docChg>
  </pc:docChgLst>
  <pc:docChgLst>
    <pc:chgData name="Marzieh Ayati" userId="719e7aeb-c3b5-48e5-801b-084d43cd09ac" providerId="ADAL" clId="{0AADEF8C-31F0-4310-8A0F-82907C28DDA1}"/>
    <pc:docChg chg="modSld">
      <pc:chgData name="Marzieh Ayati" userId="719e7aeb-c3b5-48e5-801b-084d43cd09ac" providerId="ADAL" clId="{0AADEF8C-31F0-4310-8A0F-82907C28DDA1}" dt="2022-02-16T18:07:17.081" v="1"/>
      <pc:docMkLst>
        <pc:docMk/>
      </pc:docMkLst>
      <pc:sldChg chg="modSp mod">
        <pc:chgData name="Marzieh Ayati" userId="719e7aeb-c3b5-48e5-801b-084d43cd09ac" providerId="ADAL" clId="{0AADEF8C-31F0-4310-8A0F-82907C28DDA1}" dt="2022-02-16T17:53:48.028" v="0" actId="20577"/>
        <pc:sldMkLst>
          <pc:docMk/>
          <pc:sldMk cId="3598575841" sldId="340"/>
        </pc:sldMkLst>
        <pc:spChg chg="mod">
          <ac:chgData name="Marzieh Ayati" userId="719e7aeb-c3b5-48e5-801b-084d43cd09ac" providerId="ADAL" clId="{0AADEF8C-31F0-4310-8A0F-82907C28DDA1}" dt="2022-02-16T17:53:48.028" v="0" actId="20577"/>
          <ac:spMkLst>
            <pc:docMk/>
            <pc:sldMk cId="3598575841" sldId="340"/>
            <ac:spMk id="7" creationId="{859ACB0F-718A-4ECE-AEA3-0EBA0C2DA0F1}"/>
          </ac:spMkLst>
        </pc:spChg>
      </pc:sldChg>
      <pc:sldChg chg="modAnim">
        <pc:chgData name="Marzieh Ayati" userId="719e7aeb-c3b5-48e5-801b-084d43cd09ac" providerId="ADAL" clId="{0AADEF8C-31F0-4310-8A0F-82907C28DDA1}" dt="2022-02-16T18:07:17.081" v="1"/>
        <pc:sldMkLst>
          <pc:docMk/>
          <pc:sldMk cId="3010042404" sldId="345"/>
        </pc:sldMkLst>
      </pc:sldChg>
    </pc:docChg>
  </pc:docChgLst>
  <pc:docChgLst>
    <pc:chgData name="Marzieh Ayati" userId="719e7aeb-c3b5-48e5-801b-084d43cd09ac" providerId="ADAL" clId="{DE0ADD2B-FC29-4C3C-8836-60C41C4DE134}"/>
    <pc:docChg chg="undo custSel addSld delSld modSld sldOrd">
      <pc:chgData name="Marzieh Ayati" userId="719e7aeb-c3b5-48e5-801b-084d43cd09ac" providerId="ADAL" clId="{DE0ADD2B-FC29-4C3C-8836-60C41C4DE134}" dt="2020-09-24T03:50:32.460" v="1927" actId="478"/>
      <pc:docMkLst>
        <pc:docMk/>
      </pc:docMkLst>
      <pc:sldChg chg="addSp modSp add mod modAnim">
        <pc:chgData name="Marzieh Ayati" userId="719e7aeb-c3b5-48e5-801b-084d43cd09ac" providerId="ADAL" clId="{DE0ADD2B-FC29-4C3C-8836-60C41C4DE134}" dt="2020-09-23T21:22:26.201" v="416" actId="403"/>
        <pc:sldMkLst>
          <pc:docMk/>
          <pc:sldMk cId="0" sldId="292"/>
        </pc:sldMkLst>
        <pc:spChg chg="add mod">
          <ac:chgData name="Marzieh Ayati" userId="719e7aeb-c3b5-48e5-801b-084d43cd09ac" providerId="ADAL" clId="{DE0ADD2B-FC29-4C3C-8836-60C41C4DE134}" dt="2020-09-23T04:33:49.714" v="24" actId="20577"/>
          <ac:spMkLst>
            <pc:docMk/>
            <pc:sldMk cId="0" sldId="292"/>
            <ac:spMk id="2" creationId="{4E58F62E-D1AE-40D5-83D4-BC7C8724C702}"/>
          </ac:spMkLst>
        </pc:spChg>
        <pc:spChg chg="add mod">
          <ac:chgData name="Marzieh Ayati" userId="719e7aeb-c3b5-48e5-801b-084d43cd09ac" providerId="ADAL" clId="{DE0ADD2B-FC29-4C3C-8836-60C41C4DE134}" dt="2020-09-23T04:43:09.188" v="141" actId="164"/>
          <ac:spMkLst>
            <pc:docMk/>
            <pc:sldMk cId="0" sldId="292"/>
            <ac:spMk id="3" creationId="{16D4D0A8-100C-43F0-829D-32253516F17E}"/>
          </ac:spMkLst>
        </pc:spChg>
        <pc:spChg chg="add mod">
          <ac:chgData name="Marzieh Ayati" userId="719e7aeb-c3b5-48e5-801b-084d43cd09ac" providerId="ADAL" clId="{DE0ADD2B-FC29-4C3C-8836-60C41C4DE134}" dt="2020-09-23T04:43:46.803" v="144" actId="20577"/>
          <ac:spMkLst>
            <pc:docMk/>
            <pc:sldMk cId="0" sldId="292"/>
            <ac:spMk id="4" creationId="{1BF7CCF9-9221-49DC-9821-2CBD27299BDB}"/>
          </ac:spMkLst>
        </pc:spChg>
        <pc:spChg chg="add mod">
          <ac:chgData name="Marzieh Ayati" userId="719e7aeb-c3b5-48e5-801b-084d43cd09ac" providerId="ADAL" clId="{DE0ADD2B-FC29-4C3C-8836-60C41C4DE134}" dt="2020-09-23T04:43:09.188" v="141" actId="164"/>
          <ac:spMkLst>
            <pc:docMk/>
            <pc:sldMk cId="0" sldId="292"/>
            <ac:spMk id="5" creationId="{F5EA46AF-2531-4313-9141-8296886FDAE0}"/>
          </ac:spMkLst>
        </pc:spChg>
        <pc:spChg chg="add mod">
          <ac:chgData name="Marzieh Ayati" userId="719e7aeb-c3b5-48e5-801b-084d43cd09ac" providerId="ADAL" clId="{DE0ADD2B-FC29-4C3C-8836-60C41C4DE134}" dt="2020-09-23T04:43:09.188" v="141" actId="164"/>
          <ac:spMkLst>
            <pc:docMk/>
            <pc:sldMk cId="0" sldId="292"/>
            <ac:spMk id="10" creationId="{DD513029-1FF9-4431-9208-87EA385FEC26}"/>
          </ac:spMkLst>
        </pc:spChg>
        <pc:spChg chg="add mod">
          <ac:chgData name="Marzieh Ayati" userId="719e7aeb-c3b5-48e5-801b-084d43cd09ac" providerId="ADAL" clId="{DE0ADD2B-FC29-4C3C-8836-60C41C4DE134}" dt="2020-09-23T04:43:09.188" v="141" actId="164"/>
          <ac:spMkLst>
            <pc:docMk/>
            <pc:sldMk cId="0" sldId="292"/>
            <ac:spMk id="11" creationId="{D7378CEF-A5DD-4731-90F6-6F3C837C37CA}"/>
          </ac:spMkLst>
        </pc:spChg>
        <pc:spChg chg="add mod">
          <ac:chgData name="Marzieh Ayati" userId="719e7aeb-c3b5-48e5-801b-084d43cd09ac" providerId="ADAL" clId="{DE0ADD2B-FC29-4C3C-8836-60C41C4DE134}" dt="2020-09-23T21:21:10.845" v="363" actId="208"/>
          <ac:spMkLst>
            <pc:docMk/>
            <pc:sldMk cId="0" sldId="292"/>
            <ac:spMk id="12" creationId="{73DD6E53-7C33-4BC7-9ED7-E21A0191D8D7}"/>
          </ac:spMkLst>
        </pc:spChg>
        <pc:spChg chg="add mod">
          <ac:chgData name="Marzieh Ayati" userId="719e7aeb-c3b5-48e5-801b-084d43cd09ac" providerId="ADAL" clId="{DE0ADD2B-FC29-4C3C-8836-60C41C4DE134}" dt="2020-09-23T21:22:26.201" v="416" actId="403"/>
          <ac:spMkLst>
            <pc:docMk/>
            <pc:sldMk cId="0" sldId="292"/>
            <ac:spMk id="13" creationId="{987183B7-0AB9-4363-B705-FFF14079A94B}"/>
          </ac:spMkLst>
        </pc:spChg>
        <pc:spChg chg="mod">
          <ac:chgData name="Marzieh Ayati" userId="719e7aeb-c3b5-48e5-801b-084d43cd09ac" providerId="ADAL" clId="{DE0ADD2B-FC29-4C3C-8836-60C41C4DE134}" dt="2020-09-23T04:42:48.182" v="138" actId="6549"/>
          <ac:spMkLst>
            <pc:docMk/>
            <pc:sldMk cId="0" sldId="292"/>
            <ac:spMk id="314" creationId="{00000000-0000-0000-0000-000000000000}"/>
          </ac:spMkLst>
        </pc:spChg>
        <pc:grpChg chg="add mod">
          <ac:chgData name="Marzieh Ayati" userId="719e7aeb-c3b5-48e5-801b-084d43cd09ac" providerId="ADAL" clId="{DE0ADD2B-FC29-4C3C-8836-60C41C4DE134}" dt="2020-09-23T04:43:09.188" v="141" actId="164"/>
          <ac:grpSpMkLst>
            <pc:docMk/>
            <pc:sldMk cId="0" sldId="292"/>
            <ac:grpSpMk id="8" creationId="{1679166C-B198-46F4-A14E-FF7F7C13BD35}"/>
          </ac:grpSpMkLst>
        </pc:grpChg>
        <pc:picChg chg="add mod">
          <ac:chgData name="Marzieh Ayati" userId="719e7aeb-c3b5-48e5-801b-084d43cd09ac" providerId="ADAL" clId="{DE0ADD2B-FC29-4C3C-8836-60C41C4DE134}" dt="2020-09-23T21:19:52.182" v="360" actId="1076"/>
          <ac:picMkLst>
            <pc:docMk/>
            <pc:sldMk cId="0" sldId="292"/>
            <ac:picMk id="9" creationId="{2B73C5BB-3A4A-43CE-AD46-5851539A1B3F}"/>
          </ac:picMkLst>
        </pc:picChg>
        <pc:cxnChg chg="add mod">
          <ac:chgData name="Marzieh Ayati" userId="719e7aeb-c3b5-48e5-801b-084d43cd09ac" providerId="ADAL" clId="{DE0ADD2B-FC29-4C3C-8836-60C41C4DE134}" dt="2020-09-23T04:43:09.188" v="141" actId="164"/>
          <ac:cxnSpMkLst>
            <pc:docMk/>
            <pc:sldMk cId="0" sldId="292"/>
            <ac:cxnSpMk id="7" creationId="{022D4A0D-15F6-447A-ADF9-CD64C1FB9F50}"/>
          </ac:cxnSpMkLst>
        </pc:cxnChg>
      </pc:sldChg>
      <pc:sldChg chg="addSp delSp modSp mod delAnim modAnim">
        <pc:chgData name="Marzieh Ayati" userId="719e7aeb-c3b5-48e5-801b-084d43cd09ac" providerId="ADAL" clId="{DE0ADD2B-FC29-4C3C-8836-60C41C4DE134}" dt="2020-09-23T04:47:50.851" v="310"/>
        <pc:sldMkLst>
          <pc:docMk/>
          <pc:sldMk cId="0" sldId="294"/>
        </pc:sldMkLst>
        <pc:spChg chg="add mod">
          <ac:chgData name="Marzieh Ayati" userId="719e7aeb-c3b5-48e5-801b-084d43cd09ac" providerId="ADAL" clId="{DE0ADD2B-FC29-4C3C-8836-60C41C4DE134}" dt="2020-09-23T04:44:33.609" v="150" actId="208"/>
          <ac:spMkLst>
            <pc:docMk/>
            <pc:sldMk cId="0" sldId="294"/>
            <ac:spMk id="2" creationId="{FAD25367-9FCE-4870-BA44-B9E9B7744672}"/>
          </ac:spMkLst>
        </pc:spChg>
        <pc:spChg chg="add del">
          <ac:chgData name="Marzieh Ayati" userId="719e7aeb-c3b5-48e5-801b-084d43cd09ac" providerId="ADAL" clId="{DE0ADD2B-FC29-4C3C-8836-60C41C4DE134}" dt="2020-09-23T04:44:46.146" v="152" actId="478"/>
          <ac:spMkLst>
            <pc:docMk/>
            <pc:sldMk cId="0" sldId="294"/>
            <ac:spMk id="12" creationId="{24B79E85-1EBD-4145-9730-0D6F2EBAF8E2}"/>
          </ac:spMkLst>
        </pc:spChg>
        <pc:spChg chg="add del">
          <ac:chgData name="Marzieh Ayati" userId="719e7aeb-c3b5-48e5-801b-084d43cd09ac" providerId="ADAL" clId="{DE0ADD2B-FC29-4C3C-8836-60C41C4DE134}" dt="2020-09-23T04:44:55.569" v="154" actId="478"/>
          <ac:spMkLst>
            <pc:docMk/>
            <pc:sldMk cId="0" sldId="294"/>
            <ac:spMk id="13" creationId="{73CCE9F6-EA67-4B02-AFB7-361864E72EB9}"/>
          </ac:spMkLst>
        </pc:spChg>
        <pc:spChg chg="mod">
          <ac:chgData name="Marzieh Ayati" userId="719e7aeb-c3b5-48e5-801b-084d43cd09ac" providerId="ADAL" clId="{DE0ADD2B-FC29-4C3C-8836-60C41C4DE134}" dt="2020-09-23T04:47:29.937" v="307" actId="20577"/>
          <ac:spMkLst>
            <pc:docMk/>
            <pc:sldMk cId="0" sldId="294"/>
            <ac:spMk id="15" creationId="{0A2C16CF-364B-4F62-AD1B-14EE19E85629}"/>
          </ac:spMkLst>
        </pc:spChg>
        <pc:spChg chg="mod">
          <ac:chgData name="Marzieh Ayati" userId="719e7aeb-c3b5-48e5-801b-084d43cd09ac" providerId="ADAL" clId="{DE0ADD2B-FC29-4C3C-8836-60C41C4DE134}" dt="2020-09-23T04:47:12.600" v="300" actId="14100"/>
          <ac:spMkLst>
            <pc:docMk/>
            <pc:sldMk cId="0" sldId="294"/>
            <ac:spMk id="16" creationId="{734E5214-53B0-4BDE-9233-60745F5480C6}"/>
          </ac:spMkLst>
        </pc:spChg>
        <pc:spChg chg="mod">
          <ac:chgData name="Marzieh Ayati" userId="719e7aeb-c3b5-48e5-801b-084d43cd09ac" providerId="ADAL" clId="{DE0ADD2B-FC29-4C3C-8836-60C41C4DE134}" dt="2020-09-23T04:47:14.896" v="301" actId="1076"/>
          <ac:spMkLst>
            <pc:docMk/>
            <pc:sldMk cId="0" sldId="294"/>
            <ac:spMk id="17" creationId="{76905167-DA8F-4787-94BE-4A8967BFFB28}"/>
          </ac:spMkLst>
        </pc:spChg>
        <pc:spChg chg="del">
          <ac:chgData name="Marzieh Ayati" userId="719e7aeb-c3b5-48e5-801b-084d43cd09ac" providerId="ADAL" clId="{DE0ADD2B-FC29-4C3C-8836-60C41C4DE134}" dt="2020-09-23T04:46:35.761" v="264" actId="478"/>
          <ac:spMkLst>
            <pc:docMk/>
            <pc:sldMk cId="0" sldId="294"/>
            <ac:spMk id="18" creationId="{2C8F5676-7442-4287-914F-7D26F305F238}"/>
          </ac:spMkLst>
        </pc:spChg>
        <pc:spChg chg="del">
          <ac:chgData name="Marzieh Ayati" userId="719e7aeb-c3b5-48e5-801b-084d43cd09ac" providerId="ADAL" clId="{DE0ADD2B-FC29-4C3C-8836-60C41C4DE134}" dt="2020-09-23T04:46:38.032" v="265" actId="478"/>
          <ac:spMkLst>
            <pc:docMk/>
            <pc:sldMk cId="0" sldId="294"/>
            <ac:spMk id="19" creationId="{D033BA6B-3582-4F1D-9F72-992CB1993235}"/>
          </ac:spMkLst>
        </pc:spChg>
        <pc:spChg chg="add mod">
          <ac:chgData name="Marzieh Ayati" userId="719e7aeb-c3b5-48e5-801b-084d43cd09ac" providerId="ADAL" clId="{DE0ADD2B-FC29-4C3C-8836-60C41C4DE134}" dt="2020-09-23T04:47:43.387" v="308" actId="164"/>
          <ac:spMkLst>
            <pc:docMk/>
            <pc:sldMk cId="0" sldId="294"/>
            <ac:spMk id="21" creationId="{933AFF28-E865-4C00-B55F-D5D74B5E5B46}"/>
          </ac:spMkLst>
        </pc:spChg>
        <pc:spChg chg="add mod">
          <ac:chgData name="Marzieh Ayati" userId="719e7aeb-c3b5-48e5-801b-084d43cd09ac" providerId="ADAL" clId="{DE0ADD2B-FC29-4C3C-8836-60C41C4DE134}" dt="2020-09-23T04:47:26.276" v="306" actId="20577"/>
          <ac:spMkLst>
            <pc:docMk/>
            <pc:sldMk cId="0" sldId="294"/>
            <ac:spMk id="22" creationId="{10BF68F4-4B69-4F0B-A559-0A2C2D4CD9EE}"/>
          </ac:spMkLst>
        </pc:spChg>
        <pc:grpChg chg="add mod">
          <ac:chgData name="Marzieh Ayati" userId="719e7aeb-c3b5-48e5-801b-084d43cd09ac" providerId="ADAL" clId="{DE0ADD2B-FC29-4C3C-8836-60C41C4DE134}" dt="2020-09-23T04:47:43.387" v="308" actId="164"/>
          <ac:grpSpMkLst>
            <pc:docMk/>
            <pc:sldMk cId="0" sldId="294"/>
            <ac:grpSpMk id="3" creationId="{1A376E3B-B898-4460-9285-95CEF4A53603}"/>
          </ac:grpSpMkLst>
        </pc:grpChg>
        <pc:grpChg chg="add del mod">
          <ac:chgData name="Marzieh Ayati" userId="719e7aeb-c3b5-48e5-801b-084d43cd09ac" providerId="ADAL" clId="{DE0ADD2B-FC29-4C3C-8836-60C41C4DE134}" dt="2020-09-23T04:44:13.314" v="147" actId="478"/>
          <ac:grpSpMkLst>
            <pc:docMk/>
            <pc:sldMk cId="0" sldId="294"/>
            <ac:grpSpMk id="4" creationId="{C440DBCD-790C-4945-9936-BE4FBDC05C8E}"/>
          </ac:grpSpMkLst>
        </pc:grpChg>
        <pc:grpChg chg="add mod">
          <ac:chgData name="Marzieh Ayati" userId="719e7aeb-c3b5-48e5-801b-084d43cd09ac" providerId="ADAL" clId="{DE0ADD2B-FC29-4C3C-8836-60C41C4DE134}" dt="2020-09-23T04:47:43.387" v="308" actId="164"/>
          <ac:grpSpMkLst>
            <pc:docMk/>
            <pc:sldMk cId="0" sldId="294"/>
            <ac:grpSpMk id="14" creationId="{3BFE38A1-E521-4814-89CE-D98E91B858D4}"/>
          </ac:grpSpMkLst>
        </pc:grpChg>
        <pc:picChg chg="mod">
          <ac:chgData name="Marzieh Ayati" userId="719e7aeb-c3b5-48e5-801b-084d43cd09ac" providerId="ADAL" clId="{DE0ADD2B-FC29-4C3C-8836-60C41C4DE134}" dt="2020-09-23T04:45:14.241" v="156" actId="1076"/>
          <ac:picMkLst>
            <pc:docMk/>
            <pc:sldMk cId="0" sldId="294"/>
            <ac:picMk id="328" creationId="{00000000-0000-0000-0000-000000000000}"/>
          </ac:picMkLst>
        </pc:picChg>
        <pc:cxnChg chg="mod">
          <ac:chgData name="Marzieh Ayati" userId="719e7aeb-c3b5-48e5-801b-084d43cd09ac" providerId="ADAL" clId="{DE0ADD2B-FC29-4C3C-8836-60C41C4DE134}" dt="2020-09-23T04:44:13.314" v="147" actId="478"/>
          <ac:cxnSpMkLst>
            <pc:docMk/>
            <pc:sldMk cId="0" sldId="294"/>
            <ac:cxnSpMk id="10" creationId="{64D5E364-885B-49E8-ACB8-EAA8CC7D6767}"/>
          </ac:cxnSpMkLst>
        </pc:cxnChg>
        <pc:cxnChg chg="del mod">
          <ac:chgData name="Marzieh Ayati" userId="719e7aeb-c3b5-48e5-801b-084d43cd09ac" providerId="ADAL" clId="{DE0ADD2B-FC29-4C3C-8836-60C41C4DE134}" dt="2020-09-23T04:46:39.776" v="266" actId="478"/>
          <ac:cxnSpMkLst>
            <pc:docMk/>
            <pc:sldMk cId="0" sldId="294"/>
            <ac:cxnSpMk id="20" creationId="{E547CFA5-4F20-4F9F-8675-DAEB39C43DFA}"/>
          </ac:cxnSpMkLst>
        </pc:cxnChg>
      </pc:sldChg>
      <pc:sldChg chg="add">
        <pc:chgData name="Marzieh Ayati" userId="719e7aeb-c3b5-48e5-801b-084d43cd09ac" providerId="ADAL" clId="{DE0ADD2B-FC29-4C3C-8836-60C41C4DE134}" dt="2020-09-24T03:29:10.286" v="1879"/>
        <pc:sldMkLst>
          <pc:docMk/>
          <pc:sldMk cId="0" sldId="302"/>
        </pc:sldMkLst>
      </pc:sldChg>
      <pc:sldChg chg="add">
        <pc:chgData name="Marzieh Ayati" userId="719e7aeb-c3b5-48e5-801b-084d43cd09ac" providerId="ADAL" clId="{DE0ADD2B-FC29-4C3C-8836-60C41C4DE134}" dt="2020-09-24T03:29:10.286" v="1879"/>
        <pc:sldMkLst>
          <pc:docMk/>
          <pc:sldMk cId="0" sldId="303"/>
        </pc:sldMkLst>
      </pc:sldChg>
      <pc:sldChg chg="add">
        <pc:chgData name="Marzieh Ayati" userId="719e7aeb-c3b5-48e5-801b-084d43cd09ac" providerId="ADAL" clId="{DE0ADD2B-FC29-4C3C-8836-60C41C4DE134}" dt="2020-09-24T03:29:10.286" v="1879"/>
        <pc:sldMkLst>
          <pc:docMk/>
          <pc:sldMk cId="0" sldId="304"/>
        </pc:sldMkLst>
      </pc:sldChg>
      <pc:sldChg chg="modSp add mod">
        <pc:chgData name="Marzieh Ayati" userId="719e7aeb-c3b5-48e5-801b-084d43cd09ac" providerId="ADAL" clId="{DE0ADD2B-FC29-4C3C-8836-60C41C4DE134}" dt="2020-09-24T03:31:06.701" v="1894" actId="20577"/>
        <pc:sldMkLst>
          <pc:docMk/>
          <pc:sldMk cId="0" sldId="305"/>
        </pc:sldMkLst>
        <pc:spChg chg="mod">
          <ac:chgData name="Marzieh Ayati" userId="719e7aeb-c3b5-48e5-801b-084d43cd09ac" providerId="ADAL" clId="{DE0ADD2B-FC29-4C3C-8836-60C41C4DE134}" dt="2020-09-24T03:31:06.701" v="1894" actId="20577"/>
          <ac:spMkLst>
            <pc:docMk/>
            <pc:sldMk cId="0" sldId="305"/>
            <ac:spMk id="397" creationId="{00000000-0000-0000-0000-000000000000}"/>
          </ac:spMkLst>
        </pc:spChg>
      </pc:sldChg>
      <pc:sldChg chg="modSp add mod">
        <pc:chgData name="Marzieh Ayati" userId="719e7aeb-c3b5-48e5-801b-084d43cd09ac" providerId="ADAL" clId="{DE0ADD2B-FC29-4C3C-8836-60C41C4DE134}" dt="2020-09-24T03:31:23.549" v="1905" actId="1076"/>
        <pc:sldMkLst>
          <pc:docMk/>
          <pc:sldMk cId="0" sldId="306"/>
        </pc:sldMkLst>
        <pc:spChg chg="mod">
          <ac:chgData name="Marzieh Ayati" userId="719e7aeb-c3b5-48e5-801b-084d43cd09ac" providerId="ADAL" clId="{DE0ADD2B-FC29-4C3C-8836-60C41C4DE134}" dt="2020-09-24T03:31:19.950" v="1904" actId="20577"/>
          <ac:spMkLst>
            <pc:docMk/>
            <pc:sldMk cId="0" sldId="306"/>
            <ac:spMk id="403" creationId="{00000000-0000-0000-0000-000000000000}"/>
          </ac:spMkLst>
        </pc:spChg>
        <pc:picChg chg="mod">
          <ac:chgData name="Marzieh Ayati" userId="719e7aeb-c3b5-48e5-801b-084d43cd09ac" providerId="ADAL" clId="{DE0ADD2B-FC29-4C3C-8836-60C41C4DE134}" dt="2020-09-24T03:31:23.549" v="1905" actId="1076"/>
          <ac:picMkLst>
            <pc:docMk/>
            <pc:sldMk cId="0" sldId="306"/>
            <ac:picMk id="404" creationId="{00000000-0000-0000-0000-000000000000}"/>
          </ac:picMkLst>
        </pc:picChg>
      </pc:sldChg>
      <pc:sldChg chg="add">
        <pc:chgData name="Marzieh Ayati" userId="719e7aeb-c3b5-48e5-801b-084d43cd09ac" providerId="ADAL" clId="{DE0ADD2B-FC29-4C3C-8836-60C41C4DE134}" dt="2020-09-24T03:38:38.974" v="1906"/>
        <pc:sldMkLst>
          <pc:docMk/>
          <pc:sldMk cId="0" sldId="307"/>
        </pc:sldMkLst>
      </pc:sldChg>
      <pc:sldChg chg="addSp modSp add mod ord">
        <pc:chgData name="Marzieh Ayati" userId="719e7aeb-c3b5-48e5-801b-084d43cd09ac" providerId="ADAL" clId="{DE0ADD2B-FC29-4C3C-8836-60C41C4DE134}" dt="2020-09-24T03:50:15.268" v="1926" actId="1076"/>
        <pc:sldMkLst>
          <pc:docMk/>
          <pc:sldMk cId="0" sldId="312"/>
        </pc:sldMkLst>
        <pc:spChg chg="add mod">
          <ac:chgData name="Marzieh Ayati" userId="719e7aeb-c3b5-48e5-801b-084d43cd09ac" providerId="ADAL" clId="{DE0ADD2B-FC29-4C3C-8836-60C41C4DE134}" dt="2020-09-23T05:13:24.814" v="357" actId="207"/>
          <ac:spMkLst>
            <pc:docMk/>
            <pc:sldMk cId="0" sldId="312"/>
            <ac:spMk id="2" creationId="{EB5F7147-1D43-4A46-BC97-1005485C625A}"/>
          </ac:spMkLst>
        </pc:spChg>
        <pc:spChg chg="add mod">
          <ac:chgData name="Marzieh Ayati" userId="719e7aeb-c3b5-48e5-801b-084d43cd09ac" providerId="ADAL" clId="{DE0ADD2B-FC29-4C3C-8836-60C41C4DE134}" dt="2020-09-24T03:50:10.729" v="1924" actId="207"/>
          <ac:spMkLst>
            <pc:docMk/>
            <pc:sldMk cId="0" sldId="312"/>
            <ac:spMk id="3" creationId="{79B4FC17-3253-4169-81E6-2312B15CCB2B}"/>
          </ac:spMkLst>
        </pc:spChg>
        <pc:spChg chg="add mod">
          <ac:chgData name="Marzieh Ayati" userId="719e7aeb-c3b5-48e5-801b-084d43cd09ac" providerId="ADAL" clId="{DE0ADD2B-FC29-4C3C-8836-60C41C4DE134}" dt="2020-09-24T03:50:15.268" v="1926" actId="1076"/>
          <ac:spMkLst>
            <pc:docMk/>
            <pc:sldMk cId="0" sldId="312"/>
            <ac:spMk id="10" creationId="{E977F83A-3F73-4BFD-9E0D-B46393409511}"/>
          </ac:spMkLst>
        </pc:spChg>
        <pc:spChg chg="mod">
          <ac:chgData name="Marzieh Ayati" userId="719e7aeb-c3b5-48e5-801b-084d43cd09ac" providerId="ADAL" clId="{DE0ADD2B-FC29-4C3C-8836-60C41C4DE134}" dt="2020-09-23T03:24:37.152" v="18" actId="20577"/>
          <ac:spMkLst>
            <pc:docMk/>
            <pc:sldMk cId="0" sldId="312"/>
            <ac:spMk id="290" creationId="{00000000-0000-0000-0000-000000000000}"/>
          </ac:spMkLst>
        </pc:spChg>
      </pc:sldChg>
      <pc:sldChg chg="modSp">
        <pc:chgData name="Marzieh Ayati" userId="719e7aeb-c3b5-48e5-801b-084d43cd09ac" providerId="ADAL" clId="{DE0ADD2B-FC29-4C3C-8836-60C41C4DE134}" dt="2020-09-23T21:56:13.577" v="715" actId="207"/>
        <pc:sldMkLst>
          <pc:docMk/>
          <pc:sldMk cId="1385706252" sldId="338"/>
        </pc:sldMkLst>
        <pc:spChg chg="mod">
          <ac:chgData name="Marzieh Ayati" userId="719e7aeb-c3b5-48e5-801b-084d43cd09ac" providerId="ADAL" clId="{DE0ADD2B-FC29-4C3C-8836-60C41C4DE134}" dt="2020-09-23T21:56:13.577" v="715" actId="207"/>
          <ac:spMkLst>
            <pc:docMk/>
            <pc:sldMk cId="1385706252" sldId="338"/>
            <ac:spMk id="2" creationId="{69A2BFE0-D964-47C5-9993-D5962BD43D29}"/>
          </ac:spMkLst>
        </pc:spChg>
      </pc:sldChg>
      <pc:sldChg chg="add ord">
        <pc:chgData name="Marzieh Ayati" userId="719e7aeb-c3b5-48e5-801b-084d43cd09ac" providerId="ADAL" clId="{DE0ADD2B-FC29-4C3C-8836-60C41C4DE134}" dt="2020-09-23T03:24:04.677" v="2"/>
        <pc:sldMkLst>
          <pc:docMk/>
          <pc:sldMk cId="3383766391" sldId="339"/>
        </pc:sldMkLst>
      </pc:sldChg>
      <pc:sldChg chg="addSp delSp modSp new mod modAnim">
        <pc:chgData name="Marzieh Ayati" userId="719e7aeb-c3b5-48e5-801b-084d43cd09ac" providerId="ADAL" clId="{DE0ADD2B-FC29-4C3C-8836-60C41C4DE134}" dt="2020-09-23T21:40:36.259" v="536" actId="1076"/>
        <pc:sldMkLst>
          <pc:docMk/>
          <pc:sldMk cId="3598575841" sldId="340"/>
        </pc:sldMkLst>
        <pc:spChg chg="mod">
          <ac:chgData name="Marzieh Ayati" userId="719e7aeb-c3b5-48e5-801b-084d43cd09ac" providerId="ADAL" clId="{DE0ADD2B-FC29-4C3C-8836-60C41C4DE134}" dt="2020-09-23T21:23:01.149" v="425" actId="1076"/>
          <ac:spMkLst>
            <pc:docMk/>
            <pc:sldMk cId="3598575841" sldId="340"/>
            <ac:spMk id="2" creationId="{82C6843C-B87E-4470-AE1B-7DCE67A07563}"/>
          </ac:spMkLst>
        </pc:spChg>
        <pc:spChg chg="del">
          <ac:chgData name="Marzieh Ayati" userId="719e7aeb-c3b5-48e5-801b-084d43cd09ac" providerId="ADAL" clId="{DE0ADD2B-FC29-4C3C-8836-60C41C4DE134}" dt="2020-09-23T21:23:30.117" v="428" actId="478"/>
          <ac:spMkLst>
            <pc:docMk/>
            <pc:sldMk cId="3598575841" sldId="340"/>
            <ac:spMk id="3" creationId="{EF76A20D-BD07-497A-8CE3-C3756C9DFA9D}"/>
          </ac:spMkLst>
        </pc:spChg>
        <pc:spChg chg="add mod">
          <ac:chgData name="Marzieh Ayati" userId="719e7aeb-c3b5-48e5-801b-084d43cd09ac" providerId="ADAL" clId="{DE0ADD2B-FC29-4C3C-8836-60C41C4DE134}" dt="2020-09-23T21:29:10.724" v="531" actId="404"/>
          <ac:spMkLst>
            <pc:docMk/>
            <pc:sldMk cId="3598575841" sldId="340"/>
            <ac:spMk id="6" creationId="{B86B4907-BA2B-4408-A253-D470A9D439DF}"/>
          </ac:spMkLst>
        </pc:spChg>
        <pc:spChg chg="add mod">
          <ac:chgData name="Marzieh Ayati" userId="719e7aeb-c3b5-48e5-801b-084d43cd09ac" providerId="ADAL" clId="{DE0ADD2B-FC29-4C3C-8836-60C41C4DE134}" dt="2020-09-23T21:28:45.077" v="510" actId="14100"/>
          <ac:spMkLst>
            <pc:docMk/>
            <pc:sldMk cId="3598575841" sldId="340"/>
            <ac:spMk id="7" creationId="{859ACB0F-718A-4ECE-AEA3-0EBA0C2DA0F1}"/>
          </ac:spMkLst>
        </pc:spChg>
        <pc:picChg chg="add mod">
          <ac:chgData name="Marzieh Ayati" userId="719e7aeb-c3b5-48e5-801b-084d43cd09ac" providerId="ADAL" clId="{DE0ADD2B-FC29-4C3C-8836-60C41C4DE134}" dt="2020-09-23T21:23:27.868" v="427" actId="1076"/>
          <ac:picMkLst>
            <pc:docMk/>
            <pc:sldMk cId="3598575841" sldId="340"/>
            <ac:picMk id="4" creationId="{F5482ECA-C4B3-4827-A31F-0094DB0668E7}"/>
          </ac:picMkLst>
        </pc:picChg>
        <pc:picChg chg="add mod">
          <ac:chgData name="Marzieh Ayati" userId="719e7aeb-c3b5-48e5-801b-084d43cd09ac" providerId="ADAL" clId="{DE0ADD2B-FC29-4C3C-8836-60C41C4DE134}" dt="2020-09-23T21:23:45.341" v="430" actId="1076"/>
          <ac:picMkLst>
            <pc:docMk/>
            <pc:sldMk cId="3598575841" sldId="340"/>
            <ac:picMk id="5" creationId="{131DEF7C-2CCA-427C-8BBB-B0902B23617B}"/>
          </ac:picMkLst>
        </pc:picChg>
        <pc:picChg chg="add mod">
          <ac:chgData name="Marzieh Ayati" userId="719e7aeb-c3b5-48e5-801b-084d43cd09ac" providerId="ADAL" clId="{DE0ADD2B-FC29-4C3C-8836-60C41C4DE134}" dt="2020-09-23T21:40:36.259" v="536" actId="1076"/>
          <ac:picMkLst>
            <pc:docMk/>
            <pc:sldMk cId="3598575841" sldId="340"/>
            <ac:picMk id="10" creationId="{36A35C59-6BCA-4FAC-8E1D-E16F1A1A3CB5}"/>
          </ac:picMkLst>
        </pc:picChg>
        <pc:cxnChg chg="add mod">
          <ac:chgData name="Marzieh Ayati" userId="719e7aeb-c3b5-48e5-801b-084d43cd09ac" providerId="ADAL" clId="{DE0ADD2B-FC29-4C3C-8836-60C41C4DE134}" dt="2020-09-23T21:29:06.180" v="525" actId="14100"/>
          <ac:cxnSpMkLst>
            <pc:docMk/>
            <pc:sldMk cId="3598575841" sldId="340"/>
            <ac:cxnSpMk id="8" creationId="{773FE00B-64FA-4081-8737-6E14CE2BB666}"/>
          </ac:cxnSpMkLst>
        </pc:cxnChg>
      </pc:sldChg>
      <pc:sldChg chg="addSp delSp modSp new del mod modAnim">
        <pc:chgData name="Marzieh Ayati" userId="719e7aeb-c3b5-48e5-801b-084d43cd09ac" providerId="ADAL" clId="{DE0ADD2B-FC29-4C3C-8836-60C41C4DE134}" dt="2020-09-23T05:14:10.514" v="358" actId="47"/>
        <pc:sldMkLst>
          <pc:docMk/>
          <pc:sldMk cId="3698742531" sldId="340"/>
        </pc:sldMkLst>
        <pc:spChg chg="mod">
          <ac:chgData name="Marzieh Ayati" userId="719e7aeb-c3b5-48e5-801b-084d43cd09ac" providerId="ADAL" clId="{DE0ADD2B-FC29-4C3C-8836-60C41C4DE134}" dt="2020-09-23T05:08:39.502" v="319" actId="1076"/>
          <ac:spMkLst>
            <pc:docMk/>
            <pc:sldMk cId="3698742531" sldId="340"/>
            <ac:spMk id="2" creationId="{80251A80-A688-464A-8958-E4A064AD2369}"/>
          </ac:spMkLst>
        </pc:spChg>
        <pc:spChg chg="del">
          <ac:chgData name="Marzieh Ayati" userId="719e7aeb-c3b5-48e5-801b-084d43cd09ac" providerId="ADAL" clId="{DE0ADD2B-FC29-4C3C-8836-60C41C4DE134}" dt="2020-09-23T05:09:43.134" v="322" actId="478"/>
          <ac:spMkLst>
            <pc:docMk/>
            <pc:sldMk cId="3698742531" sldId="340"/>
            <ac:spMk id="3" creationId="{CF1351B0-E6D0-4C8E-BB28-8EE486160317}"/>
          </ac:spMkLst>
        </pc:spChg>
        <pc:picChg chg="add mod">
          <ac:chgData name="Marzieh Ayati" userId="719e7aeb-c3b5-48e5-801b-084d43cd09ac" providerId="ADAL" clId="{DE0ADD2B-FC29-4C3C-8836-60C41C4DE134}" dt="2020-09-23T05:10:16.029" v="323" actId="1076"/>
          <ac:picMkLst>
            <pc:docMk/>
            <pc:sldMk cId="3698742531" sldId="340"/>
            <ac:picMk id="4" creationId="{9785BE13-5E03-4750-B5B0-9319051AFD65}"/>
          </ac:picMkLst>
        </pc:picChg>
        <pc:picChg chg="add mod">
          <ac:chgData name="Marzieh Ayati" userId="719e7aeb-c3b5-48e5-801b-084d43cd09ac" providerId="ADAL" clId="{DE0ADD2B-FC29-4C3C-8836-60C41C4DE134}" dt="2020-09-23T05:10:20.102" v="325" actId="1076"/>
          <ac:picMkLst>
            <pc:docMk/>
            <pc:sldMk cId="3698742531" sldId="340"/>
            <ac:picMk id="5" creationId="{716DBBCF-EA67-408D-8631-5A3319085F13}"/>
          </ac:picMkLst>
        </pc:picChg>
        <pc:picChg chg="add mod">
          <ac:chgData name="Marzieh Ayati" userId="719e7aeb-c3b5-48e5-801b-084d43cd09ac" providerId="ADAL" clId="{DE0ADD2B-FC29-4C3C-8836-60C41C4DE134}" dt="2020-09-23T05:10:31.606" v="329" actId="1076"/>
          <ac:picMkLst>
            <pc:docMk/>
            <pc:sldMk cId="3698742531" sldId="340"/>
            <ac:picMk id="6" creationId="{BCF83641-2DA8-40CD-AC78-B5A4FA078EB8}"/>
          </ac:picMkLst>
        </pc:picChg>
      </pc:sldChg>
      <pc:sldChg chg="addSp modSp new mod modAnim">
        <pc:chgData name="Marzieh Ayati" userId="719e7aeb-c3b5-48e5-801b-084d43cd09ac" providerId="ADAL" clId="{DE0ADD2B-FC29-4C3C-8836-60C41C4DE134}" dt="2020-09-23T21:56:17.050" v="716" actId="207"/>
        <pc:sldMkLst>
          <pc:docMk/>
          <pc:sldMk cId="98827224" sldId="341"/>
        </pc:sldMkLst>
        <pc:spChg chg="mod">
          <ac:chgData name="Marzieh Ayati" userId="719e7aeb-c3b5-48e5-801b-084d43cd09ac" providerId="ADAL" clId="{DE0ADD2B-FC29-4C3C-8836-60C41C4DE134}" dt="2020-09-23T21:56:17.050" v="716" actId="207"/>
          <ac:spMkLst>
            <pc:docMk/>
            <pc:sldMk cId="98827224" sldId="341"/>
            <ac:spMk id="2" creationId="{7A8A9411-E43B-47E9-B63E-BBB7CFE16DB0}"/>
          </ac:spMkLst>
        </pc:spChg>
        <pc:spChg chg="mod">
          <ac:chgData name="Marzieh Ayati" userId="719e7aeb-c3b5-48e5-801b-084d43cd09ac" providerId="ADAL" clId="{DE0ADD2B-FC29-4C3C-8836-60C41C4DE134}" dt="2020-09-23T21:44:08.883" v="656" actId="20577"/>
          <ac:spMkLst>
            <pc:docMk/>
            <pc:sldMk cId="98827224" sldId="341"/>
            <ac:spMk id="3" creationId="{B4AB92BE-020F-443A-AC48-C6A7024F7FC0}"/>
          </ac:spMkLst>
        </pc:spChg>
        <pc:spChg chg="add mod">
          <ac:chgData name="Marzieh Ayati" userId="719e7aeb-c3b5-48e5-801b-084d43cd09ac" providerId="ADAL" clId="{DE0ADD2B-FC29-4C3C-8836-60C41C4DE134}" dt="2020-09-23T21:44:33.378" v="665" actId="1076"/>
          <ac:spMkLst>
            <pc:docMk/>
            <pc:sldMk cId="98827224" sldId="341"/>
            <ac:spMk id="4" creationId="{393D8FA5-9987-4CD4-86A8-2F8F187DCA22}"/>
          </ac:spMkLst>
        </pc:spChg>
        <pc:spChg chg="add mod">
          <ac:chgData name="Marzieh Ayati" userId="719e7aeb-c3b5-48e5-801b-084d43cd09ac" providerId="ADAL" clId="{DE0ADD2B-FC29-4C3C-8836-60C41C4DE134}" dt="2020-09-23T21:45:00.666" v="669" actId="208"/>
          <ac:spMkLst>
            <pc:docMk/>
            <pc:sldMk cId="98827224" sldId="341"/>
            <ac:spMk id="5" creationId="{C314179B-A528-4DC9-B227-AEAE9F303A1B}"/>
          </ac:spMkLst>
        </pc:spChg>
        <pc:spChg chg="add mod">
          <ac:chgData name="Marzieh Ayati" userId="719e7aeb-c3b5-48e5-801b-084d43cd09ac" providerId="ADAL" clId="{DE0ADD2B-FC29-4C3C-8836-60C41C4DE134}" dt="2020-09-23T21:48:06.291" v="682" actId="207"/>
          <ac:spMkLst>
            <pc:docMk/>
            <pc:sldMk cId="98827224" sldId="341"/>
            <ac:spMk id="9" creationId="{C95B36C7-D35D-4CD9-A51E-728C60FB79C0}"/>
          </ac:spMkLst>
        </pc:spChg>
        <pc:spChg chg="add mod">
          <ac:chgData name="Marzieh Ayati" userId="719e7aeb-c3b5-48e5-801b-084d43cd09ac" providerId="ADAL" clId="{DE0ADD2B-FC29-4C3C-8836-60C41C4DE134}" dt="2020-09-23T21:48:37.011" v="702" actId="20577"/>
          <ac:spMkLst>
            <pc:docMk/>
            <pc:sldMk cId="98827224" sldId="341"/>
            <ac:spMk id="10" creationId="{C406DFF3-3C30-4636-904B-BBBEBE3DF0B5}"/>
          </ac:spMkLst>
        </pc:spChg>
        <pc:spChg chg="add mod">
          <ac:chgData name="Marzieh Ayati" userId="719e7aeb-c3b5-48e5-801b-084d43cd09ac" providerId="ADAL" clId="{DE0ADD2B-FC29-4C3C-8836-60C41C4DE134}" dt="2020-09-23T21:48:13.922" v="685" actId="1076"/>
          <ac:spMkLst>
            <pc:docMk/>
            <pc:sldMk cId="98827224" sldId="341"/>
            <ac:spMk id="11" creationId="{94144258-C9F8-4168-B9C2-206BD102CA1D}"/>
          </ac:spMkLst>
        </pc:spChg>
        <pc:picChg chg="add mod">
          <ac:chgData name="Marzieh Ayati" userId="719e7aeb-c3b5-48e5-801b-084d43cd09ac" providerId="ADAL" clId="{DE0ADD2B-FC29-4C3C-8836-60C41C4DE134}" dt="2020-09-23T21:46:00.106" v="673" actId="1076"/>
          <ac:picMkLst>
            <pc:docMk/>
            <pc:sldMk cId="98827224" sldId="341"/>
            <ac:picMk id="6" creationId="{8E2A20EA-5150-4567-88D3-9DE32AF6703B}"/>
          </ac:picMkLst>
        </pc:picChg>
        <pc:picChg chg="add mod">
          <ac:chgData name="Marzieh Ayati" userId="719e7aeb-c3b5-48e5-801b-084d43cd09ac" providerId="ADAL" clId="{DE0ADD2B-FC29-4C3C-8836-60C41C4DE134}" dt="2020-09-23T21:47:20.443" v="675" actId="1076"/>
          <ac:picMkLst>
            <pc:docMk/>
            <pc:sldMk cId="98827224" sldId="341"/>
            <ac:picMk id="7" creationId="{EB9BFFC6-0D21-4892-BA7B-ED940A3A935D}"/>
          </ac:picMkLst>
        </pc:picChg>
        <pc:picChg chg="add mod">
          <ac:chgData name="Marzieh Ayati" userId="719e7aeb-c3b5-48e5-801b-084d43cd09ac" providerId="ADAL" clId="{DE0ADD2B-FC29-4C3C-8836-60C41C4DE134}" dt="2020-09-23T21:47:45.922" v="677" actId="1076"/>
          <ac:picMkLst>
            <pc:docMk/>
            <pc:sldMk cId="98827224" sldId="341"/>
            <ac:picMk id="8" creationId="{A9A8ACEC-E277-4AA9-B9BD-92863F075F54}"/>
          </ac:picMkLst>
        </pc:picChg>
        <pc:picChg chg="add mod">
          <ac:chgData name="Marzieh Ayati" userId="719e7aeb-c3b5-48e5-801b-084d43cd09ac" providerId="ADAL" clId="{DE0ADD2B-FC29-4C3C-8836-60C41C4DE134}" dt="2020-09-23T21:43:29.130" v="625" actId="1076"/>
          <ac:picMkLst>
            <pc:docMk/>
            <pc:sldMk cId="98827224" sldId="341"/>
            <ac:picMk id="1026" creationId="{CBA0C20D-3D35-45C4-8DDE-685AD1D06FAB}"/>
          </ac:picMkLst>
        </pc:picChg>
      </pc:sldChg>
      <pc:sldChg chg="addSp modSp new mod">
        <pc:chgData name="Marzieh Ayati" userId="719e7aeb-c3b5-48e5-801b-084d43cd09ac" providerId="ADAL" clId="{DE0ADD2B-FC29-4C3C-8836-60C41C4DE134}" dt="2020-09-23T22:50:42.925" v="1815" actId="20577"/>
        <pc:sldMkLst>
          <pc:docMk/>
          <pc:sldMk cId="4180220663" sldId="342"/>
        </pc:sldMkLst>
        <pc:spChg chg="mod">
          <ac:chgData name="Marzieh Ayati" userId="719e7aeb-c3b5-48e5-801b-084d43cd09ac" providerId="ADAL" clId="{DE0ADD2B-FC29-4C3C-8836-60C41C4DE134}" dt="2020-09-23T22:47:46.996" v="1552" actId="1076"/>
          <ac:spMkLst>
            <pc:docMk/>
            <pc:sldMk cId="4180220663" sldId="342"/>
            <ac:spMk id="2" creationId="{B660459B-66D2-4460-81E2-57DEEC2860D5}"/>
          </ac:spMkLst>
        </pc:spChg>
        <pc:spChg chg="mod">
          <ac:chgData name="Marzieh Ayati" userId="719e7aeb-c3b5-48e5-801b-084d43cd09ac" providerId="ADAL" clId="{DE0ADD2B-FC29-4C3C-8836-60C41C4DE134}" dt="2020-09-23T22:50:42.925" v="1815" actId="20577"/>
          <ac:spMkLst>
            <pc:docMk/>
            <pc:sldMk cId="4180220663" sldId="342"/>
            <ac:spMk id="3" creationId="{E87FEE01-6230-4310-BA4F-95216A333426}"/>
          </ac:spMkLst>
        </pc:spChg>
        <pc:spChg chg="add mod">
          <ac:chgData name="Marzieh Ayati" userId="719e7aeb-c3b5-48e5-801b-084d43cd09ac" providerId="ADAL" clId="{DE0ADD2B-FC29-4C3C-8836-60C41C4DE134}" dt="2020-09-23T22:49:06.816" v="1612" actId="1076"/>
          <ac:spMkLst>
            <pc:docMk/>
            <pc:sldMk cId="4180220663" sldId="342"/>
            <ac:spMk id="5" creationId="{E37CC71D-4C80-4D74-B4C1-6FD86EA3C953}"/>
          </ac:spMkLst>
        </pc:spChg>
        <pc:spChg chg="add mod">
          <ac:chgData name="Marzieh Ayati" userId="719e7aeb-c3b5-48e5-801b-084d43cd09ac" providerId="ADAL" clId="{DE0ADD2B-FC29-4C3C-8836-60C41C4DE134}" dt="2020-09-23T22:49:04.900" v="1611" actId="1076"/>
          <ac:spMkLst>
            <pc:docMk/>
            <pc:sldMk cId="4180220663" sldId="342"/>
            <ac:spMk id="6" creationId="{57B8D1E0-1876-42DE-B3D6-F66D900A7201}"/>
          </ac:spMkLst>
        </pc:spChg>
        <pc:spChg chg="add mod">
          <ac:chgData name="Marzieh Ayati" userId="719e7aeb-c3b5-48e5-801b-084d43cd09ac" providerId="ADAL" clId="{DE0ADD2B-FC29-4C3C-8836-60C41C4DE134}" dt="2020-09-23T22:48:56.811" v="1608" actId="1076"/>
          <ac:spMkLst>
            <pc:docMk/>
            <pc:sldMk cId="4180220663" sldId="342"/>
            <ac:spMk id="7" creationId="{6C9B89CF-8B26-4B0B-A1DD-5B06502B513A}"/>
          </ac:spMkLst>
        </pc:spChg>
        <pc:spChg chg="add mod">
          <ac:chgData name="Marzieh Ayati" userId="719e7aeb-c3b5-48e5-801b-084d43cd09ac" providerId="ADAL" clId="{DE0ADD2B-FC29-4C3C-8836-60C41C4DE134}" dt="2020-09-23T22:49:02.444" v="1610" actId="1076"/>
          <ac:spMkLst>
            <pc:docMk/>
            <pc:sldMk cId="4180220663" sldId="342"/>
            <ac:spMk id="8" creationId="{5E946494-59FB-4DCE-B4CE-B3880659ED70}"/>
          </ac:spMkLst>
        </pc:spChg>
        <pc:picChg chg="add mod">
          <ac:chgData name="Marzieh Ayati" userId="719e7aeb-c3b5-48e5-801b-084d43cd09ac" providerId="ADAL" clId="{DE0ADD2B-FC29-4C3C-8836-60C41C4DE134}" dt="2020-09-23T22:48:14.435" v="1601" actId="1076"/>
          <ac:picMkLst>
            <pc:docMk/>
            <pc:sldMk cId="4180220663" sldId="342"/>
            <ac:picMk id="4" creationId="{CAC4BA28-E396-4857-9AB1-A74906ABEB92}"/>
          </ac:picMkLst>
        </pc:picChg>
      </pc:sldChg>
      <pc:sldChg chg="addSp delSp modSp new mod delAnim modAnim">
        <pc:chgData name="Marzieh Ayati" userId="719e7aeb-c3b5-48e5-801b-084d43cd09ac" providerId="ADAL" clId="{DE0ADD2B-FC29-4C3C-8836-60C41C4DE134}" dt="2020-09-24T03:16:40.295" v="1827" actId="14100"/>
        <pc:sldMkLst>
          <pc:docMk/>
          <pc:sldMk cId="2898420967" sldId="343"/>
        </pc:sldMkLst>
        <pc:spChg chg="mod">
          <ac:chgData name="Marzieh Ayati" userId="719e7aeb-c3b5-48e5-801b-084d43cd09ac" providerId="ADAL" clId="{DE0ADD2B-FC29-4C3C-8836-60C41C4DE134}" dt="2020-09-24T03:15:20.959" v="1818" actId="1076"/>
          <ac:spMkLst>
            <pc:docMk/>
            <pc:sldMk cId="2898420967" sldId="343"/>
            <ac:spMk id="2" creationId="{B58AE939-6ECD-4880-8B73-9BD4CDB43012}"/>
          </ac:spMkLst>
        </pc:spChg>
        <pc:spChg chg="mod">
          <ac:chgData name="Marzieh Ayati" userId="719e7aeb-c3b5-48e5-801b-084d43cd09ac" providerId="ADAL" clId="{DE0ADD2B-FC29-4C3C-8836-60C41C4DE134}" dt="2020-09-24T03:16:40.295" v="1827" actId="14100"/>
          <ac:spMkLst>
            <pc:docMk/>
            <pc:sldMk cId="2898420967" sldId="343"/>
            <ac:spMk id="3" creationId="{4938E8FA-359C-46A9-86CF-5C539A6D3F38}"/>
          </ac:spMkLst>
        </pc:spChg>
        <pc:spChg chg="add del mod">
          <ac:chgData name="Marzieh Ayati" userId="719e7aeb-c3b5-48e5-801b-084d43cd09ac" providerId="ADAL" clId="{DE0ADD2B-FC29-4C3C-8836-60C41C4DE134}" dt="2020-09-23T22:16:02.815" v="1145" actId="478"/>
          <ac:spMkLst>
            <pc:docMk/>
            <pc:sldMk cId="2898420967" sldId="343"/>
            <ac:spMk id="6" creationId="{93D7928C-6E89-46B4-83F5-019D1806F806}"/>
          </ac:spMkLst>
        </pc:spChg>
        <pc:spChg chg="add del mod">
          <ac:chgData name="Marzieh Ayati" userId="719e7aeb-c3b5-48e5-801b-084d43cd09ac" providerId="ADAL" clId="{DE0ADD2B-FC29-4C3C-8836-60C41C4DE134}" dt="2020-09-23T22:16:08.691" v="1151" actId="478"/>
          <ac:spMkLst>
            <pc:docMk/>
            <pc:sldMk cId="2898420967" sldId="343"/>
            <ac:spMk id="7" creationId="{0CA22B7B-5BE0-4C8F-8D37-04A009B8B960}"/>
          </ac:spMkLst>
        </pc:spChg>
        <pc:spChg chg="add mod">
          <ac:chgData name="Marzieh Ayati" userId="719e7aeb-c3b5-48e5-801b-084d43cd09ac" providerId="ADAL" clId="{DE0ADD2B-FC29-4C3C-8836-60C41C4DE134}" dt="2020-09-23T22:03:12.308" v="1001" actId="164"/>
          <ac:spMkLst>
            <pc:docMk/>
            <pc:sldMk cId="2898420967" sldId="343"/>
            <ac:spMk id="11" creationId="{0D82CDBF-0CEB-4A16-BEE9-1C09F0D32544}"/>
          </ac:spMkLst>
        </pc:spChg>
        <pc:spChg chg="add del mod">
          <ac:chgData name="Marzieh Ayati" userId="719e7aeb-c3b5-48e5-801b-084d43cd09ac" providerId="ADAL" clId="{DE0ADD2B-FC29-4C3C-8836-60C41C4DE134}" dt="2020-09-23T22:16:06.947" v="1149" actId="478"/>
          <ac:spMkLst>
            <pc:docMk/>
            <pc:sldMk cId="2898420967" sldId="343"/>
            <ac:spMk id="14" creationId="{633F3A0B-B9E3-48BA-9CB1-5D41ABB3723D}"/>
          </ac:spMkLst>
        </pc:spChg>
        <pc:spChg chg="add del mod">
          <ac:chgData name="Marzieh Ayati" userId="719e7aeb-c3b5-48e5-801b-084d43cd09ac" providerId="ADAL" clId="{DE0ADD2B-FC29-4C3C-8836-60C41C4DE134}" dt="2020-09-23T22:16:10.337" v="1153" actId="478"/>
          <ac:spMkLst>
            <pc:docMk/>
            <pc:sldMk cId="2898420967" sldId="343"/>
            <ac:spMk id="15" creationId="{6AC170FA-0AE4-47B0-9EEC-75B4DD23DD42}"/>
          </ac:spMkLst>
        </pc:spChg>
        <pc:grpChg chg="add del mod">
          <ac:chgData name="Marzieh Ayati" userId="719e7aeb-c3b5-48e5-801b-084d43cd09ac" providerId="ADAL" clId="{DE0ADD2B-FC29-4C3C-8836-60C41C4DE134}" dt="2020-09-23T22:16:03.746" v="1146" actId="478"/>
          <ac:grpSpMkLst>
            <pc:docMk/>
            <pc:sldMk cId="2898420967" sldId="343"/>
            <ac:grpSpMk id="12" creationId="{4E71CC2C-DACE-4712-B6C9-833CFFDD36B5}"/>
          </ac:grpSpMkLst>
        </pc:grpChg>
        <pc:graphicFrameChg chg="add del mod modGraphic">
          <ac:chgData name="Marzieh Ayati" userId="719e7aeb-c3b5-48e5-801b-084d43cd09ac" providerId="ADAL" clId="{DE0ADD2B-FC29-4C3C-8836-60C41C4DE134}" dt="2020-09-23T22:16:01.442" v="1144" actId="478"/>
          <ac:graphicFrameMkLst>
            <pc:docMk/>
            <pc:sldMk cId="2898420967" sldId="343"/>
            <ac:graphicFrameMk id="4" creationId="{C1856C51-071A-4973-93A1-1D3A300C1ED6}"/>
          </ac:graphicFrameMkLst>
        </pc:graphicFrameChg>
        <pc:picChg chg="add del mod">
          <ac:chgData name="Marzieh Ayati" userId="719e7aeb-c3b5-48e5-801b-084d43cd09ac" providerId="ADAL" clId="{DE0ADD2B-FC29-4C3C-8836-60C41C4DE134}" dt="2020-09-23T22:16:04.959" v="1148" actId="478"/>
          <ac:picMkLst>
            <pc:docMk/>
            <pc:sldMk cId="2898420967" sldId="343"/>
            <ac:picMk id="8" creationId="{63F9C394-A406-47B9-A958-5C806D67D8A9}"/>
          </ac:picMkLst>
        </pc:picChg>
        <pc:picChg chg="add mod">
          <ac:chgData name="Marzieh Ayati" userId="719e7aeb-c3b5-48e5-801b-084d43cd09ac" providerId="ADAL" clId="{DE0ADD2B-FC29-4C3C-8836-60C41C4DE134}" dt="2020-09-23T22:03:12.308" v="1001" actId="164"/>
          <ac:picMkLst>
            <pc:docMk/>
            <pc:sldMk cId="2898420967" sldId="343"/>
            <ac:picMk id="9" creationId="{1B3A2B35-BAC2-468F-9B2B-E0B3259242E1}"/>
          </ac:picMkLst>
        </pc:picChg>
        <pc:picChg chg="add del mod">
          <ac:chgData name="Marzieh Ayati" userId="719e7aeb-c3b5-48e5-801b-084d43cd09ac" providerId="ADAL" clId="{DE0ADD2B-FC29-4C3C-8836-60C41C4DE134}" dt="2020-09-23T22:16:04.178" v="1147" actId="478"/>
          <ac:picMkLst>
            <pc:docMk/>
            <pc:sldMk cId="2898420967" sldId="343"/>
            <ac:picMk id="10" creationId="{C9DE625E-B30E-4425-BD0E-7F2EF67FAE0A}"/>
          </ac:picMkLst>
        </pc:picChg>
        <pc:picChg chg="add del mod">
          <ac:chgData name="Marzieh Ayati" userId="719e7aeb-c3b5-48e5-801b-084d43cd09ac" providerId="ADAL" clId="{DE0ADD2B-FC29-4C3C-8836-60C41C4DE134}" dt="2020-09-23T22:16:07.293" v="1150" actId="478"/>
          <ac:picMkLst>
            <pc:docMk/>
            <pc:sldMk cId="2898420967" sldId="343"/>
            <ac:picMk id="13" creationId="{D426E1B2-7AAE-4FE7-ADE4-D58B261FBCEA}"/>
          </ac:picMkLst>
        </pc:picChg>
        <pc:picChg chg="add mod">
          <ac:chgData name="Marzieh Ayati" userId="719e7aeb-c3b5-48e5-801b-084d43cd09ac" providerId="ADAL" clId="{DE0ADD2B-FC29-4C3C-8836-60C41C4DE134}" dt="2020-09-24T03:16:37.849" v="1826" actId="14100"/>
          <ac:picMkLst>
            <pc:docMk/>
            <pc:sldMk cId="2898420967" sldId="343"/>
            <ac:picMk id="16" creationId="{B28F2454-683B-425F-BE12-FE15058E51EF}"/>
          </ac:picMkLst>
        </pc:picChg>
      </pc:sldChg>
      <pc:sldChg chg="new del">
        <pc:chgData name="Marzieh Ayati" userId="719e7aeb-c3b5-48e5-801b-084d43cd09ac" providerId="ADAL" clId="{DE0ADD2B-FC29-4C3C-8836-60C41C4DE134}" dt="2020-09-23T22:15:57.884" v="1143" actId="47"/>
        <pc:sldMkLst>
          <pc:docMk/>
          <pc:sldMk cId="14457246" sldId="344"/>
        </pc:sldMkLst>
      </pc:sldChg>
      <pc:sldChg chg="addSp delSp modSp add mod delAnim modAnim">
        <pc:chgData name="Marzieh Ayati" userId="719e7aeb-c3b5-48e5-801b-084d43cd09ac" providerId="ADAL" clId="{DE0ADD2B-FC29-4C3C-8836-60C41C4DE134}" dt="2020-09-23T22:45:15.442" v="1519" actId="20577"/>
        <pc:sldMkLst>
          <pc:docMk/>
          <pc:sldMk cId="3010042404" sldId="345"/>
        </pc:sldMkLst>
        <pc:spChg chg="mod">
          <ac:chgData name="Marzieh Ayati" userId="719e7aeb-c3b5-48e5-801b-084d43cd09ac" providerId="ADAL" clId="{DE0ADD2B-FC29-4C3C-8836-60C41C4DE134}" dt="2020-09-23T22:43:45.500" v="1485" actId="1076"/>
          <ac:spMkLst>
            <pc:docMk/>
            <pc:sldMk cId="3010042404" sldId="345"/>
            <ac:spMk id="2" creationId="{B58AE939-6ECD-4880-8B73-9BD4CDB43012}"/>
          </ac:spMkLst>
        </pc:spChg>
        <pc:spChg chg="del mod">
          <ac:chgData name="Marzieh Ayati" userId="719e7aeb-c3b5-48e5-801b-084d43cd09ac" providerId="ADAL" clId="{DE0ADD2B-FC29-4C3C-8836-60C41C4DE134}" dt="2020-09-23T22:43:42.333" v="1484" actId="478"/>
          <ac:spMkLst>
            <pc:docMk/>
            <pc:sldMk cId="3010042404" sldId="345"/>
            <ac:spMk id="3" creationId="{4938E8FA-359C-46A9-86CF-5C539A6D3F38}"/>
          </ac:spMkLst>
        </pc:spChg>
        <pc:spChg chg="add mod">
          <ac:chgData name="Marzieh Ayati" userId="719e7aeb-c3b5-48e5-801b-084d43cd09ac" providerId="ADAL" clId="{DE0ADD2B-FC29-4C3C-8836-60C41C4DE134}" dt="2020-09-23T22:43:38.492" v="1483" actId="1035"/>
          <ac:spMkLst>
            <pc:docMk/>
            <pc:sldMk cId="3010042404" sldId="345"/>
            <ac:spMk id="5" creationId="{26A2D641-2FD0-41D9-9F86-4A40407B9813}"/>
          </ac:spMkLst>
        </pc:spChg>
        <pc:spChg chg="mod">
          <ac:chgData name="Marzieh Ayati" userId="719e7aeb-c3b5-48e5-801b-084d43cd09ac" providerId="ADAL" clId="{DE0ADD2B-FC29-4C3C-8836-60C41C4DE134}" dt="2020-09-23T22:45:15.442" v="1519" actId="20577"/>
          <ac:spMkLst>
            <pc:docMk/>
            <pc:sldMk cId="3010042404" sldId="345"/>
            <ac:spMk id="6" creationId="{93D7928C-6E89-46B4-83F5-019D1806F806}"/>
          </ac:spMkLst>
        </pc:spChg>
        <pc:spChg chg="del">
          <ac:chgData name="Marzieh Ayati" userId="719e7aeb-c3b5-48e5-801b-084d43cd09ac" providerId="ADAL" clId="{DE0ADD2B-FC29-4C3C-8836-60C41C4DE134}" dt="2020-09-23T22:20:44.258" v="1230" actId="478"/>
          <ac:spMkLst>
            <pc:docMk/>
            <pc:sldMk cId="3010042404" sldId="345"/>
            <ac:spMk id="7" creationId="{0CA22B7B-5BE0-4C8F-8D37-04A009B8B960}"/>
          </ac:spMkLst>
        </pc:spChg>
        <pc:spChg chg="del">
          <ac:chgData name="Marzieh Ayati" userId="719e7aeb-c3b5-48e5-801b-084d43cd09ac" providerId="ADAL" clId="{DE0ADD2B-FC29-4C3C-8836-60C41C4DE134}" dt="2020-09-23T22:20:45.698" v="1231" actId="478"/>
          <ac:spMkLst>
            <pc:docMk/>
            <pc:sldMk cId="3010042404" sldId="345"/>
            <ac:spMk id="14" creationId="{633F3A0B-B9E3-48BA-9CB1-5D41ABB3723D}"/>
          </ac:spMkLst>
        </pc:spChg>
        <pc:spChg chg="del mod">
          <ac:chgData name="Marzieh Ayati" userId="719e7aeb-c3b5-48e5-801b-084d43cd09ac" providerId="ADAL" clId="{DE0ADD2B-FC29-4C3C-8836-60C41C4DE134}" dt="2020-09-23T22:20:49.953" v="1233" actId="478"/>
          <ac:spMkLst>
            <pc:docMk/>
            <pc:sldMk cId="3010042404" sldId="345"/>
            <ac:spMk id="15" creationId="{6AC170FA-0AE4-47B0-9EEC-75B4DD23DD42}"/>
          </ac:spMkLst>
        </pc:spChg>
        <pc:spChg chg="add mod">
          <ac:chgData name="Marzieh Ayati" userId="719e7aeb-c3b5-48e5-801b-084d43cd09ac" providerId="ADAL" clId="{DE0ADD2B-FC29-4C3C-8836-60C41C4DE134}" dt="2020-09-23T22:43:38.492" v="1483" actId="1035"/>
          <ac:spMkLst>
            <pc:docMk/>
            <pc:sldMk cId="3010042404" sldId="345"/>
            <ac:spMk id="17" creationId="{2725B47F-E8B2-47BB-AA9F-6147ECA39258}"/>
          </ac:spMkLst>
        </pc:spChg>
        <pc:spChg chg="add mod">
          <ac:chgData name="Marzieh Ayati" userId="719e7aeb-c3b5-48e5-801b-084d43cd09ac" providerId="ADAL" clId="{DE0ADD2B-FC29-4C3C-8836-60C41C4DE134}" dt="2020-09-23T22:43:38.492" v="1483" actId="1035"/>
          <ac:spMkLst>
            <pc:docMk/>
            <pc:sldMk cId="3010042404" sldId="345"/>
            <ac:spMk id="19" creationId="{CA25538B-6A75-4DDA-9E60-C8C497CBD6AE}"/>
          </ac:spMkLst>
        </pc:spChg>
        <pc:spChg chg="add mod">
          <ac:chgData name="Marzieh Ayati" userId="719e7aeb-c3b5-48e5-801b-084d43cd09ac" providerId="ADAL" clId="{DE0ADD2B-FC29-4C3C-8836-60C41C4DE134}" dt="2020-09-23T22:43:38.492" v="1483" actId="1035"/>
          <ac:spMkLst>
            <pc:docMk/>
            <pc:sldMk cId="3010042404" sldId="345"/>
            <ac:spMk id="21" creationId="{5C19F03C-D677-4982-B2D2-9C3C7409C781}"/>
          </ac:spMkLst>
        </pc:spChg>
        <pc:spChg chg="add mod">
          <ac:chgData name="Marzieh Ayati" userId="719e7aeb-c3b5-48e5-801b-084d43cd09ac" providerId="ADAL" clId="{DE0ADD2B-FC29-4C3C-8836-60C41C4DE134}" dt="2020-09-23T22:43:38.492" v="1483" actId="1035"/>
          <ac:spMkLst>
            <pc:docMk/>
            <pc:sldMk cId="3010042404" sldId="345"/>
            <ac:spMk id="22" creationId="{385F5CEB-2165-4674-BCB5-E8334500591C}"/>
          </ac:spMkLst>
        </pc:spChg>
        <pc:grpChg chg="mod">
          <ac:chgData name="Marzieh Ayati" userId="719e7aeb-c3b5-48e5-801b-084d43cd09ac" providerId="ADAL" clId="{DE0ADD2B-FC29-4C3C-8836-60C41C4DE134}" dt="2020-09-23T22:43:38.492" v="1483" actId="1035"/>
          <ac:grpSpMkLst>
            <pc:docMk/>
            <pc:sldMk cId="3010042404" sldId="345"/>
            <ac:grpSpMk id="12" creationId="{4E71CC2C-DACE-4712-B6C9-833CFFDD36B5}"/>
          </ac:grpSpMkLst>
        </pc:grpChg>
        <pc:graphicFrameChg chg="mod">
          <ac:chgData name="Marzieh Ayati" userId="719e7aeb-c3b5-48e5-801b-084d43cd09ac" providerId="ADAL" clId="{DE0ADD2B-FC29-4C3C-8836-60C41C4DE134}" dt="2020-09-23T22:43:38.492" v="1483" actId="1035"/>
          <ac:graphicFrameMkLst>
            <pc:docMk/>
            <pc:sldMk cId="3010042404" sldId="345"/>
            <ac:graphicFrameMk id="4" creationId="{C1856C51-071A-4973-93A1-1D3A300C1ED6}"/>
          </ac:graphicFrameMkLst>
        </pc:graphicFrameChg>
        <pc:picChg chg="mod">
          <ac:chgData name="Marzieh Ayati" userId="719e7aeb-c3b5-48e5-801b-084d43cd09ac" providerId="ADAL" clId="{DE0ADD2B-FC29-4C3C-8836-60C41C4DE134}" dt="2020-09-23T22:43:38.492" v="1483" actId="1035"/>
          <ac:picMkLst>
            <pc:docMk/>
            <pc:sldMk cId="3010042404" sldId="345"/>
            <ac:picMk id="8" creationId="{63F9C394-A406-47B9-A958-5C806D67D8A9}"/>
          </ac:picMkLst>
        </pc:picChg>
        <pc:picChg chg="del">
          <ac:chgData name="Marzieh Ayati" userId="719e7aeb-c3b5-48e5-801b-084d43cd09ac" providerId="ADAL" clId="{DE0ADD2B-FC29-4C3C-8836-60C41C4DE134}" dt="2020-09-23T22:30:45.072" v="1315" actId="478"/>
          <ac:picMkLst>
            <pc:docMk/>
            <pc:sldMk cId="3010042404" sldId="345"/>
            <ac:picMk id="10" creationId="{C9DE625E-B30E-4425-BD0E-7F2EF67FAE0A}"/>
          </ac:picMkLst>
        </pc:picChg>
        <pc:picChg chg="del">
          <ac:chgData name="Marzieh Ayati" userId="719e7aeb-c3b5-48e5-801b-084d43cd09ac" providerId="ADAL" clId="{DE0ADD2B-FC29-4C3C-8836-60C41C4DE134}" dt="2020-09-23T22:20:42.754" v="1229" actId="478"/>
          <ac:picMkLst>
            <pc:docMk/>
            <pc:sldMk cId="3010042404" sldId="345"/>
            <ac:picMk id="13" creationId="{D426E1B2-7AAE-4FE7-ADE4-D58B261FBCEA}"/>
          </ac:picMkLst>
        </pc:picChg>
        <pc:picChg chg="add mod">
          <ac:chgData name="Marzieh Ayati" userId="719e7aeb-c3b5-48e5-801b-084d43cd09ac" providerId="ADAL" clId="{DE0ADD2B-FC29-4C3C-8836-60C41C4DE134}" dt="2020-09-23T22:43:38.492" v="1483" actId="1035"/>
          <ac:picMkLst>
            <pc:docMk/>
            <pc:sldMk cId="3010042404" sldId="345"/>
            <ac:picMk id="16" creationId="{6AFC4C63-87D4-49B0-8DB0-8625C8F1B53A}"/>
          </ac:picMkLst>
        </pc:picChg>
        <pc:picChg chg="add mod">
          <ac:chgData name="Marzieh Ayati" userId="719e7aeb-c3b5-48e5-801b-084d43cd09ac" providerId="ADAL" clId="{DE0ADD2B-FC29-4C3C-8836-60C41C4DE134}" dt="2020-09-23T22:43:38.492" v="1483" actId="1035"/>
          <ac:picMkLst>
            <pc:docMk/>
            <pc:sldMk cId="3010042404" sldId="345"/>
            <ac:picMk id="18" creationId="{A55B2D12-E35C-450B-A4D1-9BDE23FFC88D}"/>
          </ac:picMkLst>
        </pc:picChg>
        <pc:picChg chg="add mod">
          <ac:chgData name="Marzieh Ayati" userId="719e7aeb-c3b5-48e5-801b-084d43cd09ac" providerId="ADAL" clId="{DE0ADD2B-FC29-4C3C-8836-60C41C4DE134}" dt="2020-09-23T22:43:38.492" v="1483" actId="1035"/>
          <ac:picMkLst>
            <pc:docMk/>
            <pc:sldMk cId="3010042404" sldId="345"/>
            <ac:picMk id="20" creationId="{8F1B40BB-1991-4CA5-8F34-7B14CDBEB15B}"/>
          </ac:picMkLst>
        </pc:picChg>
      </pc:sldChg>
      <pc:sldChg chg="addSp modSp new mod">
        <pc:chgData name="Marzieh Ayati" userId="719e7aeb-c3b5-48e5-801b-084d43cd09ac" providerId="ADAL" clId="{DE0ADD2B-FC29-4C3C-8836-60C41C4DE134}" dt="2020-09-24T03:23:42.463" v="1833" actId="1076"/>
        <pc:sldMkLst>
          <pc:docMk/>
          <pc:sldMk cId="215330700" sldId="346"/>
        </pc:sldMkLst>
        <pc:spChg chg="mod">
          <ac:chgData name="Marzieh Ayati" userId="719e7aeb-c3b5-48e5-801b-084d43cd09ac" providerId="ADAL" clId="{DE0ADD2B-FC29-4C3C-8836-60C41C4DE134}" dt="2020-09-24T03:18:08.756" v="1829" actId="1076"/>
          <ac:spMkLst>
            <pc:docMk/>
            <pc:sldMk cId="215330700" sldId="346"/>
            <ac:spMk id="2" creationId="{5864173C-ACAF-4802-9A10-D24AB1D08ADE}"/>
          </ac:spMkLst>
        </pc:spChg>
        <pc:spChg chg="mod">
          <ac:chgData name="Marzieh Ayati" userId="719e7aeb-c3b5-48e5-801b-084d43cd09ac" providerId="ADAL" clId="{DE0ADD2B-FC29-4C3C-8836-60C41C4DE134}" dt="2020-09-24T03:23:35.574" v="1831" actId="1076"/>
          <ac:spMkLst>
            <pc:docMk/>
            <pc:sldMk cId="215330700" sldId="346"/>
            <ac:spMk id="3" creationId="{4E2AE381-69FA-4AC7-9D42-9019A7657989}"/>
          </ac:spMkLst>
        </pc:spChg>
        <pc:picChg chg="add mod">
          <ac:chgData name="Marzieh Ayati" userId="719e7aeb-c3b5-48e5-801b-084d43cd09ac" providerId="ADAL" clId="{DE0ADD2B-FC29-4C3C-8836-60C41C4DE134}" dt="2020-09-24T03:23:42.463" v="1833" actId="1076"/>
          <ac:picMkLst>
            <pc:docMk/>
            <pc:sldMk cId="215330700" sldId="346"/>
            <ac:picMk id="4" creationId="{114DD1A0-FFE3-4568-8108-5DF17D5846B6}"/>
          </ac:picMkLst>
        </pc:picChg>
      </pc:sldChg>
      <pc:sldChg chg="addSp delSp modSp new mod">
        <pc:chgData name="Marzieh Ayati" userId="719e7aeb-c3b5-48e5-801b-084d43cd09ac" providerId="ADAL" clId="{DE0ADD2B-FC29-4C3C-8836-60C41C4DE134}" dt="2020-09-24T03:25:19.078" v="1841" actId="1076"/>
        <pc:sldMkLst>
          <pc:docMk/>
          <pc:sldMk cId="91962122" sldId="347"/>
        </pc:sldMkLst>
        <pc:spChg chg="mod">
          <ac:chgData name="Marzieh Ayati" userId="719e7aeb-c3b5-48e5-801b-084d43cd09ac" providerId="ADAL" clId="{DE0ADD2B-FC29-4C3C-8836-60C41C4DE134}" dt="2020-09-24T03:24:56.566" v="1835"/>
          <ac:spMkLst>
            <pc:docMk/>
            <pc:sldMk cId="91962122" sldId="347"/>
            <ac:spMk id="2" creationId="{F224F4EF-A0FB-4A0B-8ADA-9D30BCA04C99}"/>
          </ac:spMkLst>
        </pc:spChg>
        <pc:spChg chg="del">
          <ac:chgData name="Marzieh Ayati" userId="719e7aeb-c3b5-48e5-801b-084d43cd09ac" providerId="ADAL" clId="{DE0ADD2B-FC29-4C3C-8836-60C41C4DE134}" dt="2020-09-24T03:25:13.875" v="1839" actId="478"/>
          <ac:spMkLst>
            <pc:docMk/>
            <pc:sldMk cId="91962122" sldId="347"/>
            <ac:spMk id="3" creationId="{929B94FB-4350-4CDE-AAA6-B1687F9E06B1}"/>
          </ac:spMkLst>
        </pc:spChg>
        <pc:picChg chg="add mod">
          <ac:chgData name="Marzieh Ayati" userId="719e7aeb-c3b5-48e5-801b-084d43cd09ac" providerId="ADAL" clId="{DE0ADD2B-FC29-4C3C-8836-60C41C4DE134}" dt="2020-09-24T03:25:08.118" v="1838" actId="1076"/>
          <ac:picMkLst>
            <pc:docMk/>
            <pc:sldMk cId="91962122" sldId="347"/>
            <ac:picMk id="4" creationId="{A4E32F95-DF10-4A19-AF5B-6D18A9DD949C}"/>
          </ac:picMkLst>
        </pc:picChg>
        <pc:picChg chg="add mod">
          <ac:chgData name="Marzieh Ayati" userId="719e7aeb-c3b5-48e5-801b-084d43cd09ac" providerId="ADAL" clId="{DE0ADD2B-FC29-4C3C-8836-60C41C4DE134}" dt="2020-09-24T03:25:19.078" v="1841" actId="1076"/>
          <ac:picMkLst>
            <pc:docMk/>
            <pc:sldMk cId="91962122" sldId="347"/>
            <ac:picMk id="5" creationId="{4B21B547-2362-4DAA-A28A-3B6ECCAF98E1}"/>
          </ac:picMkLst>
        </pc:picChg>
      </pc:sldChg>
      <pc:sldChg chg="addSp modSp new mod">
        <pc:chgData name="Marzieh Ayati" userId="719e7aeb-c3b5-48e5-801b-084d43cd09ac" providerId="ADAL" clId="{DE0ADD2B-FC29-4C3C-8836-60C41C4DE134}" dt="2020-09-24T03:25:52.014" v="1847" actId="1076"/>
        <pc:sldMkLst>
          <pc:docMk/>
          <pc:sldMk cId="2151643307" sldId="348"/>
        </pc:sldMkLst>
        <pc:spChg chg="mod">
          <ac:chgData name="Marzieh Ayati" userId="719e7aeb-c3b5-48e5-801b-084d43cd09ac" providerId="ADAL" clId="{DE0ADD2B-FC29-4C3C-8836-60C41C4DE134}" dt="2020-09-24T03:25:40.021" v="1843"/>
          <ac:spMkLst>
            <pc:docMk/>
            <pc:sldMk cId="2151643307" sldId="348"/>
            <ac:spMk id="2" creationId="{1E6374E9-5249-42DA-88AD-75A15D15D054}"/>
          </ac:spMkLst>
        </pc:spChg>
        <pc:spChg chg="mod">
          <ac:chgData name="Marzieh Ayati" userId="719e7aeb-c3b5-48e5-801b-084d43cd09ac" providerId="ADAL" clId="{DE0ADD2B-FC29-4C3C-8836-60C41C4DE134}" dt="2020-09-24T03:25:52.014" v="1847" actId="1076"/>
          <ac:spMkLst>
            <pc:docMk/>
            <pc:sldMk cId="2151643307" sldId="348"/>
            <ac:spMk id="3" creationId="{B5279E23-57E7-45C5-8ABD-5217E7324BBD}"/>
          </ac:spMkLst>
        </pc:spChg>
        <pc:picChg chg="add mod">
          <ac:chgData name="Marzieh Ayati" userId="719e7aeb-c3b5-48e5-801b-084d43cd09ac" providerId="ADAL" clId="{DE0ADD2B-FC29-4C3C-8836-60C41C4DE134}" dt="2020-09-24T03:25:44.942" v="1845" actId="1076"/>
          <ac:picMkLst>
            <pc:docMk/>
            <pc:sldMk cId="2151643307" sldId="348"/>
            <ac:picMk id="4" creationId="{2674901F-2B73-449E-8938-95EA9F381C44}"/>
          </ac:picMkLst>
        </pc:picChg>
      </pc:sldChg>
      <pc:sldChg chg="addSp delSp modSp new mod">
        <pc:chgData name="Marzieh Ayati" userId="719e7aeb-c3b5-48e5-801b-084d43cd09ac" providerId="ADAL" clId="{DE0ADD2B-FC29-4C3C-8836-60C41C4DE134}" dt="2020-09-24T03:29:50.294" v="1883" actId="1076"/>
        <pc:sldMkLst>
          <pc:docMk/>
          <pc:sldMk cId="1346231576" sldId="349"/>
        </pc:sldMkLst>
        <pc:spChg chg="mod">
          <ac:chgData name="Marzieh Ayati" userId="719e7aeb-c3b5-48e5-801b-084d43cd09ac" providerId="ADAL" clId="{DE0ADD2B-FC29-4C3C-8836-60C41C4DE134}" dt="2020-09-24T03:28:30.260" v="1865"/>
          <ac:spMkLst>
            <pc:docMk/>
            <pc:sldMk cId="1346231576" sldId="349"/>
            <ac:spMk id="2" creationId="{DBF5EE21-FCE0-49BE-9AD7-6C65CF9BDA16}"/>
          </ac:spMkLst>
        </pc:spChg>
        <pc:spChg chg="del">
          <ac:chgData name="Marzieh Ayati" userId="719e7aeb-c3b5-48e5-801b-084d43cd09ac" providerId="ADAL" clId="{DE0ADD2B-FC29-4C3C-8836-60C41C4DE134}" dt="2020-09-24T03:27:42.797" v="1858" actId="478"/>
          <ac:spMkLst>
            <pc:docMk/>
            <pc:sldMk cId="1346231576" sldId="349"/>
            <ac:spMk id="3" creationId="{68B56CB6-A157-4076-878E-08F72D3DAC99}"/>
          </ac:spMkLst>
        </pc:spChg>
        <pc:picChg chg="add mod">
          <ac:chgData name="Marzieh Ayati" userId="719e7aeb-c3b5-48e5-801b-084d43cd09ac" providerId="ADAL" clId="{DE0ADD2B-FC29-4C3C-8836-60C41C4DE134}" dt="2020-09-24T03:29:46.278" v="1881" actId="1076"/>
          <ac:picMkLst>
            <pc:docMk/>
            <pc:sldMk cId="1346231576" sldId="349"/>
            <ac:picMk id="4" creationId="{6747A728-097A-40B9-AF5D-FCBC8D4B0A48}"/>
          </ac:picMkLst>
        </pc:picChg>
        <pc:picChg chg="add mod">
          <ac:chgData name="Marzieh Ayati" userId="719e7aeb-c3b5-48e5-801b-084d43cd09ac" providerId="ADAL" clId="{DE0ADD2B-FC29-4C3C-8836-60C41C4DE134}" dt="2020-09-24T03:29:50.294" v="1883" actId="1076"/>
          <ac:picMkLst>
            <pc:docMk/>
            <pc:sldMk cId="1346231576" sldId="349"/>
            <ac:picMk id="5" creationId="{A0E1E4EB-1428-4CBF-92C8-34ADF990E05D}"/>
          </ac:picMkLst>
        </pc:picChg>
      </pc:sldChg>
      <pc:sldChg chg="modSp new del mod">
        <pc:chgData name="Marzieh Ayati" userId="719e7aeb-c3b5-48e5-801b-084d43cd09ac" providerId="ADAL" clId="{DE0ADD2B-FC29-4C3C-8836-60C41C4DE134}" dt="2020-09-24T03:29:09.650" v="1878" actId="47"/>
        <pc:sldMkLst>
          <pc:docMk/>
          <pc:sldMk cId="1053073788" sldId="350"/>
        </pc:sldMkLst>
        <pc:spChg chg="mod">
          <ac:chgData name="Marzieh Ayati" userId="719e7aeb-c3b5-48e5-801b-084d43cd09ac" providerId="ADAL" clId="{DE0ADD2B-FC29-4C3C-8836-60C41C4DE134}" dt="2020-09-24T03:28:47.342" v="1877" actId="20577"/>
          <ac:spMkLst>
            <pc:docMk/>
            <pc:sldMk cId="1053073788" sldId="350"/>
            <ac:spMk id="2" creationId="{9F19D3DA-4251-4584-AC2D-75CD3DC1CB78}"/>
          </ac:spMkLst>
        </pc:spChg>
      </pc:sldChg>
      <pc:sldChg chg="delSp modSp new mod">
        <pc:chgData name="Marzieh Ayati" userId="719e7aeb-c3b5-48e5-801b-084d43cd09ac" providerId="ADAL" clId="{DE0ADD2B-FC29-4C3C-8836-60C41C4DE134}" dt="2020-09-24T03:50:32.460" v="1927" actId="478"/>
        <pc:sldMkLst>
          <pc:docMk/>
          <pc:sldMk cId="1927046432" sldId="350"/>
        </pc:sldMkLst>
        <pc:spChg chg="del">
          <ac:chgData name="Marzieh Ayati" userId="719e7aeb-c3b5-48e5-801b-084d43cd09ac" providerId="ADAL" clId="{DE0ADD2B-FC29-4C3C-8836-60C41C4DE134}" dt="2020-09-24T03:50:32.460" v="1927" actId="478"/>
          <ac:spMkLst>
            <pc:docMk/>
            <pc:sldMk cId="1927046432" sldId="350"/>
            <ac:spMk id="2" creationId="{D7297BB1-F53C-4A6F-BD05-DA371640AD61}"/>
          </ac:spMkLst>
        </pc:spChg>
        <pc:spChg chg="mod">
          <ac:chgData name="Marzieh Ayati" userId="719e7aeb-c3b5-48e5-801b-084d43cd09ac" providerId="ADAL" clId="{DE0ADD2B-FC29-4C3C-8836-60C41C4DE134}" dt="2020-09-24T03:39:37.309" v="1919" actId="20577"/>
          <ac:spMkLst>
            <pc:docMk/>
            <pc:sldMk cId="1927046432" sldId="350"/>
            <ac:spMk id="3" creationId="{F7BF6810-3E12-4A83-A303-5E3BDC1E193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823F43-9706-49AB-99F9-581E60F80BA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174B0-8A79-4283-B4C9-0218E5ADA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460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638700d2ae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638700d2ae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62bd038a05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62bd038a05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636d82b5c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636d82b5c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636d82b5c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636d82b5c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6379e527ea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6379e527ea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8813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6379e527ea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6379e527ea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6379e527e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6379e527e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6379e527ea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6379e527ea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6379e527ea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6379e527ea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6379e527ea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6379e527ea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6379e527ea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6379e527ea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7BF33-8855-462F-BBFB-EE36DA382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34CB9F-4F5F-4C56-9928-F6CCEF64D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51476-2636-4889-B95D-5ED84D028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6CC2C-BC2B-47D2-A590-25ADB35420F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FC3DF-5F98-4236-BBC2-86A470A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32748-0F4F-41B8-B759-9342E2DA7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B9DD1-E07A-49FE-80B4-F1CB3E461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58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ED676-CB98-4908-BBA5-468FE9E3D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B49E9-E173-456D-80AF-550180B6F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C0E83-67B1-45F3-A032-7AD725B2D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6CC2C-BC2B-47D2-A590-25ADB35420F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82970-8B40-4026-8CDA-A59F8462D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AF5AF-ED77-441F-A982-5E733434D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B9DD1-E07A-49FE-80B4-F1CB3E461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044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B6606-05AE-480A-97D8-550A16BCD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82089-B6D2-412A-AFC4-302C76E10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F9021-51C5-4759-A493-0B0D692BC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6CC2C-BC2B-47D2-A590-25ADB35420F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0DCE4-7396-4E13-A148-584C10A75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20761-FFC5-4BF1-8ABF-C74F59325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B9DD1-E07A-49FE-80B4-F1CB3E461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471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129E9-BD98-4361-9445-210618623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54DF2-17B8-40A6-8BB8-5A3421441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FE5449-7416-49CE-B899-D6BE48AD2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EF107-C32D-47B4-BBE6-6AE81F942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6CC2C-BC2B-47D2-A590-25ADB35420F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9FDDA-D688-4C37-AEC3-CC4D841AE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0D122-D3B2-4758-B80F-A143B7479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B9DD1-E07A-49FE-80B4-F1CB3E461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67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266CC-00B2-401D-A982-54A69B208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332DE-4BF7-4CEE-820D-972758275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D25418-5181-494C-9693-9E55B874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ED704-4E46-4132-B308-8E8627D96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4C443C-311F-42AF-95AB-DA3195A462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53EDD2-5C18-4E8E-87F3-C54E8B103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6CC2C-BC2B-47D2-A590-25ADB35420F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B912D-72D9-4D22-9FEE-0578B88CC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493218-760A-431F-A2E9-017A1737E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B9DD1-E07A-49FE-80B4-F1CB3E461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45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749AB-5899-4418-89AD-5BC078290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3132F-91C9-4A08-B4DB-5AECA5809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6CC2C-BC2B-47D2-A590-25ADB35420F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D4413C-40A4-420F-A0D7-434A74B82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BDF5FE-876A-491F-8376-9D82AA9C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B9DD1-E07A-49FE-80B4-F1CB3E461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77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11AC49-2753-40E1-BA2F-E9E3F1F05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6CC2C-BC2B-47D2-A590-25ADB35420F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96FCC-6A0A-484E-AECD-11CBB7168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BF208-43AF-48B0-9C5F-8F8B60C3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B9DD1-E07A-49FE-80B4-F1CB3E461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044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1A7D4-E978-4ECD-B8B3-86B196F0B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D85F8-DF28-40ED-8710-E9316D186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0922C9-1B01-44D0-82A0-3D5463441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152B1-B3F3-4CE8-A4EA-4DFEF94DB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6CC2C-BC2B-47D2-A590-25ADB35420F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9FECC-964D-4357-A1EF-4B3D7DEF3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BA7BB-B7D8-49D7-8B47-7854C3565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B9DD1-E07A-49FE-80B4-F1CB3E461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39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3E47-DA10-496C-8765-432F5E56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B02118-64D6-4199-8296-6093838A96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5C8BDE-4EBD-42E5-8019-C5E4862DD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A56F5-D471-479C-AF37-1B685E1D0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6CC2C-BC2B-47D2-A590-25ADB35420F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4FF7D-99FA-4DFB-BEE7-BC039BF45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15563-A142-4BF0-8B6E-EFB55107C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B9DD1-E07A-49FE-80B4-F1CB3E461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392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5ECC0-8B2D-4A1D-BF17-3F7EC2148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0276BA-432D-433E-867C-302ADA3301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27286-8C16-45C8-B196-8EDE21010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6CC2C-BC2B-47D2-A590-25ADB35420F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2BAC5-561C-4B9A-A8F4-BB4200817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0C1DF-1C5E-46E6-B6F4-D8A7F03B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B9DD1-E07A-49FE-80B4-F1CB3E461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642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49CE88-0276-497A-B70F-38192CF52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6BCE0-F1A7-4C1D-A955-83D2B0D2B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57588-E360-4B7B-A0F5-C08FAE366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6CC2C-BC2B-47D2-A590-25ADB35420F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459C6-B403-494C-ABFE-204394D69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FC582-B235-488C-91EC-046D5585F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B9DD1-E07A-49FE-80B4-F1CB3E461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572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32500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5575A5-9B54-4540-9AEA-8E01EA150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7ACCE-ED0D-40B8-B3A3-AA39F9AD6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AC16C-2C3F-431C-8A8F-C645609797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6CC2C-BC2B-47D2-A590-25ADB35420F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6BAB1-0524-4BDC-9A78-FF5DCD0E9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87206-96BB-409E-AA82-4DBEEA2F4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B9DD1-E07A-49FE-80B4-F1CB3E461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198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7"/>
          <p:cNvSpPr txBox="1">
            <a:spLocks noGrp="1"/>
          </p:cNvSpPr>
          <p:nvPr>
            <p:ph type="title"/>
          </p:nvPr>
        </p:nvSpPr>
        <p:spPr>
          <a:xfrm>
            <a:off x="185767" y="12420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en">
                <a:solidFill>
                  <a:srgbClr val="1155CC"/>
                </a:solidFill>
              </a:rPr>
              <a:t>Comparing Distributions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301" name="Google Shape;301;p47"/>
          <p:cNvSpPr txBox="1"/>
          <p:nvPr/>
        </p:nvSpPr>
        <p:spPr>
          <a:xfrm>
            <a:off x="1562267" y="2591500"/>
            <a:ext cx="9367200" cy="27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507987">
              <a:lnSpc>
                <a:spcPct val="115000"/>
              </a:lnSpc>
              <a:buClr>
                <a:schemeClr val="dk1"/>
              </a:buClr>
              <a:buSzPts val="2400"/>
              <a:buChar char="●"/>
            </a:pPr>
            <a:r>
              <a:rPr lang="en" sz="3200">
                <a:solidFill>
                  <a:schemeClr val="dk1"/>
                </a:solidFill>
              </a:rPr>
              <a:t>t-test</a:t>
            </a:r>
            <a:endParaRPr sz="320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</a:pPr>
            <a:endParaRPr sz="3200">
              <a:solidFill>
                <a:schemeClr val="dk1"/>
              </a:solidFill>
            </a:endParaRPr>
          </a:p>
          <a:p>
            <a:pPr marL="609585" indent="-507987">
              <a:lnSpc>
                <a:spcPct val="115000"/>
              </a:lnSpc>
              <a:buClr>
                <a:schemeClr val="dk1"/>
              </a:buClr>
              <a:buSzPts val="2400"/>
              <a:buChar char="●"/>
            </a:pPr>
            <a:r>
              <a:rPr lang="en" sz="3200">
                <a:solidFill>
                  <a:schemeClr val="dk1"/>
                </a:solidFill>
              </a:rPr>
              <a:t>F-test</a:t>
            </a:r>
            <a:endParaRPr sz="320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</a:pPr>
            <a:endParaRPr sz="3200">
              <a:solidFill>
                <a:schemeClr val="dk1"/>
              </a:solidFill>
            </a:endParaRPr>
          </a:p>
          <a:p>
            <a:pPr marL="609585" indent="-507987">
              <a:lnSpc>
                <a:spcPct val="115000"/>
              </a:lnSpc>
              <a:buClr>
                <a:schemeClr val="dk1"/>
              </a:buClr>
              <a:buSzPts val="2400"/>
              <a:buChar char="●"/>
            </a:pPr>
            <a:r>
              <a:rPr lang="en" sz="3200">
                <a:solidFill>
                  <a:schemeClr val="dk1"/>
                </a:solidFill>
              </a:rPr>
              <a:t>Kolmogorov-Smirnov test</a:t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8"/>
          <p:cNvSpPr txBox="1">
            <a:spLocks noGrp="1"/>
          </p:cNvSpPr>
          <p:nvPr>
            <p:ph type="title"/>
          </p:nvPr>
        </p:nvSpPr>
        <p:spPr>
          <a:xfrm>
            <a:off x="341467" y="1335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solidFill>
                  <a:srgbClr val="1155CC"/>
                </a:solidFill>
              </a:rPr>
              <a:t>Comparing Distributions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307" name="Google Shape;307;p48"/>
          <p:cNvSpPr txBox="1">
            <a:spLocks noGrp="1"/>
          </p:cNvSpPr>
          <p:nvPr>
            <p:ph type="body" idx="1"/>
          </p:nvPr>
        </p:nvSpPr>
        <p:spPr>
          <a:xfrm>
            <a:off x="341467" y="951967"/>
            <a:ext cx="11360800" cy="5805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1067"/>
              </a:spcBef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We have two samples</a:t>
            </a:r>
            <a:endParaRPr dirty="0">
              <a:solidFill>
                <a:schemeClr val="dk1"/>
              </a:solidFill>
            </a:endParaRPr>
          </a:p>
          <a:p>
            <a:pPr lvl="1">
              <a:spcBef>
                <a:spcPts val="0"/>
              </a:spcBef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Different variables, from the same population</a:t>
            </a:r>
            <a:endParaRPr dirty="0">
              <a:solidFill>
                <a:schemeClr val="dk1"/>
              </a:solidFill>
            </a:endParaRPr>
          </a:p>
          <a:p>
            <a:pPr lvl="1">
              <a:spcBef>
                <a:spcPts val="0"/>
              </a:spcBef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The same variable, from different populations</a:t>
            </a:r>
            <a:endParaRPr dirty="0"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</a:pPr>
            <a:endParaRPr lang="en" dirty="0"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How different are the two distributions these samples come from?</a:t>
            </a:r>
            <a:endParaRPr dirty="0"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Probably the most common question in data analysis</a:t>
            </a:r>
            <a:endParaRPr dirty="0">
              <a:solidFill>
                <a:schemeClr val="dk1"/>
              </a:solidFill>
            </a:endParaRPr>
          </a:p>
          <a:p>
            <a:pPr lvl="1">
              <a:spcBef>
                <a:spcPts val="0"/>
              </a:spcBef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Does a certain treatment reduce the likelihood of acquiring a disease of interest?</a:t>
            </a:r>
            <a:endParaRPr dirty="0">
              <a:solidFill>
                <a:schemeClr val="dk1"/>
              </a:solidFill>
            </a:endParaRPr>
          </a:p>
          <a:p>
            <a:pPr lvl="1">
              <a:spcBef>
                <a:spcPts val="0"/>
              </a:spcBef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Are women who run the Boston Marathon tend to be younger than men who run the Boston Marathon?</a:t>
            </a:r>
            <a:endParaRPr dirty="0">
              <a:solidFill>
                <a:schemeClr val="dk1"/>
              </a:solidFill>
            </a:endParaRPr>
          </a:p>
          <a:p>
            <a:pPr lvl="1">
              <a:spcBef>
                <a:spcPts val="0"/>
              </a:spcBef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What are the genes that are differentially expressed in metastatic colon cancer as compared to the primary tumor?</a:t>
            </a:r>
            <a:endParaRPr dirty="0"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What to compare?</a:t>
            </a:r>
            <a:endParaRPr dirty="0">
              <a:solidFill>
                <a:schemeClr val="dk1"/>
              </a:solidFill>
            </a:endParaRPr>
          </a:p>
          <a:p>
            <a:pPr lvl="1">
              <a:spcBef>
                <a:spcPts val="0"/>
              </a:spcBef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Means =&gt; (Student’s) t-test</a:t>
            </a:r>
            <a:endParaRPr dirty="0">
              <a:solidFill>
                <a:schemeClr val="dk1"/>
              </a:solidFill>
            </a:endParaRPr>
          </a:p>
          <a:p>
            <a:pPr lvl="1">
              <a:spcBef>
                <a:spcPts val="0"/>
              </a:spcBef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Variances (or more than two categories) =&gt; F-test</a:t>
            </a:r>
            <a:endParaRPr dirty="0">
              <a:solidFill>
                <a:schemeClr val="dk1"/>
              </a:solidFill>
            </a:endParaRPr>
          </a:p>
          <a:p>
            <a:pPr lvl="1">
              <a:spcBef>
                <a:spcPts val="0"/>
              </a:spcBef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Distributions =&gt; Kolmogorv-Smirnov test</a:t>
            </a:r>
            <a:endParaRPr dirty="0">
              <a:solidFill>
                <a:schemeClr val="dk1"/>
              </a:solidFill>
            </a:endParaRPr>
          </a:p>
          <a:p>
            <a:pPr indent="0">
              <a:spcBef>
                <a:spcPts val="1067"/>
              </a:spcBef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spcBef>
                <a:spcPts val="1067"/>
              </a:spcBef>
              <a:buClr>
                <a:schemeClr val="dk1"/>
              </a:buClr>
              <a:buSzPts val="1100"/>
              <a:buNone/>
            </a:pPr>
            <a:endParaRPr dirty="0">
              <a:solidFill>
                <a:srgbClr val="3333CC"/>
              </a:solidFill>
            </a:endParaRPr>
          </a:p>
          <a:p>
            <a:pPr marL="0" indent="0">
              <a:spcBef>
                <a:spcPts val="1067"/>
              </a:spcBef>
              <a:buNone/>
            </a:pPr>
            <a:endParaRPr sz="3200" dirty="0"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sz="1867" dirty="0">
              <a:solidFill>
                <a:srgbClr val="1155CC"/>
              </a:solidFill>
            </a:endParaRPr>
          </a:p>
          <a:p>
            <a:pPr marL="0" indent="0">
              <a:spcAft>
                <a:spcPts val="2133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9"/>
          <p:cNvSpPr txBox="1">
            <a:spLocks noGrp="1"/>
          </p:cNvSpPr>
          <p:nvPr>
            <p:ph type="title"/>
          </p:nvPr>
        </p:nvSpPr>
        <p:spPr>
          <a:xfrm>
            <a:off x="319600" y="1701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solidFill>
                  <a:srgbClr val="1155CC"/>
                </a:solidFill>
              </a:rPr>
              <a:t>The t-Statistic</a:t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313" name="Google Shape;31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001" y="1108667"/>
            <a:ext cx="8334967" cy="555443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9"/>
          <p:cNvSpPr/>
          <p:nvPr/>
        </p:nvSpPr>
        <p:spPr>
          <a:xfrm>
            <a:off x="7811167" y="243200"/>
            <a:ext cx="4202400" cy="1936800"/>
          </a:xfrm>
          <a:prstGeom prst="wedgeRoundRectCallout">
            <a:avLst>
              <a:gd name="adj1" fmla="val -79276"/>
              <a:gd name="adj2" fmla="val 39651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 dirty="0">
                <a:solidFill>
                  <a:srgbClr val="CC0000"/>
                </a:solidFill>
              </a:rPr>
              <a:t>For a single variable, the hypothesis we are testing is whether the mean is significantly different than </a:t>
            </a:r>
            <a:r>
              <a:rPr lang="el-GR" sz="2400" dirty="0">
                <a:solidFill>
                  <a:srgbClr val="CC0000"/>
                </a:solidFill>
              </a:rPr>
              <a:t>μ</a:t>
            </a:r>
            <a:r>
              <a:rPr lang="en" sz="2400" dirty="0">
                <a:solidFill>
                  <a:srgbClr val="CC0000"/>
                </a:solidFill>
              </a:rPr>
              <a:t>0</a:t>
            </a:r>
            <a:endParaRPr sz="2400" i="1" dirty="0">
              <a:solidFill>
                <a:srgbClr val="CC0000"/>
              </a:solidFill>
            </a:endParaRPr>
          </a:p>
        </p:txBody>
      </p:sp>
      <p:sp>
        <p:nvSpPr>
          <p:cNvPr id="315" name="Google Shape;315;p49"/>
          <p:cNvSpPr/>
          <p:nvPr/>
        </p:nvSpPr>
        <p:spPr>
          <a:xfrm>
            <a:off x="8793967" y="3553867"/>
            <a:ext cx="3067600" cy="3179200"/>
          </a:xfrm>
          <a:prstGeom prst="wedgeRoundRectCallout">
            <a:avLst>
              <a:gd name="adj1" fmla="val -75415"/>
              <a:gd name="adj2" fmla="val 20506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 dirty="0">
                <a:solidFill>
                  <a:srgbClr val="CC0000"/>
                </a:solidFill>
              </a:rPr>
              <a:t>To compare the means of two variables, test whether the difference between their means is different than </a:t>
            </a:r>
            <a:r>
              <a:rPr lang="el-GR" sz="2400" dirty="0">
                <a:solidFill>
                  <a:srgbClr val="CC0000"/>
                </a:solidFill>
              </a:rPr>
              <a:t>μ</a:t>
            </a:r>
            <a:r>
              <a:rPr lang="en" sz="2400" dirty="0">
                <a:solidFill>
                  <a:srgbClr val="CC0000"/>
                </a:solidFill>
              </a:rPr>
              <a:t>0</a:t>
            </a:r>
            <a:endParaRPr sz="2400" i="1" dirty="0">
              <a:solidFill>
                <a:srgbClr val="CC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58F62E-D1AE-40D5-83D4-BC7C8724C702}"/>
              </a:ext>
            </a:extLst>
          </p:cNvPr>
          <p:cNvSpPr/>
          <p:nvPr/>
        </p:nvSpPr>
        <p:spPr>
          <a:xfrm>
            <a:off x="511600" y="3304133"/>
            <a:ext cx="7973373" cy="10124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679166C-B198-46F4-A14E-FF7F7C13BD35}"/>
              </a:ext>
            </a:extLst>
          </p:cNvPr>
          <p:cNvGrpSpPr/>
          <p:nvPr/>
        </p:nvGrpSpPr>
        <p:grpSpPr>
          <a:xfrm>
            <a:off x="613878" y="3184586"/>
            <a:ext cx="8232689" cy="1486268"/>
            <a:chOff x="613878" y="3184586"/>
            <a:chExt cx="8232689" cy="148626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6D4D0A8-100C-43F0-829D-32253516F17E}"/>
                </a:ext>
              </a:extLst>
            </p:cNvPr>
            <p:cNvSpPr txBox="1"/>
            <p:nvPr/>
          </p:nvSpPr>
          <p:spPr>
            <a:xfrm>
              <a:off x="613878" y="3516552"/>
              <a:ext cx="51124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Example: Do people run faster with shorts or pants? 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BF7CCF9-9221-49DC-9821-2CBD27299BDB}"/>
                </a:ext>
              </a:extLst>
            </p:cNvPr>
            <p:cNvSpPr/>
            <p:nvPr/>
          </p:nvSpPr>
          <p:spPr>
            <a:xfrm>
              <a:off x="6096000" y="3429000"/>
              <a:ext cx="1194486" cy="124185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5EA46AF-2531-4313-9141-8296886FDAE0}"/>
                    </a:ext>
                  </a:extLst>
                </p:cNvPr>
                <p:cNvSpPr txBox="1"/>
                <p:nvPr/>
              </p:nvSpPr>
              <p:spPr>
                <a:xfrm>
                  <a:off x="6120453" y="3867946"/>
                  <a:ext cx="1324530" cy="2984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𝑝𝑎𝑛𝑡𝑠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𝑠h𝑜𝑟𝑡𝑠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5EA46AF-2531-4313-9141-8296886FDA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0453" y="3867946"/>
                  <a:ext cx="1324530" cy="298415"/>
                </a:xfrm>
                <a:prstGeom prst="rect">
                  <a:avLst/>
                </a:prstGeom>
                <a:blipFill>
                  <a:blip r:embed="rId4"/>
                  <a:stretch>
                    <a:fillRect l="-3687" r="-1382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D513029-1FF9-4431-9208-87EA385FEC26}"/>
                </a:ext>
              </a:extLst>
            </p:cNvPr>
            <p:cNvSpPr/>
            <p:nvPr/>
          </p:nvSpPr>
          <p:spPr>
            <a:xfrm>
              <a:off x="7402842" y="3184586"/>
              <a:ext cx="721421" cy="92777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7378CEF-A5DD-4731-90F6-6F3C837C37CA}"/>
                    </a:ext>
                  </a:extLst>
                </p:cNvPr>
                <p:cNvSpPr txBox="1"/>
                <p:nvPr/>
              </p:nvSpPr>
              <p:spPr>
                <a:xfrm>
                  <a:off x="7469139" y="3427995"/>
                  <a:ext cx="1377428" cy="3788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𝑝𝑎𝑛𝑡𝑠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𝑜𝑟𝑡𝑠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7378CEF-A5DD-4731-90F6-6F3C837C37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9139" y="3427995"/>
                  <a:ext cx="1377428" cy="378822"/>
                </a:xfrm>
                <a:prstGeom prst="rect">
                  <a:avLst/>
                </a:prstGeom>
                <a:blipFill>
                  <a:blip r:embed="rId5"/>
                  <a:stretch>
                    <a:fillRect b="-193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22D4A0D-15F6-447A-ADF9-CD64C1FB9F50}"/>
                </a:ext>
              </a:extLst>
            </p:cNvPr>
            <p:cNvCxnSpPr>
              <a:stCxn id="4" idx="7"/>
              <a:endCxn id="11" idx="1"/>
            </p:cNvCxnSpPr>
            <p:nvPr/>
          </p:nvCxnSpPr>
          <p:spPr>
            <a:xfrm>
              <a:off x="7115558" y="3610865"/>
              <a:ext cx="353581" cy="65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2B73C5BB-3A4A-43CE-AD46-5851539A1B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0397" y="1720625"/>
            <a:ext cx="838200" cy="485775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3DD6E53-7C33-4BC7-9ED7-E21A0191D8D7}"/>
              </a:ext>
            </a:extLst>
          </p:cNvPr>
          <p:cNvSpPr/>
          <p:nvPr/>
        </p:nvSpPr>
        <p:spPr>
          <a:xfrm>
            <a:off x="4051883" y="1602297"/>
            <a:ext cx="2236714" cy="68789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7183B7-0AB9-4363-B705-FFF14079A94B}"/>
                  </a:ext>
                </a:extLst>
              </p:cNvPr>
              <p:cNvSpPr txBox="1"/>
              <p:nvPr/>
            </p:nvSpPr>
            <p:spPr>
              <a:xfrm>
                <a:off x="3927827" y="1658570"/>
                <a:ext cx="1522570" cy="6701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/√(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7183B7-0AB9-4363-B705-FFF14079A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827" y="1658570"/>
                <a:ext cx="1522570" cy="670183"/>
              </a:xfrm>
              <a:prstGeom prst="rect">
                <a:avLst/>
              </a:prstGeom>
              <a:blipFill>
                <a:blip r:embed="rId7"/>
                <a:stretch>
                  <a:fillRect l="-6000"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5B47C-DF88-458B-86F7-D3DCB2050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91809C-E7D3-46E4-B45E-DAE0A6976C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5600" y="1767521"/>
            <a:ext cx="113608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Quality Control: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factory produces batteries that are supposed to last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 hours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average. We take a sample of 30 batteries and find their average lifespan. A single sample t-test can determine if the true mean lifespan differs significantly from 10 hours.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school claims its students score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75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average on a standardized test. We collect test scores from 20 students and use a single sample t-test to check if the true average differs from 75.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 Studies: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pharmaceutical company claims that a new drug reduces blood pressure by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 mmHg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average. We take a sample of 15 patients and measure their actual reduction to test this claim.</a:t>
            </a:r>
          </a:p>
        </p:txBody>
      </p:sp>
    </p:spTree>
    <p:extLst>
      <p:ext uri="{BB962C8B-B14F-4D97-AF65-F5344CB8AC3E}">
        <p14:creationId xmlns:p14="http://schemas.microsoft.com/office/powerpoint/2010/main" val="4071351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6843C-B87E-4470-AE1B-7DCE67A07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653" y="64861"/>
            <a:ext cx="11360800" cy="7636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482ECA-C4B3-4827-A31F-0094DB066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42" y="1068722"/>
            <a:ext cx="9534525" cy="2019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1DEF7C-2CCA-427C-8BBB-B0902B236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668" y="3499171"/>
            <a:ext cx="1762125" cy="93345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86B4907-BA2B-4408-A253-D470A9D439DF}"/>
              </a:ext>
            </a:extLst>
          </p:cNvPr>
          <p:cNvSpPr/>
          <p:nvPr/>
        </p:nvSpPr>
        <p:spPr>
          <a:xfrm>
            <a:off x="530352" y="5105916"/>
            <a:ext cx="1827408" cy="175208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population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59ACB0F-718A-4ECE-AEA3-0EBA0C2DA0F1}"/>
                  </a:ext>
                </a:extLst>
              </p:cNvPr>
              <p:cNvSpPr/>
              <p:nvPr/>
            </p:nvSpPr>
            <p:spPr>
              <a:xfrm>
                <a:off x="2470116" y="4636008"/>
                <a:ext cx="1626396" cy="115327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n=25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59ACB0F-718A-4ECE-AEA3-0EBA0C2DA0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116" y="4636008"/>
                <a:ext cx="1626396" cy="1153271"/>
              </a:xfrm>
              <a:prstGeom prst="ellipse">
                <a:avLst/>
              </a:prstGeom>
              <a:blipFill>
                <a:blip r:embed="rId4"/>
                <a:stretch>
                  <a:fillRect t="-4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3FE00B-64FA-4081-8737-6E14CE2BB666}"/>
              </a:ext>
            </a:extLst>
          </p:cNvPr>
          <p:cNvCxnSpPr>
            <a:cxnSpLocks/>
            <a:stCxn id="6" idx="7"/>
          </p:cNvCxnSpPr>
          <p:nvPr/>
        </p:nvCxnSpPr>
        <p:spPr>
          <a:xfrm flipV="1">
            <a:off x="2090142" y="5294323"/>
            <a:ext cx="446271" cy="68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6A35C59-6BCA-4FAC-8E1D-E16F1A1A3C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8269" y="3265808"/>
            <a:ext cx="379095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7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1"/>
          <p:cNvSpPr txBox="1">
            <a:spLocks noGrp="1"/>
          </p:cNvSpPr>
          <p:nvPr>
            <p:ph type="title"/>
          </p:nvPr>
        </p:nvSpPr>
        <p:spPr>
          <a:xfrm>
            <a:off x="319600" y="1701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solidFill>
                  <a:srgbClr val="1155CC"/>
                </a:solidFill>
              </a:rPr>
              <a:t>Two Sample t-test</a:t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328" name="Google Shape;32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600" y="1258203"/>
            <a:ext cx="8183008" cy="551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AD25367-9FCE-4870-BA44-B9E9B7744672}"/>
              </a:ext>
            </a:extLst>
          </p:cNvPr>
          <p:cNvSpPr/>
          <p:nvPr/>
        </p:nvSpPr>
        <p:spPr>
          <a:xfrm>
            <a:off x="319600" y="4530055"/>
            <a:ext cx="7859666" cy="1283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A376E3B-B898-4460-9285-95CEF4A53603}"/>
              </a:ext>
            </a:extLst>
          </p:cNvPr>
          <p:cNvGrpSpPr/>
          <p:nvPr/>
        </p:nvGrpSpPr>
        <p:grpSpPr>
          <a:xfrm>
            <a:off x="655823" y="4862021"/>
            <a:ext cx="9945007" cy="1154301"/>
            <a:chOff x="655823" y="4862021"/>
            <a:chExt cx="9945007" cy="11543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BFE38A1-E521-4814-89CE-D98E91B858D4}"/>
                </a:ext>
              </a:extLst>
            </p:cNvPr>
            <p:cNvGrpSpPr/>
            <p:nvPr/>
          </p:nvGrpSpPr>
          <p:grpSpPr>
            <a:xfrm>
              <a:off x="655823" y="4862021"/>
              <a:ext cx="8332923" cy="1154301"/>
              <a:chOff x="613878" y="3516552"/>
              <a:chExt cx="6676609" cy="115430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2C16CF-364B-4F62-AD1B-14EE19E85629}"/>
                  </a:ext>
                </a:extLst>
              </p:cNvPr>
              <p:cNvSpPr txBox="1"/>
              <p:nvPr/>
            </p:nvSpPr>
            <p:spPr>
              <a:xfrm>
                <a:off x="613878" y="3516552"/>
                <a:ext cx="51955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Example: Is there a different between salaries of men and women?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734E5214-53B0-4BDE-9233-60745F5480C6}"/>
                  </a:ext>
                </a:extLst>
              </p:cNvPr>
              <p:cNvSpPr/>
              <p:nvPr/>
            </p:nvSpPr>
            <p:spPr>
              <a:xfrm>
                <a:off x="6096000" y="3629202"/>
                <a:ext cx="1194487" cy="1041651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76905167-DA8F-4787-94BE-4A8967BFFB28}"/>
                      </a:ext>
                    </a:extLst>
                  </p:cNvPr>
                  <p:cNvSpPr txBox="1"/>
                  <p:nvPr/>
                </p:nvSpPr>
                <p:spPr>
                  <a:xfrm>
                    <a:off x="6435381" y="3951651"/>
                    <a:ext cx="440234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𝑚𝑒𝑛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76905167-DA8F-4787-94BE-4A8967BFFB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35381" y="3951651"/>
                    <a:ext cx="440234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8791" r="-1099" b="-222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33AFF28-E865-4C00-B55F-D5D74B5E5B46}"/>
                </a:ext>
              </a:extLst>
            </p:cNvPr>
            <p:cNvSpPr/>
            <p:nvPr/>
          </p:nvSpPr>
          <p:spPr>
            <a:xfrm>
              <a:off x="9269835" y="4862021"/>
              <a:ext cx="1330995" cy="112152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BF68F4-4B69-4F0B-A559-0A2C2D4CD9EE}"/>
                  </a:ext>
                </a:extLst>
              </p:cNvPr>
              <p:cNvSpPr txBox="1"/>
              <p:nvPr/>
            </p:nvSpPr>
            <p:spPr>
              <a:xfrm>
                <a:off x="9660609" y="5231353"/>
                <a:ext cx="7866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𝑤𝑜𝑚𝑒𝑛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BF68F4-4B69-4F0B-A559-0A2C2D4CD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609" y="5231353"/>
                <a:ext cx="786690" cy="276999"/>
              </a:xfrm>
              <a:prstGeom prst="rect">
                <a:avLst/>
              </a:prstGeom>
              <a:blipFill>
                <a:blip r:embed="rId5"/>
                <a:stretch>
                  <a:fillRect l="-6977" r="-775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79DF1-D478-4541-8F10-35C154F44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0B69E8-93E4-460D-99DD-7AB92C5A2B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1394" y="1435643"/>
            <a:ext cx="10269817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students who study with a tutor score higher on exams than those who study alone?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Healthcare: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average reduction in blood pressure different between two different medications?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customers from two different stores spend the same amount on average?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Sports: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male and female athletes have different average heart rates after exercise? </a:t>
            </a:r>
          </a:p>
        </p:txBody>
      </p:sp>
    </p:spTree>
    <p:extLst>
      <p:ext uri="{BB962C8B-B14F-4D97-AF65-F5344CB8AC3E}">
        <p14:creationId xmlns:p14="http://schemas.microsoft.com/office/powerpoint/2010/main" val="2677929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2BFE0-D964-47C5-9993-D5962BD43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67"/>
            <a:ext cx="11360800" cy="7636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Example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20F029A-95B8-4BCF-8778-2D1EF6A03ED6}"/>
              </a:ext>
            </a:extLst>
          </p:cNvPr>
          <p:cNvGrpSpPr/>
          <p:nvPr/>
        </p:nvGrpSpPr>
        <p:grpSpPr>
          <a:xfrm>
            <a:off x="0" y="728106"/>
            <a:ext cx="12192000" cy="4730606"/>
            <a:chOff x="0" y="1063697"/>
            <a:chExt cx="12192000" cy="473060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F9AD141-545A-4D78-B7C0-5FE56AA96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063697"/>
              <a:ext cx="12192000" cy="4730606"/>
            </a:xfrm>
            <a:prstGeom prst="rect">
              <a:avLst/>
            </a:prstGeom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A030596-662E-444B-A463-92FE36A70303}"/>
                </a:ext>
              </a:extLst>
            </p:cNvPr>
            <p:cNvSpPr/>
            <p:nvPr/>
          </p:nvSpPr>
          <p:spPr>
            <a:xfrm>
              <a:off x="9873673" y="2250283"/>
              <a:ext cx="572654" cy="3971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09A2E7A-9AC0-4EF9-8FFA-58B5757A623F}"/>
              </a:ext>
            </a:extLst>
          </p:cNvPr>
          <p:cNvSpPr txBox="1"/>
          <p:nvPr/>
        </p:nvSpPr>
        <p:spPr>
          <a:xfrm>
            <a:off x="117446" y="2551313"/>
            <a:ext cx="484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reject the null hypothesis if the p-value &lt; 0.05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C17FA9-03A9-4C5A-BBF4-1ABCB0D8D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968" y="2135207"/>
            <a:ext cx="2791611" cy="9582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ABB560-ADCA-4161-BD74-66FE98B86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076" y="3007155"/>
            <a:ext cx="3023050" cy="8931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22DDEB-A1B3-4C16-B73B-C10863401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9934" y="3965357"/>
            <a:ext cx="2477112" cy="17426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5A93D3-0E19-423A-8736-A75728C3A3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3560" y="4119378"/>
            <a:ext cx="3347514" cy="1434649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5A9D0916-D4C6-4C1F-BDB4-8E664B118791}"/>
              </a:ext>
            </a:extLst>
          </p:cNvPr>
          <p:cNvGrpSpPr/>
          <p:nvPr/>
        </p:nvGrpSpPr>
        <p:grpSpPr>
          <a:xfrm>
            <a:off x="273517" y="5444455"/>
            <a:ext cx="3946146" cy="1361319"/>
            <a:chOff x="273516" y="4847861"/>
            <a:chExt cx="4902491" cy="195791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40440ED-3AD6-44F1-85E9-EFFAA2B43B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3516" y="4847861"/>
              <a:ext cx="4902491" cy="1957913"/>
            </a:xfrm>
            <a:prstGeom prst="rect">
              <a:avLst/>
            </a:prstGeom>
          </p:spPr>
        </p:pic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63BDD79-C93B-4BCD-B1B1-B3B269954D84}"/>
                </a:ext>
              </a:extLst>
            </p:cNvPr>
            <p:cNvSpPr/>
            <p:nvPr/>
          </p:nvSpPr>
          <p:spPr>
            <a:xfrm>
              <a:off x="4244829" y="5335398"/>
              <a:ext cx="714071" cy="6123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BA21F33-8721-4E74-843B-1BF4B9E0E0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4284" y="5962674"/>
            <a:ext cx="4448656" cy="615577"/>
          </a:xfrm>
          <a:prstGeom prst="rect">
            <a:avLst/>
          </a:prstGeom>
        </p:spPr>
      </p:pic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E077DCA0-8520-46C1-B805-FF473CEB083A}"/>
              </a:ext>
            </a:extLst>
          </p:cNvPr>
          <p:cNvSpPr/>
          <p:nvPr/>
        </p:nvSpPr>
        <p:spPr>
          <a:xfrm>
            <a:off x="6249174" y="1880582"/>
            <a:ext cx="1202899" cy="1293793"/>
          </a:xfrm>
          <a:prstGeom prst="mathMultiply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06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A9411-E43B-47E9-B63E-BBB7CFE16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872" y="218463"/>
            <a:ext cx="11360800" cy="7636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Finding p-value associated to t test statistics using t table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B92BE-020F-443A-AC48-C6A7024F7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328" y="2046642"/>
            <a:ext cx="11360800" cy="4555200"/>
          </a:xfrm>
        </p:spPr>
        <p:txBody>
          <a:bodyPr/>
          <a:lstStyle/>
          <a:p>
            <a:r>
              <a:rPr lang="en-US" dirty="0"/>
              <a:t>Suppose t = 2.75 ; </a:t>
            </a:r>
          </a:p>
          <a:p>
            <a:r>
              <a:rPr lang="en-US" dirty="0"/>
              <a:t>Number of observation = 6</a:t>
            </a:r>
          </a:p>
        </p:txBody>
      </p:sp>
      <p:pic>
        <p:nvPicPr>
          <p:cNvPr id="1026" name="Picture 2" descr="Critical Values of Student's t-Distribution - SLC Home Page">
            <a:extLst>
              <a:ext uri="{FF2B5EF4-FFF2-40B4-BE49-F238E27FC236}">
                <a16:creationId xmlns:a16="http://schemas.microsoft.com/office/drawing/2014/main" id="{CBA0C20D-3D35-45C4-8DDE-685AD1D06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2561" y="1280160"/>
            <a:ext cx="4314111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3D8FA5-9987-4CD4-86A8-2F8F187DCA22}"/>
              </a:ext>
            </a:extLst>
          </p:cNvPr>
          <p:cNvSpPr txBox="1"/>
          <p:nvPr/>
        </p:nvSpPr>
        <p:spPr>
          <a:xfrm>
            <a:off x="7799832" y="2322576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n-1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314179B-A528-4DC9-B227-AEAE9F303A1B}"/>
              </a:ext>
            </a:extLst>
          </p:cNvPr>
          <p:cNvSpPr/>
          <p:nvPr/>
        </p:nvSpPr>
        <p:spPr>
          <a:xfrm>
            <a:off x="8028432" y="3008376"/>
            <a:ext cx="173736" cy="155448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2A20EA-5150-4567-88D3-9DE32AF67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28" y="4324242"/>
            <a:ext cx="9429750" cy="314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9BFFC6-0D21-4892-BA7B-ED940A3A9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23" y="3885503"/>
            <a:ext cx="8810625" cy="342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A8ACEC-E277-4AA9-B9BD-92863F075F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4035" y="5261865"/>
            <a:ext cx="2781300" cy="12668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95B36C7-D35D-4CD9-A51E-728C60FB79C0}"/>
              </a:ext>
            </a:extLst>
          </p:cNvPr>
          <p:cNvSpPr/>
          <p:nvPr/>
        </p:nvSpPr>
        <p:spPr>
          <a:xfrm>
            <a:off x="2423160" y="5102352"/>
            <a:ext cx="685800" cy="3143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144258-C9F8-4168-B9C2-206BD102CA1D}"/>
              </a:ext>
            </a:extLst>
          </p:cNvPr>
          <p:cNvSpPr/>
          <p:nvPr/>
        </p:nvSpPr>
        <p:spPr>
          <a:xfrm>
            <a:off x="2231135" y="6362247"/>
            <a:ext cx="685800" cy="3143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06DFF3-3C30-4636-904B-BBBEBE3DF0B5}"/>
              </a:ext>
            </a:extLst>
          </p:cNvPr>
          <p:cNvSpPr txBox="1"/>
          <p:nvPr/>
        </p:nvSpPr>
        <p:spPr>
          <a:xfrm>
            <a:off x="5634841" y="5710611"/>
            <a:ext cx="1508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P-value = 0.04</a:t>
            </a:r>
          </a:p>
        </p:txBody>
      </p:sp>
    </p:spTree>
    <p:extLst>
      <p:ext uri="{BB962C8B-B14F-4D97-AF65-F5344CB8AC3E}">
        <p14:creationId xmlns:p14="http://schemas.microsoft.com/office/powerpoint/2010/main" val="98827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AE939-6ECD-4880-8B73-9BD4CDB43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30" y="192176"/>
            <a:ext cx="11360800" cy="763600"/>
          </a:xfrm>
        </p:spPr>
        <p:txBody>
          <a:bodyPr/>
          <a:lstStyle/>
          <a:p>
            <a:r>
              <a:rPr lang="en" dirty="0">
                <a:solidFill>
                  <a:srgbClr val="1155CC"/>
                </a:solidFill>
              </a:rPr>
              <a:t>Comparing Variances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8E8FA-359C-46A9-86CF-5C539A6D3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218777"/>
            <a:ext cx="8420392" cy="4555200"/>
          </a:xfrm>
        </p:spPr>
        <p:txBody>
          <a:bodyPr/>
          <a:lstStyle/>
          <a:p>
            <a:pPr marL="152396" indent="0">
              <a:buNone/>
            </a:pPr>
            <a:r>
              <a:rPr lang="en-US" dirty="0"/>
              <a:t>ANOVA (Analysis of Variance) allows testing of </a:t>
            </a:r>
            <a:r>
              <a:rPr lang="en-US" dirty="0">
                <a:solidFill>
                  <a:srgbClr val="FF0000"/>
                </a:solidFill>
              </a:rPr>
              <a:t>multiple differences </a:t>
            </a:r>
            <a:r>
              <a:rPr lang="en-US" dirty="0"/>
              <a:t>in a single test. </a:t>
            </a:r>
          </a:p>
          <a:p>
            <a:pPr marL="152396" indent="0">
              <a:buNone/>
            </a:pP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28F2454-683B-425F-BE12-FE15058E5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0" y="2315387"/>
            <a:ext cx="8112383" cy="454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420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AE939-6ECD-4880-8B73-9BD4CDB43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60800" cy="763600"/>
          </a:xfrm>
        </p:spPr>
        <p:txBody>
          <a:bodyPr/>
          <a:lstStyle/>
          <a:p>
            <a:r>
              <a:rPr lang="en" dirty="0">
                <a:solidFill>
                  <a:srgbClr val="1155CC"/>
                </a:solidFill>
              </a:rPr>
              <a:t>Example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1856C51-071A-4973-93A1-1D3A300C1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049860"/>
              </p:ext>
            </p:extLst>
          </p:nvPr>
        </p:nvGraphicFramePr>
        <p:xfrm>
          <a:off x="415601" y="1455690"/>
          <a:ext cx="5087577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859">
                  <a:extLst>
                    <a:ext uri="{9D8B030D-6E8A-4147-A177-3AD203B41FA5}">
                      <a16:colId xmlns:a16="http://schemas.microsoft.com/office/drawing/2014/main" val="2688835194"/>
                    </a:ext>
                  </a:extLst>
                </a:gridCol>
                <a:gridCol w="1695859">
                  <a:extLst>
                    <a:ext uri="{9D8B030D-6E8A-4147-A177-3AD203B41FA5}">
                      <a16:colId xmlns:a16="http://schemas.microsoft.com/office/drawing/2014/main" val="3717941129"/>
                    </a:ext>
                  </a:extLst>
                </a:gridCol>
                <a:gridCol w="1695859">
                  <a:extLst>
                    <a:ext uri="{9D8B030D-6E8A-4147-A177-3AD203B41FA5}">
                      <a16:colId xmlns:a16="http://schemas.microsoft.com/office/drawing/2014/main" val="38225938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College Student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Highschool Student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Elementary Student (3)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508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88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983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86928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D7928C-6E89-46B4-83F5-019D1806F806}"/>
                  </a:ext>
                </a:extLst>
              </p:cNvPr>
              <p:cNvSpPr txBox="1"/>
              <p:nvPr/>
            </p:nvSpPr>
            <p:spPr>
              <a:xfrm>
                <a:off x="973123" y="1126332"/>
                <a:ext cx="6667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Number of hours they watch cartoons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𝑠𝑖𝑔𝑛𝑖𝑓𝑖𝑐𝑎𝑛𝑐𝑒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𝑙𝑒𝑣𝑒𝑙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D7928C-6E89-46B4-83F5-019D1806F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123" y="1126332"/>
                <a:ext cx="6667338" cy="369332"/>
              </a:xfrm>
              <a:prstGeom prst="rect">
                <a:avLst/>
              </a:prstGeom>
              <a:blipFill>
                <a:blip r:embed="rId2"/>
                <a:stretch>
                  <a:fillRect l="-823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63F9C394-A406-47B9-A958-5C806D67D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9841" y="1007968"/>
            <a:ext cx="2786559" cy="211053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E71CC2C-DACE-4712-B6C9-833CFFDD36B5}"/>
              </a:ext>
            </a:extLst>
          </p:cNvPr>
          <p:cNvGrpSpPr/>
          <p:nvPr/>
        </p:nvGrpSpPr>
        <p:grpSpPr>
          <a:xfrm>
            <a:off x="5655507" y="1495664"/>
            <a:ext cx="3092804" cy="708426"/>
            <a:chOff x="577667" y="4260993"/>
            <a:chExt cx="3968215" cy="90662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B3A2B35-BAC2-468F-9B2B-E0B325924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7667" y="4260993"/>
              <a:ext cx="3544698" cy="90662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82CDBF-0CEB-4A16-BEE9-1C09F0D32544}"/>
                </a:ext>
              </a:extLst>
            </p:cNvPr>
            <p:cNvSpPr txBox="1"/>
            <p:nvPr/>
          </p:nvSpPr>
          <p:spPr>
            <a:xfrm>
              <a:off x="4022982" y="4496499"/>
              <a:ext cx="5229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= 4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6A2D641-2FD0-41D9-9F86-4A40407B9813}"/>
              </a:ext>
            </a:extLst>
          </p:cNvPr>
          <p:cNvSpPr txBox="1"/>
          <p:nvPr/>
        </p:nvSpPr>
        <p:spPr>
          <a:xfrm>
            <a:off x="0" y="3654976"/>
            <a:ext cx="3555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 of Square (within groups): SSW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AFC4C63-87D4-49B0-8DB0-8625C8F1B5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599" y="4235576"/>
            <a:ext cx="3129753" cy="146106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725B47F-E8B2-47BB-AA9F-6147ECA39258}"/>
              </a:ext>
            </a:extLst>
          </p:cNvPr>
          <p:cNvSpPr txBox="1"/>
          <p:nvPr/>
        </p:nvSpPr>
        <p:spPr>
          <a:xfrm>
            <a:off x="4204635" y="3654976"/>
            <a:ext cx="3714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 of Square (between groups): SSB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55B2D12-E35C-450B-A4D1-9BDE23FFC8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9051" y="4199751"/>
            <a:ext cx="4031715" cy="149688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A25538B-6A75-4DDA-9E60-C8C497CBD6AE}"/>
              </a:ext>
            </a:extLst>
          </p:cNvPr>
          <p:cNvSpPr txBox="1"/>
          <p:nvPr/>
        </p:nvSpPr>
        <p:spPr>
          <a:xfrm>
            <a:off x="184759" y="5907908"/>
            <a:ext cx="3476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=6       degree of freedom=2+2+2=6</a:t>
            </a:r>
          </a:p>
          <a:p>
            <a:r>
              <a:rPr lang="en-US" dirty="0"/>
              <a:t>             m*n - 1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F1B40BB-1991-4CA5-8F34-7B14CDBEB1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6811" y="867678"/>
            <a:ext cx="2799588" cy="25349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C19F03C-D677-4982-B2D2-9C3C7409C781}"/>
              </a:ext>
            </a:extLst>
          </p:cNvPr>
          <p:cNvSpPr txBox="1"/>
          <p:nvPr/>
        </p:nvSpPr>
        <p:spPr>
          <a:xfrm>
            <a:off x="4309051" y="5872083"/>
            <a:ext cx="3421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=24       degree of freedom=3-1 = 2</a:t>
            </a:r>
          </a:p>
          <a:p>
            <a:r>
              <a:rPr lang="en-US" dirty="0"/>
              <a:t>               m-1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85F5CEB-2165-4674-BCB5-E8334500591C}"/>
                  </a:ext>
                </a:extLst>
              </p:cNvPr>
              <p:cNvSpPr txBox="1"/>
              <p:nvPr/>
            </p:nvSpPr>
            <p:spPr>
              <a:xfrm>
                <a:off x="8682877" y="3954314"/>
                <a:ext cx="3033972" cy="23021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𝑠𝑡𝑎𝑡𝑖𝑠𝑖𝑡𝑐𝑠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𝑆𝑆𝐵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𝑆𝑆𝑊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sz="28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24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sz="2800" dirty="0"/>
                  <a:t>  = 12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85F5CEB-2165-4674-BCB5-E83345005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877" y="3954314"/>
                <a:ext cx="3033972" cy="2302169"/>
              </a:xfrm>
              <a:prstGeom prst="rect">
                <a:avLst/>
              </a:prstGeom>
              <a:blipFill>
                <a:blip r:embed="rId8"/>
                <a:stretch>
                  <a:fillRect l="-40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0042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7" grpId="0"/>
      <p:bldP spid="19" grpId="0"/>
      <p:bldP spid="21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0459B-66D2-4460-81E2-57DEEC286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36" y="2567"/>
            <a:ext cx="11360800" cy="763600"/>
          </a:xfrm>
        </p:spPr>
        <p:txBody>
          <a:bodyPr/>
          <a:lstStyle/>
          <a:p>
            <a:r>
              <a:rPr lang="en" dirty="0">
                <a:solidFill>
                  <a:srgbClr val="1155CC"/>
                </a:solidFill>
              </a:rPr>
              <a:t>Example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87FEE01-6230-4310-BA4F-95216A33342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0" y="932090"/>
                <a:ext cx="11360800" cy="5735026"/>
              </a:xfrm>
            </p:spPr>
            <p:txBody>
              <a:bodyPr/>
              <a:lstStyle/>
              <a:p>
                <a:r>
                  <a:rPr lang="en-US" dirty="0"/>
                  <a:t>What is the critical value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0.10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Critical F-value = 3.46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Our value = 12 &gt;&gt;&gt; 3.46</a:t>
                </a:r>
              </a:p>
              <a:p>
                <a:endParaRPr lang="en-US" dirty="0"/>
              </a:p>
              <a:p>
                <a:r>
                  <a:rPr lang="en-US" dirty="0"/>
                  <a:t>Reject null hypothesis</a:t>
                </a:r>
              </a:p>
              <a:p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There is a difference </a:t>
                </a:r>
              </a:p>
              <a:p>
                <a:pPr marL="152396" indent="0">
                  <a:buNone/>
                </a:pPr>
                <a:r>
                  <a:rPr lang="en-US" dirty="0"/>
                  <a:t>Between students in different </a:t>
                </a:r>
              </a:p>
              <a:p>
                <a:pPr marL="152396" indent="0">
                  <a:buNone/>
                </a:pPr>
                <a:r>
                  <a:rPr lang="en-US" dirty="0"/>
                  <a:t>Level of education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So level of education is important</a:t>
                </a:r>
              </a:p>
              <a:p>
                <a:pPr marL="152396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87FEE01-6230-4310-BA4F-95216A3334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932090"/>
                <a:ext cx="11360800" cy="5735026"/>
              </a:xfrm>
              <a:blipFill>
                <a:blip r:embed="rId2"/>
                <a:stretch>
                  <a:fillRect t="-9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AC4BA28-E396-4857-9AB1-A74906ABE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119" y="1370710"/>
            <a:ext cx="6219825" cy="52006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7CC71D-4C80-4D74-B4C1-6FD86EA3C953}"/>
              </a:ext>
            </a:extLst>
          </p:cNvPr>
          <p:cNvSpPr txBox="1"/>
          <p:nvPr/>
        </p:nvSpPr>
        <p:spPr>
          <a:xfrm>
            <a:off x="5680400" y="4066132"/>
            <a:ext cx="1517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Numerator DF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8D1E0-1876-42DE-B3D6-F66D900A7201}"/>
              </a:ext>
            </a:extLst>
          </p:cNvPr>
          <p:cNvSpPr txBox="1"/>
          <p:nvPr/>
        </p:nvSpPr>
        <p:spPr>
          <a:xfrm>
            <a:off x="4081762" y="4628342"/>
            <a:ext cx="1732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Denominator DF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C9B89CF-8B26-4B0B-A1DD-5B06502B513A}"/>
              </a:ext>
            </a:extLst>
          </p:cNvPr>
          <p:cNvSpPr/>
          <p:nvPr/>
        </p:nvSpPr>
        <p:spPr>
          <a:xfrm>
            <a:off x="6814685" y="4373762"/>
            <a:ext cx="412625" cy="369332"/>
          </a:xfrm>
          <a:prstGeom prst="ellipse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E946494-59FB-4DCE-B4CE-B3880659ED70}"/>
              </a:ext>
            </a:extLst>
          </p:cNvPr>
          <p:cNvSpPr/>
          <p:nvPr/>
        </p:nvSpPr>
        <p:spPr>
          <a:xfrm>
            <a:off x="5744064" y="6297784"/>
            <a:ext cx="412625" cy="369332"/>
          </a:xfrm>
          <a:prstGeom prst="ellipse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220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4173C-ACAF-4802-9A10-D24AB1D08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22" y="217982"/>
            <a:ext cx="11360800" cy="763600"/>
          </a:xfrm>
        </p:spPr>
        <p:txBody>
          <a:bodyPr/>
          <a:lstStyle/>
          <a:p>
            <a:r>
              <a:rPr lang="en" dirty="0">
                <a:solidFill>
                  <a:srgbClr val="1155CC"/>
                </a:solidFill>
              </a:rPr>
              <a:t>Kolmogorov-Smirnov Test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AE381-69FA-4AC7-9D42-9019A7657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9722" y="1324877"/>
            <a:ext cx="11360800" cy="4555200"/>
          </a:xfrm>
        </p:spPr>
        <p:txBody>
          <a:bodyPr/>
          <a:lstStyle/>
          <a:p>
            <a:pPr marL="457200" lvl="0" indent="-381000">
              <a:buSzPts val="2400"/>
            </a:pPr>
            <a:r>
              <a:rPr lang="en-US" sz="2400" dirty="0"/>
              <a:t>Compare cumulative distribution functions</a:t>
            </a:r>
          </a:p>
          <a:p>
            <a:pPr marL="914400" lvl="1" indent="-342900">
              <a:spcBef>
                <a:spcPts val="0"/>
              </a:spcBef>
              <a:buSzPts val="1800"/>
            </a:pPr>
            <a:r>
              <a:rPr lang="en-US" sz="1800" dirty="0"/>
              <a:t>Can be used to assess how “different” two empirical distributions are</a:t>
            </a:r>
          </a:p>
          <a:p>
            <a:pPr marL="914400" lvl="1" indent="-342900">
              <a:spcBef>
                <a:spcPts val="0"/>
              </a:spcBef>
              <a:buSzPts val="1800"/>
            </a:pPr>
            <a:r>
              <a:rPr lang="en-US" sz="1800" dirty="0"/>
              <a:t>Or to assess whether an hypothesized distribution approximates an empirical distribution well enough</a:t>
            </a:r>
          </a:p>
          <a:p>
            <a:endParaRPr lang="en-US" dirty="0"/>
          </a:p>
        </p:txBody>
      </p:sp>
      <p:pic>
        <p:nvPicPr>
          <p:cNvPr id="4" name="Google Shape;353;p55">
            <a:extLst>
              <a:ext uri="{FF2B5EF4-FFF2-40B4-BE49-F238E27FC236}">
                <a16:creationId xmlns:a16="http://schemas.microsoft.com/office/drawing/2014/main" id="{114DD1A0-FFE3-4568-8108-5DF17D5846B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1478" y="2902077"/>
            <a:ext cx="8750225" cy="297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330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1"/>
          <p:cNvSpPr txBox="1">
            <a:spLocks noGrp="1"/>
          </p:cNvSpPr>
          <p:nvPr>
            <p:ph type="title"/>
          </p:nvPr>
        </p:nvSpPr>
        <p:spPr>
          <a:xfrm>
            <a:off x="415600" y="4170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solidFill>
                  <a:srgbClr val="1155CC"/>
                </a:solidFill>
              </a:rPr>
              <a:t>KS-Statistic Visualized</a:t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392" name="Google Shape;39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1" y="1554022"/>
            <a:ext cx="10687935" cy="49284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1730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4F4EF-A0FB-4A0B-8ADA-9D30BCA04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>
                <a:solidFill>
                  <a:srgbClr val="1155CC"/>
                </a:solidFill>
              </a:rPr>
              <a:t>Observed vs. Expected Cumulative Distribution</a:t>
            </a:r>
            <a:endParaRPr lang="en-US" dirty="0"/>
          </a:p>
        </p:txBody>
      </p:sp>
      <p:pic>
        <p:nvPicPr>
          <p:cNvPr id="4" name="Google Shape;360;p56">
            <a:extLst>
              <a:ext uri="{FF2B5EF4-FFF2-40B4-BE49-F238E27FC236}">
                <a16:creationId xmlns:a16="http://schemas.microsoft.com/office/drawing/2014/main" id="{A4E32F95-DF10-4A19-AF5B-6D18A9DD949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0774" y="1645897"/>
            <a:ext cx="7143850" cy="281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61;p56">
            <a:extLst>
              <a:ext uri="{FF2B5EF4-FFF2-40B4-BE49-F238E27FC236}">
                <a16:creationId xmlns:a16="http://schemas.microsoft.com/office/drawing/2014/main" id="{4B21B547-2362-4DAA-A28A-3B6ECCAF98E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170" y="4886555"/>
            <a:ext cx="6503025" cy="122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962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374E9-5249-42DA-88AD-75A15D15D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>
                <a:solidFill>
                  <a:srgbClr val="1155CC"/>
                </a:solidFill>
              </a:rPr>
              <a:t>Kolmogorov-Smirnov (KS) Statistic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79E23-57E7-45C5-8ABD-5217E7324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2602" y="3590106"/>
            <a:ext cx="11360800" cy="4555200"/>
          </a:xfrm>
        </p:spPr>
        <p:txBody>
          <a:bodyPr/>
          <a:lstStyle/>
          <a:p>
            <a:r>
              <a:rPr lang="en-US" dirty="0"/>
              <a:t>It can be proven that, if the sample is taken from the hypothesized distribution, then this largest difference between the cumulative distribution functions goes to 0 as sample size goes to infinity</a:t>
            </a:r>
            <a:endParaRPr lang="en-US" sz="2000" dirty="0"/>
          </a:p>
          <a:p>
            <a:endParaRPr lang="en-US" dirty="0"/>
          </a:p>
        </p:txBody>
      </p:sp>
      <p:pic>
        <p:nvPicPr>
          <p:cNvPr id="4" name="Google Shape;367;p57">
            <a:extLst>
              <a:ext uri="{FF2B5EF4-FFF2-40B4-BE49-F238E27FC236}">
                <a16:creationId xmlns:a16="http://schemas.microsoft.com/office/drawing/2014/main" id="{2674901F-2B73-449E-8938-95EA9F381C4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49124" y="2005874"/>
            <a:ext cx="4953275" cy="935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1643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EE21-FCE0-49BE-9AD7-6C65CF9BD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73" y="275734"/>
            <a:ext cx="11360800" cy="763600"/>
          </a:xfrm>
        </p:spPr>
        <p:txBody>
          <a:bodyPr/>
          <a:lstStyle/>
          <a:p>
            <a:r>
              <a:rPr lang="en-US" dirty="0">
                <a:solidFill>
                  <a:srgbClr val="1155CC"/>
                </a:solidFill>
              </a:rPr>
              <a:t>Example: </a:t>
            </a:r>
            <a:r>
              <a:rPr lang="en" dirty="0">
                <a:solidFill>
                  <a:srgbClr val="1155CC"/>
                </a:solidFill>
              </a:rPr>
              <a:t>Computing The Observed Cumulative Distribution</a:t>
            </a:r>
            <a:endParaRPr lang="en-US" dirty="0"/>
          </a:p>
        </p:txBody>
      </p:sp>
      <p:pic>
        <p:nvPicPr>
          <p:cNvPr id="4" name="Google Shape;374;p58">
            <a:extLst>
              <a:ext uri="{FF2B5EF4-FFF2-40B4-BE49-F238E27FC236}">
                <a16:creationId xmlns:a16="http://schemas.microsoft.com/office/drawing/2014/main" id="{6747A728-097A-40B9-AF5D-FCBC8D4B0A4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14819" y="2026685"/>
            <a:ext cx="6245336" cy="4669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47;p54">
            <a:extLst>
              <a:ext uri="{FF2B5EF4-FFF2-40B4-BE49-F238E27FC236}">
                <a16:creationId xmlns:a16="http://schemas.microsoft.com/office/drawing/2014/main" id="{A0E1E4EB-1428-4CBF-92C8-34ADF990E05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845" y="1969425"/>
            <a:ext cx="5272326" cy="2919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6231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9"/>
          <p:cNvSpPr txBox="1">
            <a:spLocks noGrp="1"/>
          </p:cNvSpPr>
          <p:nvPr>
            <p:ph type="title"/>
          </p:nvPr>
        </p:nvSpPr>
        <p:spPr>
          <a:xfrm>
            <a:off x="415600" y="4170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>
                <a:solidFill>
                  <a:srgbClr val="1155CC"/>
                </a:solidFill>
              </a:rPr>
              <a:t>Computing The Expected Cumulative Distribution</a:t>
            </a:r>
            <a:endParaRPr dirty="0">
              <a:solidFill>
                <a:srgbClr val="1155CC"/>
              </a:solidFill>
            </a:endParaRPr>
          </a:p>
        </p:txBody>
      </p:sp>
      <p:pic>
        <p:nvPicPr>
          <p:cNvPr id="380" name="Google Shape;38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7000" y="1180667"/>
            <a:ext cx="8857032" cy="548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0"/>
          <p:cNvSpPr txBox="1">
            <a:spLocks noGrp="1"/>
          </p:cNvSpPr>
          <p:nvPr>
            <p:ph type="title"/>
          </p:nvPr>
        </p:nvSpPr>
        <p:spPr>
          <a:xfrm>
            <a:off x="415600" y="4170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solidFill>
                  <a:srgbClr val="1155CC"/>
                </a:solidFill>
              </a:rPr>
              <a:t>Computing The Difference</a:t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386" name="Google Shape;38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8301" y="1383867"/>
            <a:ext cx="8305372" cy="5270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1"/>
          <p:cNvSpPr txBox="1">
            <a:spLocks noGrp="1"/>
          </p:cNvSpPr>
          <p:nvPr>
            <p:ph type="title"/>
          </p:nvPr>
        </p:nvSpPr>
        <p:spPr>
          <a:xfrm>
            <a:off x="415600" y="4170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solidFill>
                  <a:srgbClr val="1155CC"/>
                </a:solidFill>
              </a:rPr>
              <a:t>KS-Statistic Visualized</a:t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392" name="Google Shape;39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1" y="1554022"/>
            <a:ext cx="10687935" cy="4928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2"/>
          <p:cNvSpPr txBox="1">
            <a:spLocks noGrp="1"/>
          </p:cNvSpPr>
          <p:nvPr>
            <p:ph type="title"/>
          </p:nvPr>
        </p:nvSpPr>
        <p:spPr>
          <a:xfrm>
            <a:off x="415600" y="4170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dirty="0">
                <a:solidFill>
                  <a:srgbClr val="1155CC"/>
                </a:solidFill>
              </a:rPr>
              <a:t>Example: </a:t>
            </a:r>
            <a:r>
              <a:rPr lang="en" dirty="0">
                <a:solidFill>
                  <a:srgbClr val="1155CC"/>
                </a:solidFill>
              </a:rPr>
              <a:t>KS-Test for Comparing to Samples</a:t>
            </a:r>
            <a:endParaRPr dirty="0">
              <a:solidFill>
                <a:srgbClr val="1155CC"/>
              </a:solidFill>
            </a:endParaRPr>
          </a:p>
        </p:txBody>
      </p:sp>
      <p:pic>
        <p:nvPicPr>
          <p:cNvPr id="398" name="Google Shape;39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601" y="1180667"/>
            <a:ext cx="7455023" cy="5270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3"/>
          <p:cNvSpPr txBox="1">
            <a:spLocks noGrp="1"/>
          </p:cNvSpPr>
          <p:nvPr>
            <p:ph type="title"/>
          </p:nvPr>
        </p:nvSpPr>
        <p:spPr>
          <a:xfrm>
            <a:off x="415600" y="2407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dirty="0">
                <a:solidFill>
                  <a:srgbClr val="1155CC"/>
                </a:solidFill>
              </a:rPr>
              <a:t>Example: </a:t>
            </a:r>
            <a:r>
              <a:rPr lang="en" dirty="0">
                <a:solidFill>
                  <a:srgbClr val="1155CC"/>
                </a:solidFill>
              </a:rPr>
              <a:t>Visualization of KS-Statistic for Comparing to Samples</a:t>
            </a:r>
            <a:endParaRPr dirty="0">
              <a:solidFill>
                <a:srgbClr val="1155CC"/>
              </a:solidFill>
            </a:endParaRPr>
          </a:p>
        </p:txBody>
      </p:sp>
      <p:pic>
        <p:nvPicPr>
          <p:cNvPr id="404" name="Google Shape;40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5681" y="1550048"/>
            <a:ext cx="8561600" cy="5420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4"/>
          <p:cNvSpPr txBox="1">
            <a:spLocks noGrp="1"/>
          </p:cNvSpPr>
          <p:nvPr>
            <p:ph type="title"/>
          </p:nvPr>
        </p:nvSpPr>
        <p:spPr>
          <a:xfrm>
            <a:off x="415600" y="4170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solidFill>
                  <a:srgbClr val="1155CC"/>
                </a:solidFill>
              </a:rPr>
              <a:t>The Distribution of KS (or D)-Statistic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410" name="Google Shape;410;p64"/>
          <p:cNvSpPr txBox="1">
            <a:spLocks noGrp="1"/>
          </p:cNvSpPr>
          <p:nvPr>
            <p:ph type="body" idx="1"/>
          </p:nvPr>
        </p:nvSpPr>
        <p:spPr>
          <a:xfrm>
            <a:off x="415600" y="1367600"/>
            <a:ext cx="10922000" cy="200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07987">
              <a:buSzPts val="2400"/>
            </a:pPr>
            <a:r>
              <a:rPr lang="en" sz="3200"/>
              <a:t>The KS-statistic itself is usually not informative on the difference between the two distributions</a:t>
            </a:r>
            <a:endParaRPr sz="3200"/>
          </a:p>
          <a:p>
            <a:pPr lvl="1" indent="-457189">
              <a:spcBef>
                <a:spcPts val="0"/>
              </a:spcBef>
              <a:buSzPts val="1800"/>
            </a:pPr>
            <a:r>
              <a:rPr lang="en"/>
              <a:t>Need to compute p-value for hypothesis testing</a:t>
            </a:r>
            <a:endParaRPr/>
          </a:p>
          <a:p>
            <a:pPr indent="-507987">
              <a:buSzPts val="2400"/>
            </a:pPr>
            <a:r>
              <a:rPr lang="en" sz="3200"/>
              <a:t>It is difficult to characterize the distribution of the KS-statistic but many algorithms exist</a:t>
            </a:r>
            <a:endParaRPr sz="3200"/>
          </a:p>
        </p:txBody>
      </p:sp>
      <p:pic>
        <p:nvPicPr>
          <p:cNvPr id="411" name="Google Shape;41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7434" y="4131901"/>
            <a:ext cx="8078533" cy="264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F6810-3E12-4A83-A303-5E3BDC1E1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Kahoot time</a:t>
            </a:r>
          </a:p>
        </p:txBody>
      </p:sp>
    </p:spTree>
    <p:extLst>
      <p:ext uri="{BB962C8B-B14F-4D97-AF65-F5344CB8AC3E}">
        <p14:creationId xmlns:p14="http://schemas.microsoft.com/office/powerpoint/2010/main" val="1927046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20FD0C2881EA4A90727A064126FC20" ma:contentTypeVersion="13" ma:contentTypeDescription="Create a new document." ma:contentTypeScope="" ma:versionID="c260b951da18117c8c193c037c96b92c">
  <xsd:schema xmlns:xsd="http://www.w3.org/2001/XMLSchema" xmlns:xs="http://www.w3.org/2001/XMLSchema" xmlns:p="http://schemas.microsoft.com/office/2006/metadata/properties" xmlns:ns3="19eadfd7-bd8e-490f-9f29-05c59f74add2" xmlns:ns4="74abacc2-06e5-4e7c-aecc-4fd68412481c" targetNamespace="http://schemas.microsoft.com/office/2006/metadata/properties" ma:root="true" ma:fieldsID="95adb3d05306777b1d2a43a6ccfcbaf4" ns3:_="" ns4:_="">
    <xsd:import namespace="19eadfd7-bd8e-490f-9f29-05c59f74add2"/>
    <xsd:import namespace="74abacc2-06e5-4e7c-aecc-4fd68412481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EventHashCode" minOccurs="0"/>
                <xsd:element ref="ns3:MediaServiceGenerationTime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eadfd7-bd8e-490f-9f29-05c59f74ad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2" nillable="true" ma:displayName="MediaServiceAutoTags" ma:internalName="MediaServiceAutoTags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bacc2-06e5-4e7c-aecc-4fd68412481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256D695-6E58-46A5-AABA-1C920F4CB2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5829BF-4A0D-4C4C-8C27-4ADEB2A41A3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857FEA7-393C-41F0-A4F4-98A1E0728A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9eadfd7-bd8e-490f-9f29-05c59f74add2"/>
    <ds:schemaRef ds:uri="74abacc2-06e5-4e7c-aecc-4fd6841248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10639</TotalTime>
  <Words>744</Words>
  <Application>Microsoft Office PowerPoint</Application>
  <PresentationFormat>Widescreen</PresentationFormat>
  <Paragraphs>130</Paragraphs>
  <Slides>24</Slides>
  <Notes>11</Notes>
  <HiddenSlides>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Office Theme</vt:lpstr>
      <vt:lpstr>Comparing Distributions</vt:lpstr>
      <vt:lpstr>Comparing Distributions</vt:lpstr>
      <vt:lpstr>The t-Statistic</vt:lpstr>
      <vt:lpstr>Examples</vt:lpstr>
      <vt:lpstr>Example</vt:lpstr>
      <vt:lpstr>Two Sample t-test</vt:lpstr>
      <vt:lpstr>Examples</vt:lpstr>
      <vt:lpstr>Example</vt:lpstr>
      <vt:lpstr>Finding p-value associated to t test statistics using t table</vt:lpstr>
      <vt:lpstr>Comparing Variances</vt:lpstr>
      <vt:lpstr>Example</vt:lpstr>
      <vt:lpstr>Example</vt:lpstr>
      <vt:lpstr>Kolmogorov-Smirnov Test</vt:lpstr>
      <vt:lpstr>KS-Statistic Visualized</vt:lpstr>
      <vt:lpstr>Observed vs. Expected Cumulative Distribution</vt:lpstr>
      <vt:lpstr>Kolmogorov-Smirnov (KS) Statistic</vt:lpstr>
      <vt:lpstr>Example: Computing The Observed Cumulative Distribution</vt:lpstr>
      <vt:lpstr>Computing The Expected Cumulative Distribution</vt:lpstr>
      <vt:lpstr>Computing The Difference</vt:lpstr>
      <vt:lpstr>KS-Statistic Visualized</vt:lpstr>
      <vt:lpstr>Example: KS-Test for Comparing to Samples</vt:lpstr>
      <vt:lpstr>Example: Visualization of KS-Statistic for Comparing to Samples</vt:lpstr>
      <vt:lpstr>The Distribution of KS (or D)-Statistic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Comparing Distributions</dc:title>
  <dc:creator>Marzieh Ayati</dc:creator>
  <cp:lastModifiedBy>Marzieh Ayati</cp:lastModifiedBy>
  <cp:revision>2</cp:revision>
  <dcterms:created xsi:type="dcterms:W3CDTF">2020-09-23T01:51:58Z</dcterms:created>
  <dcterms:modified xsi:type="dcterms:W3CDTF">2026-02-27T06:16:20Z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0x0101007E20FD0C2881EA4A90727A064126FC20</vt:lpwstr>
  </property>
</Properties>
</file>