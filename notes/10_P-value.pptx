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316" r:id="rId3"/>
    <p:sldId id="322" r:id="rId4"/>
    <p:sldId id="325" r:id="rId5"/>
    <p:sldId id="326" r:id="rId6"/>
    <p:sldId id="327" r:id="rId7"/>
    <p:sldId id="328" r:id="rId8"/>
    <p:sldId id="331" r:id="rId9"/>
    <p:sldId id="329" r:id="rId10"/>
    <p:sldId id="333" r:id="rId11"/>
    <p:sldId id="335" r:id="rId12"/>
    <p:sldId id="334" r:id="rId13"/>
    <p:sldId id="336" r:id="rId14"/>
    <p:sldId id="337" r:id="rId15"/>
    <p:sldId id="284" r:id="rId16"/>
    <p:sldId id="309" r:id="rId17"/>
    <p:sldId id="310" r:id="rId18"/>
    <p:sldId id="311" r:id="rId19"/>
    <p:sldId id="312" r:id="rId20"/>
    <p:sldId id="339" r:id="rId21"/>
    <p:sldId id="340" r:id="rId22"/>
    <p:sldId id="290" r:id="rId23"/>
    <p:sldId id="291" r:id="rId24"/>
    <p:sldId id="294" r:id="rId25"/>
    <p:sldId id="33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zieh Ayati" userId="719e7aeb-c3b5-48e5-801b-084d43cd09ac" providerId="ADAL" clId="{908FFE16-50A5-4D1A-BC16-AC8EEB70DA9A}"/>
    <pc:docChg chg="custSel addSld delSld modSld">
      <pc:chgData name="Marzieh Ayati" userId="719e7aeb-c3b5-48e5-801b-084d43cd09ac" providerId="ADAL" clId="{908FFE16-50A5-4D1A-BC16-AC8EEB70DA9A}" dt="2020-09-23T02:12:23.529" v="750" actId="1076"/>
      <pc:docMkLst>
        <pc:docMk/>
      </pc:docMkLst>
      <pc:sldChg chg="add del">
        <pc:chgData name="Marzieh Ayati" userId="719e7aeb-c3b5-48e5-801b-084d43cd09ac" providerId="ADAL" clId="{908FFE16-50A5-4D1A-BC16-AC8EEB70DA9A}" dt="2020-09-23T01:51:57.027" v="748" actId="2696"/>
        <pc:sldMkLst>
          <pc:docMk/>
          <pc:sldMk cId="0" sldId="290"/>
        </pc:sldMkLst>
      </pc:sldChg>
      <pc:sldChg chg="add del">
        <pc:chgData name="Marzieh Ayati" userId="719e7aeb-c3b5-48e5-801b-084d43cd09ac" providerId="ADAL" clId="{908FFE16-50A5-4D1A-BC16-AC8EEB70DA9A}" dt="2020-09-23T01:51:57.027" v="748" actId="2696"/>
        <pc:sldMkLst>
          <pc:docMk/>
          <pc:sldMk cId="0" sldId="291"/>
        </pc:sldMkLst>
      </pc:sldChg>
      <pc:sldChg chg="delSp add del mod">
        <pc:chgData name="Marzieh Ayati" userId="719e7aeb-c3b5-48e5-801b-084d43cd09ac" providerId="ADAL" clId="{908FFE16-50A5-4D1A-BC16-AC8EEB70DA9A}" dt="2020-09-23T01:51:57.027" v="748" actId="2696"/>
        <pc:sldMkLst>
          <pc:docMk/>
          <pc:sldMk cId="0" sldId="294"/>
        </pc:sldMkLst>
        <pc:spChg chg="del">
          <ac:chgData name="Marzieh Ayati" userId="719e7aeb-c3b5-48e5-801b-084d43cd09ac" providerId="ADAL" clId="{908FFE16-50A5-4D1A-BC16-AC8EEB70DA9A}" dt="2020-09-21T23:11:39.377" v="73" actId="478"/>
          <ac:spMkLst>
            <pc:docMk/>
            <pc:sldMk cId="0" sldId="294"/>
            <ac:spMk id="329" creationId="{00000000-0000-0000-0000-000000000000}"/>
          </ac:spMkLst>
        </pc:spChg>
      </pc:sldChg>
      <pc:sldChg chg="add">
        <pc:chgData name="Marzieh Ayati" userId="719e7aeb-c3b5-48e5-801b-084d43cd09ac" providerId="ADAL" clId="{908FFE16-50A5-4D1A-BC16-AC8EEB70DA9A}" dt="2020-09-21T22:00:42.512" v="0"/>
        <pc:sldMkLst>
          <pc:docMk/>
          <pc:sldMk cId="3962057008" sldId="316"/>
        </pc:sldMkLst>
      </pc:sldChg>
      <pc:sldChg chg="modSp mod">
        <pc:chgData name="Marzieh Ayati" userId="719e7aeb-c3b5-48e5-801b-084d43cd09ac" providerId="ADAL" clId="{908FFE16-50A5-4D1A-BC16-AC8EEB70DA9A}" dt="2020-09-23T02:11:57.785" v="749" actId="1076"/>
        <pc:sldMkLst>
          <pc:docMk/>
          <pc:sldMk cId="25268321" sldId="325"/>
        </pc:sldMkLst>
        <pc:picChg chg="mod">
          <ac:chgData name="Marzieh Ayati" userId="719e7aeb-c3b5-48e5-801b-084d43cd09ac" providerId="ADAL" clId="{908FFE16-50A5-4D1A-BC16-AC8EEB70DA9A}" dt="2020-09-23T02:11:57.785" v="749" actId="1076"/>
          <ac:picMkLst>
            <pc:docMk/>
            <pc:sldMk cId="25268321" sldId="325"/>
            <ac:picMk id="23" creationId="{A3D48DB2-9459-4479-82F7-C749698C159C}"/>
          </ac:picMkLst>
        </pc:picChg>
      </pc:sldChg>
      <pc:sldChg chg="modSp mod">
        <pc:chgData name="Marzieh Ayati" userId="719e7aeb-c3b5-48e5-801b-084d43cd09ac" providerId="ADAL" clId="{908FFE16-50A5-4D1A-BC16-AC8EEB70DA9A}" dt="2020-09-23T02:12:23.529" v="750" actId="1076"/>
        <pc:sldMkLst>
          <pc:docMk/>
          <pc:sldMk cId="3005576181" sldId="326"/>
        </pc:sldMkLst>
        <pc:picChg chg="mod">
          <ac:chgData name="Marzieh Ayati" userId="719e7aeb-c3b5-48e5-801b-084d43cd09ac" providerId="ADAL" clId="{908FFE16-50A5-4D1A-BC16-AC8EEB70DA9A}" dt="2020-09-23T02:12:23.529" v="750" actId="1076"/>
          <ac:picMkLst>
            <pc:docMk/>
            <pc:sldMk cId="3005576181" sldId="326"/>
            <ac:picMk id="18" creationId="{85F4A0A8-D07B-4499-8E5A-1BD3CD6FF029}"/>
          </ac:picMkLst>
        </pc:picChg>
      </pc:sldChg>
      <pc:sldChg chg="modSp mod">
        <pc:chgData name="Marzieh Ayati" userId="719e7aeb-c3b5-48e5-801b-084d43cd09ac" providerId="ADAL" clId="{908FFE16-50A5-4D1A-BC16-AC8EEB70DA9A}" dt="2020-09-21T22:16:29.960" v="68" actId="20577"/>
        <pc:sldMkLst>
          <pc:docMk/>
          <pc:sldMk cId="3578625662" sldId="327"/>
        </pc:sldMkLst>
        <pc:spChg chg="mod">
          <ac:chgData name="Marzieh Ayati" userId="719e7aeb-c3b5-48e5-801b-084d43cd09ac" providerId="ADAL" clId="{908FFE16-50A5-4D1A-BC16-AC8EEB70DA9A}" dt="2020-09-21T22:16:29.960" v="68" actId="20577"/>
          <ac:spMkLst>
            <pc:docMk/>
            <pc:sldMk cId="3578625662" sldId="327"/>
            <ac:spMk id="3" creationId="{B1E9D669-CC1C-4470-B814-AD59733508C9}"/>
          </ac:spMkLst>
        </pc:spChg>
      </pc:sldChg>
      <pc:sldChg chg="addSp delSp modSp new del mod delAnim modAnim">
        <pc:chgData name="Marzieh Ayati" userId="719e7aeb-c3b5-48e5-801b-084d43cd09ac" providerId="ADAL" clId="{908FFE16-50A5-4D1A-BC16-AC8EEB70DA9A}" dt="2020-09-23T01:51:57.027" v="748" actId="2696"/>
        <pc:sldMkLst>
          <pc:docMk/>
          <pc:sldMk cId="1385706252" sldId="338"/>
        </pc:sldMkLst>
        <pc:spChg chg="mod">
          <ac:chgData name="Marzieh Ayati" userId="719e7aeb-c3b5-48e5-801b-084d43cd09ac" providerId="ADAL" clId="{908FFE16-50A5-4D1A-BC16-AC8EEB70DA9A}" dt="2020-09-21T23:12:58.576" v="82" actId="1076"/>
          <ac:spMkLst>
            <pc:docMk/>
            <pc:sldMk cId="1385706252" sldId="338"/>
            <ac:spMk id="2" creationId="{69A2BFE0-D964-47C5-9993-D5962BD43D29}"/>
          </ac:spMkLst>
        </pc:spChg>
        <pc:spChg chg="del">
          <ac:chgData name="Marzieh Ayati" userId="719e7aeb-c3b5-48e5-801b-084d43cd09ac" providerId="ADAL" clId="{908FFE16-50A5-4D1A-BC16-AC8EEB70DA9A}" dt="2020-09-21T23:13:47.744" v="95" actId="478"/>
          <ac:spMkLst>
            <pc:docMk/>
            <pc:sldMk cId="1385706252" sldId="338"/>
            <ac:spMk id="3" creationId="{040B5BCC-BD7A-4FD7-BDDE-67094F42E3EA}"/>
          </ac:spMkLst>
        </pc:spChg>
        <pc:spChg chg="add mod">
          <ac:chgData name="Marzieh Ayati" userId="719e7aeb-c3b5-48e5-801b-084d43cd09ac" providerId="ADAL" clId="{908FFE16-50A5-4D1A-BC16-AC8EEB70DA9A}" dt="2020-09-21T23:13:44.706" v="94" actId="164"/>
          <ac:spMkLst>
            <pc:docMk/>
            <pc:sldMk cId="1385706252" sldId="338"/>
            <ac:spMk id="6" creationId="{DA030596-662E-444B-A463-92FE36A70303}"/>
          </ac:spMkLst>
        </pc:spChg>
        <pc:spChg chg="add mod">
          <ac:chgData name="Marzieh Ayati" userId="719e7aeb-c3b5-48e5-801b-084d43cd09ac" providerId="ADAL" clId="{908FFE16-50A5-4D1A-BC16-AC8EEB70DA9A}" dt="2020-09-21T23:19:21.431" v="193" actId="1076"/>
          <ac:spMkLst>
            <pc:docMk/>
            <pc:sldMk cId="1385706252" sldId="338"/>
            <ac:spMk id="8" creationId="{909A2E7A-9AC0-4EF9-8FFA-58B5757A623F}"/>
          </ac:spMkLst>
        </pc:spChg>
        <pc:spChg chg="add mod">
          <ac:chgData name="Marzieh Ayati" userId="719e7aeb-c3b5-48e5-801b-084d43cd09ac" providerId="ADAL" clId="{908FFE16-50A5-4D1A-BC16-AC8EEB70DA9A}" dt="2020-09-21T23:19:11.805" v="190" actId="164"/>
          <ac:spMkLst>
            <pc:docMk/>
            <pc:sldMk cId="1385706252" sldId="338"/>
            <ac:spMk id="15" creationId="{463BDD79-C93B-4BCD-B1B1-B3B269954D84}"/>
          </ac:spMkLst>
        </pc:spChg>
        <pc:spChg chg="add mod">
          <ac:chgData name="Marzieh Ayati" userId="719e7aeb-c3b5-48e5-801b-084d43cd09ac" providerId="ADAL" clId="{908FFE16-50A5-4D1A-BC16-AC8EEB70DA9A}" dt="2020-09-21T23:21:33.342" v="208" actId="1076"/>
          <ac:spMkLst>
            <pc:docMk/>
            <pc:sldMk cId="1385706252" sldId="338"/>
            <ac:spMk id="18" creationId="{E077DCA0-8520-46C1-B805-FF473CEB083A}"/>
          </ac:spMkLst>
        </pc:spChg>
        <pc:grpChg chg="add mod">
          <ac:chgData name="Marzieh Ayati" userId="719e7aeb-c3b5-48e5-801b-084d43cd09ac" providerId="ADAL" clId="{908FFE16-50A5-4D1A-BC16-AC8EEB70DA9A}" dt="2020-09-21T23:19:19.039" v="192" actId="1076"/>
          <ac:grpSpMkLst>
            <pc:docMk/>
            <pc:sldMk cId="1385706252" sldId="338"/>
            <ac:grpSpMk id="7" creationId="{420F029A-95B8-4BCF-8778-2D1EF6A03ED6}"/>
          </ac:grpSpMkLst>
        </pc:grpChg>
        <pc:grpChg chg="add mod">
          <ac:chgData name="Marzieh Ayati" userId="719e7aeb-c3b5-48e5-801b-084d43cd09ac" providerId="ADAL" clId="{908FFE16-50A5-4D1A-BC16-AC8EEB70DA9A}" dt="2020-09-21T23:19:16.367" v="191" actId="14100"/>
          <ac:grpSpMkLst>
            <pc:docMk/>
            <pc:sldMk cId="1385706252" sldId="338"/>
            <ac:grpSpMk id="16" creationId="{5A9D0916-D4C6-4C1F-BDB4-8E664B118791}"/>
          </ac:grpSpMkLst>
        </pc:grpChg>
        <pc:picChg chg="add del">
          <ac:chgData name="Marzieh Ayati" userId="719e7aeb-c3b5-48e5-801b-084d43cd09ac" providerId="ADAL" clId="{908FFE16-50A5-4D1A-BC16-AC8EEB70DA9A}" dt="2020-09-21T23:13:22.656" v="83" actId="478"/>
          <ac:picMkLst>
            <pc:docMk/>
            <pc:sldMk cId="1385706252" sldId="338"/>
            <ac:picMk id="4" creationId="{D134D325-8609-442C-87B5-C18263195323}"/>
          </ac:picMkLst>
        </pc:picChg>
        <pc:picChg chg="add mod">
          <ac:chgData name="Marzieh Ayati" userId="719e7aeb-c3b5-48e5-801b-084d43cd09ac" providerId="ADAL" clId="{908FFE16-50A5-4D1A-BC16-AC8EEB70DA9A}" dt="2020-09-21T23:13:44.706" v="94" actId="164"/>
          <ac:picMkLst>
            <pc:docMk/>
            <pc:sldMk cId="1385706252" sldId="338"/>
            <ac:picMk id="5" creationId="{8F9AD141-545A-4D78-B7C0-5FE56AA96F63}"/>
          </ac:picMkLst>
        </pc:picChg>
        <pc:picChg chg="add mod">
          <ac:chgData name="Marzieh Ayati" userId="719e7aeb-c3b5-48e5-801b-084d43cd09ac" providerId="ADAL" clId="{908FFE16-50A5-4D1A-BC16-AC8EEB70DA9A}" dt="2020-09-21T23:19:23.335" v="194" actId="1076"/>
          <ac:picMkLst>
            <pc:docMk/>
            <pc:sldMk cId="1385706252" sldId="338"/>
            <ac:picMk id="9" creationId="{51C17FA9-03A9-4C5A-BBF4-1ABCB0D8D285}"/>
          </ac:picMkLst>
        </pc:picChg>
        <pc:picChg chg="add mod">
          <ac:chgData name="Marzieh Ayati" userId="719e7aeb-c3b5-48e5-801b-084d43cd09ac" providerId="ADAL" clId="{908FFE16-50A5-4D1A-BC16-AC8EEB70DA9A}" dt="2020-09-21T23:19:25.071" v="195" actId="1076"/>
          <ac:picMkLst>
            <pc:docMk/>
            <pc:sldMk cId="1385706252" sldId="338"/>
            <ac:picMk id="10" creationId="{67ABB560-ADCA-4161-BD74-66FE98B86BB0}"/>
          </ac:picMkLst>
        </pc:picChg>
        <pc:picChg chg="add mod">
          <ac:chgData name="Marzieh Ayati" userId="719e7aeb-c3b5-48e5-801b-084d43cd09ac" providerId="ADAL" clId="{908FFE16-50A5-4D1A-BC16-AC8EEB70DA9A}" dt="2020-09-21T23:19:27.374" v="196" actId="1076"/>
          <ac:picMkLst>
            <pc:docMk/>
            <pc:sldMk cId="1385706252" sldId="338"/>
            <ac:picMk id="11" creationId="{3722DDEB-A1B3-4C16-B73B-C10863401528}"/>
          </ac:picMkLst>
        </pc:picChg>
        <pc:picChg chg="add del mod">
          <ac:chgData name="Marzieh Ayati" userId="719e7aeb-c3b5-48e5-801b-084d43cd09ac" providerId="ADAL" clId="{908FFE16-50A5-4D1A-BC16-AC8EEB70DA9A}" dt="2020-09-21T23:17:05.600" v="178" actId="478"/>
          <ac:picMkLst>
            <pc:docMk/>
            <pc:sldMk cId="1385706252" sldId="338"/>
            <ac:picMk id="12" creationId="{C178FC74-4026-4DD6-96DE-94279297302D}"/>
          </ac:picMkLst>
        </pc:picChg>
        <pc:picChg chg="add mod">
          <ac:chgData name="Marzieh Ayati" userId="719e7aeb-c3b5-48e5-801b-084d43cd09ac" providerId="ADAL" clId="{908FFE16-50A5-4D1A-BC16-AC8EEB70DA9A}" dt="2020-09-21T23:19:29.015" v="197" actId="1076"/>
          <ac:picMkLst>
            <pc:docMk/>
            <pc:sldMk cId="1385706252" sldId="338"/>
            <ac:picMk id="13" creationId="{535A93D3-0E19-423A-8736-A75728C3A354}"/>
          </ac:picMkLst>
        </pc:picChg>
        <pc:picChg chg="add mod">
          <ac:chgData name="Marzieh Ayati" userId="719e7aeb-c3b5-48e5-801b-084d43cd09ac" providerId="ADAL" clId="{908FFE16-50A5-4D1A-BC16-AC8EEB70DA9A}" dt="2020-09-21T23:19:11.805" v="190" actId="164"/>
          <ac:picMkLst>
            <pc:docMk/>
            <pc:sldMk cId="1385706252" sldId="338"/>
            <ac:picMk id="14" creationId="{440440ED-3AD6-44F1-85E9-EFFAA2B43B37}"/>
          </ac:picMkLst>
        </pc:picChg>
        <pc:picChg chg="add mod">
          <ac:chgData name="Marzieh Ayati" userId="719e7aeb-c3b5-48e5-801b-084d43cd09ac" providerId="ADAL" clId="{908FFE16-50A5-4D1A-BC16-AC8EEB70DA9A}" dt="2020-09-21T23:20:57.086" v="200" actId="1076"/>
          <ac:picMkLst>
            <pc:docMk/>
            <pc:sldMk cId="1385706252" sldId="338"/>
            <ac:picMk id="17" creationId="{3BA21F33-8721-4E74-843B-1BF4B9E0E06A}"/>
          </ac:picMkLst>
        </pc:picChg>
      </pc:sldChg>
      <pc:sldChg chg="addSp delSp modSp new mod modAnim">
        <pc:chgData name="Marzieh Ayati" userId="719e7aeb-c3b5-48e5-801b-084d43cd09ac" providerId="ADAL" clId="{908FFE16-50A5-4D1A-BC16-AC8EEB70DA9A}" dt="2020-09-22T05:18:10.487" v="735" actId="1076"/>
        <pc:sldMkLst>
          <pc:docMk/>
          <pc:sldMk cId="3383766391" sldId="339"/>
        </pc:sldMkLst>
        <pc:spChg chg="mod">
          <ac:chgData name="Marzieh Ayati" userId="719e7aeb-c3b5-48e5-801b-084d43cd09ac" providerId="ADAL" clId="{908FFE16-50A5-4D1A-BC16-AC8EEB70DA9A}" dt="2020-09-22T04:10:27.712" v="236" actId="20577"/>
          <ac:spMkLst>
            <pc:docMk/>
            <pc:sldMk cId="3383766391" sldId="339"/>
            <ac:spMk id="2" creationId="{81AE42B7-6385-4582-A92E-614CB05C619F}"/>
          </ac:spMkLst>
        </pc:spChg>
        <pc:spChg chg="del">
          <ac:chgData name="Marzieh Ayati" userId="719e7aeb-c3b5-48e5-801b-084d43cd09ac" providerId="ADAL" clId="{908FFE16-50A5-4D1A-BC16-AC8EEB70DA9A}" dt="2020-09-22T04:11:35.232" v="243" actId="478"/>
          <ac:spMkLst>
            <pc:docMk/>
            <pc:sldMk cId="3383766391" sldId="339"/>
            <ac:spMk id="3" creationId="{23C2C90D-4718-474F-8A93-71AA084F8FB5}"/>
          </ac:spMkLst>
        </pc:spChg>
        <pc:spChg chg="add mod">
          <ac:chgData name="Marzieh Ayati" userId="719e7aeb-c3b5-48e5-801b-084d43cd09ac" providerId="ADAL" clId="{908FFE16-50A5-4D1A-BC16-AC8EEB70DA9A}" dt="2020-09-22T04:14:15.232" v="377" actId="207"/>
          <ac:spMkLst>
            <pc:docMk/>
            <pc:sldMk cId="3383766391" sldId="339"/>
            <ac:spMk id="7" creationId="{D402CE76-80C5-4358-95AB-73F225F1A810}"/>
          </ac:spMkLst>
        </pc:spChg>
        <pc:spChg chg="add del mod">
          <ac:chgData name="Marzieh Ayati" userId="719e7aeb-c3b5-48e5-801b-084d43cd09ac" providerId="ADAL" clId="{908FFE16-50A5-4D1A-BC16-AC8EEB70DA9A}" dt="2020-09-22T04:18:13.327" v="383" actId="478"/>
          <ac:spMkLst>
            <pc:docMk/>
            <pc:sldMk cId="3383766391" sldId="339"/>
            <ac:spMk id="11" creationId="{E1E99D42-539A-496E-9DDF-2B21B0FC4C39}"/>
          </ac:spMkLst>
        </pc:spChg>
        <pc:spChg chg="add mod">
          <ac:chgData name="Marzieh Ayati" userId="719e7aeb-c3b5-48e5-801b-084d43cd09ac" providerId="ADAL" clId="{908FFE16-50A5-4D1A-BC16-AC8EEB70DA9A}" dt="2020-09-22T04:14:09.691" v="376" actId="207"/>
          <ac:spMkLst>
            <pc:docMk/>
            <pc:sldMk cId="3383766391" sldId="339"/>
            <ac:spMk id="12" creationId="{07B26FA1-2DCF-45E0-BB97-100FAF93C134}"/>
          </ac:spMkLst>
        </pc:spChg>
        <pc:spChg chg="add mod ord">
          <ac:chgData name="Marzieh Ayati" userId="719e7aeb-c3b5-48e5-801b-084d43cd09ac" providerId="ADAL" clId="{908FFE16-50A5-4D1A-BC16-AC8EEB70DA9A}" dt="2020-09-22T05:17:54.633" v="733" actId="1076"/>
          <ac:spMkLst>
            <pc:docMk/>
            <pc:sldMk cId="3383766391" sldId="339"/>
            <ac:spMk id="15" creationId="{5139EC55-0B3F-4288-B7C3-4DF6DC1735AD}"/>
          </ac:spMkLst>
        </pc:spChg>
        <pc:spChg chg="add mod">
          <ac:chgData name="Marzieh Ayati" userId="719e7aeb-c3b5-48e5-801b-084d43cd09ac" providerId="ADAL" clId="{908FFE16-50A5-4D1A-BC16-AC8EEB70DA9A}" dt="2020-09-22T05:07:01.475" v="732" actId="207"/>
          <ac:spMkLst>
            <pc:docMk/>
            <pc:sldMk cId="3383766391" sldId="339"/>
            <ac:spMk id="16" creationId="{DEB0B69F-047A-4E4C-86FA-7531DA2020AA}"/>
          </ac:spMkLst>
        </pc:spChg>
        <pc:spChg chg="add del mod">
          <ac:chgData name="Marzieh Ayati" userId="719e7aeb-c3b5-48e5-801b-084d43cd09ac" providerId="ADAL" clId="{908FFE16-50A5-4D1A-BC16-AC8EEB70DA9A}" dt="2020-09-22T05:17:56.873" v="734" actId="478"/>
          <ac:spMkLst>
            <pc:docMk/>
            <pc:sldMk cId="3383766391" sldId="339"/>
            <ac:spMk id="17" creationId="{381E1E95-C356-4975-BE8C-F42E0AD5C64E}"/>
          </ac:spMkLst>
        </pc:spChg>
        <pc:grpChg chg="add mod">
          <ac:chgData name="Marzieh Ayati" userId="719e7aeb-c3b5-48e5-801b-084d43cd09ac" providerId="ADAL" clId="{908FFE16-50A5-4D1A-BC16-AC8EEB70DA9A}" dt="2020-09-22T04:13:09.809" v="343" actId="164"/>
          <ac:grpSpMkLst>
            <pc:docMk/>
            <pc:sldMk cId="3383766391" sldId="339"/>
            <ac:grpSpMk id="10" creationId="{A3337664-0C7A-456A-B305-AC741905D2AD}"/>
          </ac:grpSpMkLst>
        </pc:grpChg>
        <pc:picChg chg="add mod">
          <ac:chgData name="Marzieh Ayati" userId="719e7aeb-c3b5-48e5-801b-084d43cd09ac" providerId="ADAL" clId="{908FFE16-50A5-4D1A-BC16-AC8EEB70DA9A}" dt="2020-09-22T05:18:10.487" v="735" actId="1076"/>
          <ac:picMkLst>
            <pc:docMk/>
            <pc:sldMk cId="3383766391" sldId="339"/>
            <ac:picMk id="4" creationId="{613153EE-596C-48D4-82F6-03D15B5113F7}"/>
          </ac:picMkLst>
        </pc:picChg>
        <pc:picChg chg="add mod">
          <ac:chgData name="Marzieh Ayati" userId="719e7aeb-c3b5-48e5-801b-084d43cd09ac" providerId="ADAL" clId="{908FFE16-50A5-4D1A-BC16-AC8EEB70DA9A}" dt="2020-09-22T04:11:04.904" v="240" actId="1076"/>
          <ac:picMkLst>
            <pc:docMk/>
            <pc:sldMk cId="3383766391" sldId="339"/>
            <ac:picMk id="5" creationId="{55EECAD1-251C-4729-9242-9401BB2A0954}"/>
          </ac:picMkLst>
        </pc:picChg>
        <pc:picChg chg="add mod">
          <ac:chgData name="Marzieh Ayati" userId="719e7aeb-c3b5-48e5-801b-084d43cd09ac" providerId="ADAL" clId="{908FFE16-50A5-4D1A-BC16-AC8EEB70DA9A}" dt="2020-09-22T04:11:33.111" v="242" actId="1076"/>
          <ac:picMkLst>
            <pc:docMk/>
            <pc:sldMk cId="3383766391" sldId="339"/>
            <ac:picMk id="6" creationId="{863E95EB-21AE-4012-9044-EDDD374128E1}"/>
          </ac:picMkLst>
        </pc:picChg>
        <pc:picChg chg="add del">
          <ac:chgData name="Marzieh Ayati" userId="719e7aeb-c3b5-48e5-801b-084d43cd09ac" providerId="ADAL" clId="{908FFE16-50A5-4D1A-BC16-AC8EEB70DA9A}" dt="2020-09-22T04:17:15.294" v="381" actId="478"/>
          <ac:picMkLst>
            <pc:docMk/>
            <pc:sldMk cId="3383766391" sldId="339"/>
            <ac:picMk id="13" creationId="{3D42E39D-32DC-486F-9376-86DC1D091E9B}"/>
          </ac:picMkLst>
        </pc:picChg>
        <pc:picChg chg="add mod">
          <ac:chgData name="Marzieh Ayati" userId="719e7aeb-c3b5-48e5-801b-084d43cd09ac" providerId="ADAL" clId="{908FFE16-50A5-4D1A-BC16-AC8EEB70DA9A}" dt="2020-09-22T04:18:17.094" v="385" actId="1076"/>
          <ac:picMkLst>
            <pc:docMk/>
            <pc:sldMk cId="3383766391" sldId="339"/>
            <ac:picMk id="14" creationId="{81D7F6CF-1006-4697-B979-B94500699BF4}"/>
          </ac:picMkLst>
        </pc:picChg>
        <pc:cxnChg chg="add mod">
          <ac:chgData name="Marzieh Ayati" userId="719e7aeb-c3b5-48e5-801b-084d43cd09ac" providerId="ADAL" clId="{908FFE16-50A5-4D1A-BC16-AC8EEB70DA9A}" dt="2020-09-22T04:13:09.809" v="343" actId="164"/>
          <ac:cxnSpMkLst>
            <pc:docMk/>
            <pc:sldMk cId="3383766391" sldId="339"/>
            <ac:cxnSpMk id="9" creationId="{2EF3BB67-E50B-4F0E-89E1-2D52F9D87E25}"/>
          </ac:cxnSpMkLst>
        </pc:cxnChg>
      </pc:sldChg>
      <pc:sldChg chg="modSp new mod">
        <pc:chgData name="Marzieh Ayati" userId="719e7aeb-c3b5-48e5-801b-084d43cd09ac" providerId="ADAL" clId="{908FFE16-50A5-4D1A-BC16-AC8EEB70DA9A}" dt="2020-09-22T05:18:30.217" v="747" actId="20577"/>
        <pc:sldMkLst>
          <pc:docMk/>
          <pc:sldMk cId="1111024153" sldId="340"/>
        </pc:sldMkLst>
        <pc:spChg chg="mod">
          <ac:chgData name="Marzieh Ayati" userId="719e7aeb-c3b5-48e5-801b-084d43cd09ac" providerId="ADAL" clId="{908FFE16-50A5-4D1A-BC16-AC8EEB70DA9A}" dt="2020-09-22T05:18:30.217" v="747" actId="20577"/>
          <ac:spMkLst>
            <pc:docMk/>
            <pc:sldMk cId="1111024153" sldId="340"/>
            <ac:spMk id="3" creationId="{D3D5DC25-72CC-457F-B9C5-57838AE5FE33}"/>
          </ac:spMkLst>
        </pc:spChg>
      </pc:sldChg>
    </pc:docChg>
  </pc:docChgLst>
  <pc:docChgLst>
    <pc:chgData name="Marzieh Ayati" userId="719e7aeb-c3b5-48e5-801b-084d43cd09ac" providerId="ADAL" clId="{285FB03C-31F7-4E4C-B284-52F438C5BAEA}"/>
    <pc:docChg chg="custSel modSld">
      <pc:chgData name="Marzieh Ayati" userId="719e7aeb-c3b5-48e5-801b-084d43cd09ac" providerId="ADAL" clId="{285FB03C-31F7-4E4C-B284-52F438C5BAEA}" dt="2022-02-13T06:42:19.294" v="5" actId="1076"/>
      <pc:docMkLst>
        <pc:docMk/>
      </pc:docMkLst>
      <pc:sldChg chg="delSp modSp mod modAnim">
        <pc:chgData name="Marzieh Ayati" userId="719e7aeb-c3b5-48e5-801b-084d43cd09ac" providerId="ADAL" clId="{285FB03C-31F7-4E4C-B284-52F438C5BAEA}" dt="2022-02-13T06:42:19.294" v="5" actId="1076"/>
        <pc:sldMkLst>
          <pc:docMk/>
          <pc:sldMk cId="3005576181" sldId="326"/>
        </pc:sldMkLst>
        <pc:spChg chg="mod">
          <ac:chgData name="Marzieh Ayati" userId="719e7aeb-c3b5-48e5-801b-084d43cd09ac" providerId="ADAL" clId="{285FB03C-31F7-4E4C-B284-52F438C5BAEA}" dt="2022-02-13T06:42:19.294" v="5" actId="1076"/>
          <ac:spMkLst>
            <pc:docMk/>
            <pc:sldMk cId="3005576181" sldId="326"/>
            <ac:spMk id="16" creationId="{CAEFBCF3-C299-4E57-B1EC-916F2FDED076}"/>
          </ac:spMkLst>
        </pc:spChg>
        <pc:grpChg chg="del">
          <ac:chgData name="Marzieh Ayati" userId="719e7aeb-c3b5-48e5-801b-084d43cd09ac" providerId="ADAL" clId="{285FB03C-31F7-4E4C-B284-52F438C5BAEA}" dt="2022-02-13T06:42:14.814" v="3" actId="478"/>
          <ac:grpSpMkLst>
            <pc:docMk/>
            <pc:sldMk cId="3005576181" sldId="326"/>
            <ac:grpSpMk id="13" creationId="{792A3BE5-3EAF-4D71-8578-A073229298AA}"/>
          </ac:grpSpMkLst>
        </pc:grpChg>
        <pc:picChg chg="mod">
          <ac:chgData name="Marzieh Ayati" userId="719e7aeb-c3b5-48e5-801b-084d43cd09ac" providerId="ADAL" clId="{285FB03C-31F7-4E4C-B284-52F438C5BAEA}" dt="2022-02-13T06:42:16.477" v="4" actId="1076"/>
          <ac:picMkLst>
            <pc:docMk/>
            <pc:sldMk cId="3005576181" sldId="326"/>
            <ac:picMk id="18" creationId="{85F4A0A8-D07B-4499-8E5A-1BD3CD6FF029}"/>
          </ac:picMkLst>
        </pc:picChg>
      </pc:sldChg>
    </pc:docChg>
  </pc:docChgLst>
  <pc:docChgLst>
    <pc:chgData name="Marzieh Ayati" userId="719e7aeb-c3b5-48e5-801b-084d43cd09ac" providerId="ADAL" clId="{4C22D53D-BE41-43BE-8766-342C0D38872A}"/>
    <pc:docChg chg="modSld">
      <pc:chgData name="Marzieh Ayati" userId="719e7aeb-c3b5-48e5-801b-084d43cd09ac" providerId="ADAL" clId="{4C22D53D-BE41-43BE-8766-342C0D38872A}" dt="2023-09-27T18:24:34.888" v="9" actId="20577"/>
      <pc:docMkLst>
        <pc:docMk/>
      </pc:docMkLst>
      <pc:sldChg chg="modSp">
        <pc:chgData name="Marzieh Ayati" userId="719e7aeb-c3b5-48e5-801b-084d43cd09ac" providerId="ADAL" clId="{4C22D53D-BE41-43BE-8766-342C0D38872A}" dt="2023-09-27T18:24:34.888" v="9" actId="20577"/>
        <pc:sldMkLst>
          <pc:docMk/>
          <pc:sldMk cId="1968175964" sldId="336"/>
        </pc:sldMkLst>
        <pc:spChg chg="mod">
          <ac:chgData name="Marzieh Ayati" userId="719e7aeb-c3b5-48e5-801b-084d43cd09ac" providerId="ADAL" clId="{4C22D53D-BE41-43BE-8766-342C0D38872A}" dt="2023-09-27T18:24:34.888" v="9" actId="20577"/>
          <ac:spMkLst>
            <pc:docMk/>
            <pc:sldMk cId="1968175964" sldId="336"/>
            <ac:spMk id="22" creationId="{9E7559D1-90E6-4264-BF01-93E05EB3D944}"/>
          </ac:spMkLst>
        </pc:spChg>
      </pc:sldChg>
    </pc:docChg>
  </pc:docChgLst>
  <pc:docChgLst>
    <pc:chgData name="Marzieh Ayati" userId="719e7aeb-c3b5-48e5-801b-084d43cd09ac" providerId="ADAL" clId="{85171749-A223-4680-B009-29AA8937D92C}"/>
    <pc:docChg chg="undo custSel addSld delSld modSld">
      <pc:chgData name="Marzieh Ayati" userId="719e7aeb-c3b5-48e5-801b-084d43cd09ac" providerId="ADAL" clId="{85171749-A223-4680-B009-29AA8937D92C}" dt="2021-09-21T05:01:48.530" v="100" actId="14100"/>
      <pc:docMkLst>
        <pc:docMk/>
      </pc:docMkLst>
      <pc:sldChg chg="addSp modSp mod modAnim modNotes">
        <pc:chgData name="Marzieh Ayati" userId="719e7aeb-c3b5-48e5-801b-084d43cd09ac" providerId="ADAL" clId="{85171749-A223-4680-B009-29AA8937D92C}" dt="2021-09-21T05:01:48.530" v="100" actId="14100"/>
        <pc:sldMkLst>
          <pc:docMk/>
          <pc:sldMk cId="0" sldId="312"/>
        </pc:sldMkLst>
        <pc:spChg chg="add mod">
          <ac:chgData name="Marzieh Ayati" userId="719e7aeb-c3b5-48e5-801b-084d43cd09ac" providerId="ADAL" clId="{85171749-A223-4680-B009-29AA8937D92C}" dt="2021-09-21T05:01:48.530" v="100" actId="14100"/>
          <ac:spMkLst>
            <pc:docMk/>
            <pc:sldMk cId="0" sldId="312"/>
            <ac:spMk id="2" creationId="{4261763B-A4B9-4934-B515-38EDCC105F7E}"/>
          </ac:spMkLst>
        </pc:spChg>
      </pc:sldChg>
      <pc:sldChg chg="modSp">
        <pc:chgData name="Marzieh Ayati" userId="719e7aeb-c3b5-48e5-801b-084d43cd09ac" providerId="ADAL" clId="{85171749-A223-4680-B009-29AA8937D92C}" dt="2021-09-21T00:52:27.633" v="1" actId="20577"/>
        <pc:sldMkLst>
          <pc:docMk/>
          <pc:sldMk cId="2100712031" sldId="322"/>
        </pc:sldMkLst>
        <pc:spChg chg="mod">
          <ac:chgData name="Marzieh Ayati" userId="719e7aeb-c3b5-48e5-801b-084d43cd09ac" providerId="ADAL" clId="{85171749-A223-4680-B009-29AA8937D92C}" dt="2021-09-21T00:52:27.633" v="1" actId="20577"/>
          <ac:spMkLst>
            <pc:docMk/>
            <pc:sldMk cId="2100712031" sldId="322"/>
            <ac:spMk id="3" creationId="{828F75D6-DED6-4D76-A264-AE0E57966D0E}"/>
          </ac:spMkLst>
        </pc:spChg>
      </pc:sldChg>
      <pc:sldChg chg="modSp mod">
        <pc:chgData name="Marzieh Ayati" userId="719e7aeb-c3b5-48e5-801b-084d43cd09ac" providerId="ADAL" clId="{85171749-A223-4680-B009-29AA8937D92C}" dt="2021-09-21T01:02:01.916" v="5" actId="1076"/>
        <pc:sldMkLst>
          <pc:docMk/>
          <pc:sldMk cId="3005576181" sldId="326"/>
        </pc:sldMkLst>
        <pc:picChg chg="mod">
          <ac:chgData name="Marzieh Ayati" userId="719e7aeb-c3b5-48e5-801b-084d43cd09ac" providerId="ADAL" clId="{85171749-A223-4680-B009-29AA8937D92C}" dt="2021-09-21T01:02:01.916" v="5" actId="1076"/>
          <ac:picMkLst>
            <pc:docMk/>
            <pc:sldMk cId="3005576181" sldId="326"/>
            <ac:picMk id="18" creationId="{85F4A0A8-D07B-4499-8E5A-1BD3CD6FF029}"/>
          </ac:picMkLst>
        </pc:picChg>
      </pc:sldChg>
      <pc:sldChg chg="add del">
        <pc:chgData name="Marzieh Ayati" userId="719e7aeb-c3b5-48e5-801b-084d43cd09ac" providerId="ADAL" clId="{85171749-A223-4680-B009-29AA8937D92C}" dt="2021-09-21T01:07:48.585" v="40" actId="47"/>
        <pc:sldMkLst>
          <pc:docMk/>
          <pc:sldMk cId="11614690" sldId="341"/>
        </pc:sldMkLst>
      </pc:sldChg>
      <pc:sldChg chg="modSp add del mod">
        <pc:chgData name="Marzieh Ayati" userId="719e7aeb-c3b5-48e5-801b-084d43cd09ac" providerId="ADAL" clId="{85171749-A223-4680-B009-29AA8937D92C}" dt="2021-09-21T01:05:06.497" v="27" actId="2890"/>
        <pc:sldMkLst>
          <pc:docMk/>
          <pc:sldMk cId="113737531" sldId="341"/>
        </pc:sldMkLst>
        <pc:spChg chg="mod">
          <ac:chgData name="Marzieh Ayati" userId="719e7aeb-c3b5-48e5-801b-084d43cd09ac" providerId="ADAL" clId="{85171749-A223-4680-B009-29AA8937D92C}" dt="2021-09-21T01:05:03.479" v="25" actId="1076"/>
          <ac:spMkLst>
            <pc:docMk/>
            <pc:sldMk cId="113737531" sldId="341"/>
            <ac:spMk id="16" creationId="{CAEFBCF3-C299-4E57-B1EC-916F2FDED076}"/>
          </ac:spMkLst>
        </pc:spChg>
        <pc:grpChg chg="mod">
          <ac:chgData name="Marzieh Ayati" userId="719e7aeb-c3b5-48e5-801b-084d43cd09ac" providerId="ADAL" clId="{85171749-A223-4680-B009-29AA8937D92C}" dt="2021-09-21T01:05:02.310" v="20" actId="1076"/>
          <ac:grpSpMkLst>
            <pc:docMk/>
            <pc:sldMk cId="113737531" sldId="341"/>
            <ac:grpSpMk id="9" creationId="{632C496E-E166-4897-82A7-469DBABA0201}"/>
          </ac:grpSpMkLst>
        </pc:grpChg>
        <pc:grpChg chg="mod">
          <ac:chgData name="Marzieh Ayati" userId="719e7aeb-c3b5-48e5-801b-084d43cd09ac" providerId="ADAL" clId="{85171749-A223-4680-B009-29AA8937D92C}" dt="2021-09-21T01:05:01.686" v="17" actId="1076"/>
          <ac:grpSpMkLst>
            <pc:docMk/>
            <pc:sldMk cId="113737531" sldId="341"/>
            <ac:grpSpMk id="13" creationId="{792A3BE5-3EAF-4D71-8578-A073229298AA}"/>
          </ac:grpSpMkLst>
        </pc:grpChg>
        <pc:grpChg chg="mod">
          <ac:chgData name="Marzieh Ayati" userId="719e7aeb-c3b5-48e5-801b-084d43cd09ac" providerId="ADAL" clId="{85171749-A223-4680-B009-29AA8937D92C}" dt="2021-09-21T01:05:03.137" v="24" actId="1076"/>
          <ac:grpSpMkLst>
            <pc:docMk/>
            <pc:sldMk cId="113737531" sldId="341"/>
            <ac:grpSpMk id="15" creationId="{B8A808FC-C97F-4746-A8A5-1D41F294DC32}"/>
          </ac:grpSpMkLst>
        </pc:grpChg>
        <pc:picChg chg="mod">
          <ac:chgData name="Marzieh Ayati" userId="719e7aeb-c3b5-48e5-801b-084d43cd09ac" providerId="ADAL" clId="{85171749-A223-4680-B009-29AA8937D92C}" dt="2021-09-21T01:05:04.495" v="26" actId="1076"/>
          <ac:picMkLst>
            <pc:docMk/>
            <pc:sldMk cId="113737531" sldId="341"/>
            <ac:picMk id="18" creationId="{85F4A0A8-D07B-4499-8E5A-1BD3CD6FF029}"/>
          </ac:picMkLst>
        </pc:picChg>
      </pc:sldChg>
      <pc:sldChg chg="delSp add del mod delAnim modAnim">
        <pc:chgData name="Marzieh Ayati" userId="719e7aeb-c3b5-48e5-801b-084d43cd09ac" providerId="ADAL" clId="{85171749-A223-4680-B009-29AA8937D92C}" dt="2021-09-21T01:06:28.330" v="33" actId="47"/>
        <pc:sldMkLst>
          <pc:docMk/>
          <pc:sldMk cId="2496055662" sldId="341"/>
        </pc:sldMkLst>
        <pc:spChg chg="del">
          <ac:chgData name="Marzieh Ayati" userId="719e7aeb-c3b5-48e5-801b-084d43cd09ac" providerId="ADAL" clId="{85171749-A223-4680-B009-29AA8937D92C}" dt="2021-09-21T01:05:50.174" v="31" actId="478"/>
          <ac:spMkLst>
            <pc:docMk/>
            <pc:sldMk cId="2496055662" sldId="341"/>
            <ac:spMk id="16" creationId="{CAEFBCF3-C299-4E57-B1EC-916F2FDED076}"/>
          </ac:spMkLst>
        </pc:spChg>
        <pc:grpChg chg="del">
          <ac:chgData name="Marzieh Ayati" userId="719e7aeb-c3b5-48e5-801b-084d43cd09ac" providerId="ADAL" clId="{85171749-A223-4680-B009-29AA8937D92C}" dt="2021-09-21T01:05:52.935" v="32" actId="478"/>
          <ac:grpSpMkLst>
            <pc:docMk/>
            <pc:sldMk cId="2496055662" sldId="341"/>
            <ac:grpSpMk id="13" creationId="{792A3BE5-3EAF-4D71-8578-A073229298AA}"/>
          </ac:grpSpMkLst>
        </pc:grpChg>
      </pc:sldChg>
      <pc:sldChg chg="delSp add del mod delAnim modAnim">
        <pc:chgData name="Marzieh Ayati" userId="719e7aeb-c3b5-48e5-801b-084d43cd09ac" providerId="ADAL" clId="{85171749-A223-4680-B009-29AA8937D92C}" dt="2021-09-21T01:07:06.917" v="38" actId="47"/>
        <pc:sldMkLst>
          <pc:docMk/>
          <pc:sldMk cId="3368022697" sldId="341"/>
        </pc:sldMkLst>
        <pc:spChg chg="del">
          <ac:chgData name="Marzieh Ayati" userId="719e7aeb-c3b5-48e5-801b-084d43cd09ac" providerId="ADAL" clId="{85171749-A223-4680-B009-29AA8937D92C}" dt="2021-09-21T01:06:51.491" v="36" actId="478"/>
          <ac:spMkLst>
            <pc:docMk/>
            <pc:sldMk cId="3368022697" sldId="341"/>
            <ac:spMk id="16" creationId="{CAEFBCF3-C299-4E57-B1EC-916F2FDED076}"/>
          </ac:spMkLst>
        </pc:spChg>
        <pc:grpChg chg="del">
          <ac:chgData name="Marzieh Ayati" userId="719e7aeb-c3b5-48e5-801b-084d43cd09ac" providerId="ADAL" clId="{85171749-A223-4680-B009-29AA8937D92C}" dt="2021-09-21T01:06:54.703" v="37" actId="478"/>
          <ac:grpSpMkLst>
            <pc:docMk/>
            <pc:sldMk cId="3368022697" sldId="341"/>
            <ac:grpSpMk id="13" creationId="{792A3BE5-3EAF-4D71-8578-A073229298AA}"/>
          </ac:grpSpMkLst>
        </pc:grpChg>
      </pc:sldChg>
    </pc:docChg>
  </pc:docChgLst>
  <pc:docChgLst>
    <pc:chgData name="Marzieh Ayati" userId="719e7aeb-c3b5-48e5-801b-084d43cd09ac" providerId="ADAL" clId="{5F1930FD-2D64-4E8E-9AFD-55685BB37B1A}"/>
    <pc:docChg chg="undo custSel addSld delSld modSld">
      <pc:chgData name="Marzieh Ayati" userId="719e7aeb-c3b5-48e5-801b-084d43cd09ac" providerId="ADAL" clId="{5F1930FD-2D64-4E8E-9AFD-55685BB37B1A}" dt="2022-09-27T22:27:57.806" v="2"/>
      <pc:docMkLst>
        <pc:docMk/>
      </pc:docMkLst>
      <pc:sldChg chg="add del modAnim">
        <pc:chgData name="Marzieh Ayati" userId="719e7aeb-c3b5-48e5-801b-084d43cd09ac" providerId="ADAL" clId="{5F1930FD-2D64-4E8E-9AFD-55685BB37B1A}" dt="2022-09-27T22:27:57.806" v="2"/>
        <pc:sldMkLst>
          <pc:docMk/>
          <pc:sldMk cId="3578625662" sldId="32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4444E-6E29-461A-99FE-24DF60FB0D75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8F0AC-057D-4086-AAF7-639225AC9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70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62bd038a05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62bd038a05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62bd038a05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62bd038a05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62bd038a05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62bd038a05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62bd038a05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62bd038a05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62bd038a05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62bd038a05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638700d2ae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638700d2ae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62bd038a05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62bd038a05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636d82b5c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636d82b5c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97F85-0188-42F6-87CC-3AD6B69CA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07B2D-1988-4B5B-BA22-6D8E3AE66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E2550-EB61-420E-ABFE-F1A579ED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FF19-8A68-4918-B78E-045CD9028957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9F5C8-DC84-43D7-AB97-208179E04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33212-BFB8-4EAF-86AD-DD05E7999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AD2-78F6-483C-B97C-E6F4C8380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8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23342-2DBB-467C-8D99-918E6E478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73C69-BD4E-4D4B-830A-E81A989F2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DCF5D-5C01-43D8-9BF1-5EF6FED4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FF19-8A68-4918-B78E-045CD9028957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78459-255C-40DD-B710-75519657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4AE7B-EC5D-4755-B2BD-183BAFFDC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AD2-78F6-483C-B97C-E6F4C8380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191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3E36D-4248-4F25-8D02-7C12E3B3F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CFDF2-D7FC-4EB6-B6B2-20EA2452B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535EC-D7C9-448B-98F1-D78DF9087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FF19-8A68-4918-B78E-045CD9028957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8A7F-F076-410D-8656-B586AAB4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B9F3C-D7C3-4864-8A82-7A8B76ED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AD2-78F6-483C-B97C-E6F4C8380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EF758-D57B-4E4F-A812-6F69897AE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7B73D-E348-4BFE-9E96-885A39B219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42719-A349-440B-8E23-2B311721D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61FE0-3EAA-4326-82BA-33558EB65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FF19-8A68-4918-B78E-045CD9028957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48A20-3364-4F7D-B092-548C7E15E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EAC68-7656-448C-8B52-7884C609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AD2-78F6-483C-B97C-E6F4C8380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2D86C-1BE8-408B-98DD-EE533C972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5D157-375C-4430-97CB-B0B0AC4A4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FA372-CF99-4B80-9553-6F915016E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CED8E9-6699-45E8-B82A-5EE9AC9CB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32C4C6-6264-4758-A406-F9591683A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D28A38-DEAE-4AFD-8796-40C463D32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FF19-8A68-4918-B78E-045CD9028957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E89FE0-D8F8-4840-98FA-0CF68C4D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41ACC5-3B74-4636-AB34-49A327E08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AD2-78F6-483C-B97C-E6F4C8380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0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AD28-0DE6-424C-A87B-1D67DC239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D4DA86-5D7C-481E-8DFA-9C9494B12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FF19-8A68-4918-B78E-045CD9028957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C574C7-F7F3-4198-8ADC-DE7FF4BCA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1844B-DD6D-4BF0-AE0C-FCFEC772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AD2-78F6-483C-B97C-E6F4C8380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8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3ECD2-5649-435C-8089-CD48B918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FF19-8A68-4918-B78E-045CD9028957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73EEB-FCB6-416C-9758-D0380135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90101-6A7E-4DD5-B55F-9948852A3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AD2-78F6-483C-B97C-E6F4C8380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20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2235-F0D1-4F49-B998-881251BEA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F2081-F688-405C-BFAB-70E60B849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133FB-8D0E-4406-A0BF-94924C0E0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A3CE1-4BE1-45E0-8BEF-84F0857EB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FF19-8A68-4918-B78E-045CD9028957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AE9DA-1191-4E7F-A113-044DC71ED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78A00-3BE6-416D-B875-1FB1A281C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AD2-78F6-483C-B97C-E6F4C8380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95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10D8-13A3-40AA-B405-E37947993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530401-F7EB-4863-A5DD-B902D968F9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A4C61-62DB-4E38-AE44-B91C81BA4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EE59E-5387-4369-9B19-AB31A774D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FF19-8A68-4918-B78E-045CD9028957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1A3C5-697F-443E-A12D-BC865905F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08F01-B0E5-480F-B5BE-17E86922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AD2-78F6-483C-B97C-E6F4C8380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0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5CF6-C531-4CCC-856B-C538613FB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BF89E-E2FB-4A71-9C57-9BA263A92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11D97-31EE-4BD8-BB46-12BF4717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FF19-8A68-4918-B78E-045CD9028957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A09B7-1284-4581-A7A8-2741A239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2768E-0726-40C0-A18F-7C31C0265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AD2-78F6-483C-B97C-E6F4C8380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00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FE5A5D-E884-4168-921A-E1028A0D5A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B4D29-5C3E-4FD5-8B50-2662C8F87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9BC05-9250-42C9-9429-C3D549E44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CFF19-8A68-4918-B78E-045CD9028957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4BBEF-5E9C-4C52-997B-A99BBCFD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7F0C4-AC0D-4F2A-9CE0-88B184F06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AD2-78F6-483C-B97C-E6F4C8380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97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6750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50A33-7DD3-4ADE-BC6F-6453BF3B1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77E4F-68A4-452D-AE42-843B895DC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5307F-9304-46A1-998E-79663A0A5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CFF19-8A68-4918-B78E-045CD9028957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F81CE-E94F-4AE1-9A4A-6152DD0D7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E09C7-71F4-4462-BC89-42D243338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D0AD2-78F6-483C-B97C-E6F4C8380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66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jpeg"/><Relationship Id="rId7" Type="http://schemas.openxmlformats.org/officeDocument/2006/relationships/image" Target="../media/image2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CDAF6-3EFE-4864-8494-A3835CFB43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P-value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85148-9E54-404C-A907-CB6193B2F2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31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5BEF-1B75-4AFB-9E27-44788490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18" y="92853"/>
            <a:ext cx="11360800" cy="763600"/>
          </a:xfrm>
        </p:spPr>
        <p:txBody>
          <a:bodyPr/>
          <a:lstStyle/>
          <a:p>
            <a:r>
              <a:rPr lang="en">
                <a:solidFill>
                  <a:srgbClr val="1155CC"/>
                </a:solidFill>
              </a:rPr>
              <a:t>Hypothesis Testing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EA334-7986-467D-AC4C-46DB1618B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50005"/>
            <a:ext cx="11360800" cy="5124050"/>
          </a:xfrm>
        </p:spPr>
        <p:txBody>
          <a:bodyPr/>
          <a:lstStyle/>
          <a:p>
            <a:r>
              <a:rPr lang="en-US"/>
              <a:t>The goal is to test if there is </a:t>
            </a:r>
            <a:r>
              <a:rPr lang="en-US" b="1"/>
              <a:t>no difference </a:t>
            </a:r>
            <a:r>
              <a:rPr lang="en-US"/>
              <a:t> between the drugs</a:t>
            </a:r>
          </a:p>
          <a:p>
            <a:endParaRPr lang="en-US"/>
          </a:p>
          <a:p>
            <a:r>
              <a:rPr lang="en-US"/>
              <a:t>Hypothesis: There is </a:t>
            </a:r>
            <a:r>
              <a:rPr lang="en-US" b="1"/>
              <a:t>no difference </a:t>
            </a:r>
            <a:r>
              <a:rPr lang="en-US"/>
              <a:t>in recovery times between </a:t>
            </a:r>
            <a:r>
              <a:rPr lang="en-US" b="1"/>
              <a:t>Drug C</a:t>
            </a:r>
            <a:r>
              <a:rPr lang="en-US"/>
              <a:t> and </a:t>
            </a:r>
            <a:r>
              <a:rPr lang="en-US" b="1"/>
              <a:t>drug D</a:t>
            </a:r>
          </a:p>
          <a:p>
            <a:endParaRPr lang="en-US" b="1"/>
          </a:p>
          <a:p>
            <a:r>
              <a:rPr lang="en-US">
                <a:solidFill>
                  <a:schemeClr val="accent2"/>
                </a:solidFill>
              </a:rPr>
              <a:t>The hypothesis that there is </a:t>
            </a:r>
            <a:r>
              <a:rPr lang="en-US" b="1">
                <a:solidFill>
                  <a:schemeClr val="accent2"/>
                </a:solidFill>
              </a:rPr>
              <a:t>no difference/signal </a:t>
            </a:r>
            <a:r>
              <a:rPr lang="en-US">
                <a:solidFill>
                  <a:schemeClr val="accent2"/>
                </a:solidFill>
              </a:rPr>
              <a:t>between things is called </a:t>
            </a:r>
            <a:r>
              <a:rPr lang="en-US" b="1">
                <a:solidFill>
                  <a:schemeClr val="accent2"/>
                </a:solidFill>
              </a:rPr>
              <a:t>Null Hypothesis</a:t>
            </a:r>
          </a:p>
          <a:p>
            <a:endParaRPr lang="en-US" b="1">
              <a:solidFill>
                <a:schemeClr val="accent2"/>
              </a:solidFill>
            </a:endParaRPr>
          </a:p>
          <a:p>
            <a:r>
              <a:rPr lang="en-US"/>
              <a:t>We design a significance test to evaluate the strength of the evidence against some </a:t>
            </a:r>
            <a:r>
              <a:rPr lang="en-US" b="1"/>
              <a:t>null hypothesis</a:t>
            </a:r>
            <a:r>
              <a:rPr lang="en-US"/>
              <a:t> (</a:t>
            </a:r>
            <a:r>
              <a:rPr lang="en-US" i="1"/>
              <a:t>H</a:t>
            </a:r>
            <a:r>
              <a:rPr lang="en-US"/>
              <a:t>0​)</a:t>
            </a:r>
          </a:p>
          <a:p>
            <a:endParaRPr lang="en-US" b="1">
              <a:solidFill>
                <a:schemeClr val="accent2"/>
              </a:solidFill>
            </a:endParaRPr>
          </a:p>
          <a:p>
            <a:r>
              <a:rPr lang="en-US"/>
              <a:t>The </a:t>
            </a:r>
            <a:r>
              <a:rPr lang="en-US" b="1"/>
              <a:t>alternative hypothesis</a:t>
            </a:r>
            <a:r>
              <a:rPr lang="en-US"/>
              <a:t> (</a:t>
            </a:r>
            <a:r>
              <a:rPr lang="en-US" i="1"/>
              <a:t>H</a:t>
            </a:r>
            <a:r>
              <a:rPr lang="en-US"/>
              <a:t>a​)  is the claim we are trying to find evidence in favor of.</a:t>
            </a:r>
            <a:endParaRPr lang="en-US" b="1">
              <a:solidFill>
                <a:schemeClr val="accent2"/>
              </a:solidFill>
            </a:endParaRPr>
          </a:p>
          <a:p>
            <a:endParaRPr lang="en-US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057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2161-2819-4F49-8BD0-DE02E66EB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604" y="294984"/>
            <a:ext cx="11360800" cy="7636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P-value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F75D6-DED6-4D76-A264-AE0E57966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095" y="1323464"/>
            <a:ext cx="11360800" cy="5239552"/>
          </a:xfrm>
        </p:spPr>
        <p:txBody>
          <a:bodyPr/>
          <a:lstStyle/>
          <a:p>
            <a:r>
              <a:rPr lang="en-US" dirty="0"/>
              <a:t>Null Hypothesis: The dog is innocent</a:t>
            </a:r>
          </a:p>
          <a:p>
            <a:endParaRPr lang="en-US" dirty="0"/>
          </a:p>
          <a:p>
            <a:r>
              <a:rPr lang="en-US" dirty="0"/>
              <a:t>What the world looks like if the dog is innocent </a:t>
            </a:r>
          </a:p>
          <a:p>
            <a:endParaRPr lang="en-US" dirty="0"/>
          </a:p>
          <a:p>
            <a:r>
              <a:rPr lang="en-US" dirty="0"/>
              <a:t>What is the probability that this event happens in that world?</a:t>
            </a:r>
          </a:p>
          <a:p>
            <a:endParaRPr lang="en-US" dirty="0"/>
          </a:p>
          <a:p>
            <a:r>
              <a:rPr lang="en-US" dirty="0"/>
              <a:t>Probability of getting something at least as bad as we got in the world that we constructed (innocent dog)</a:t>
            </a:r>
          </a:p>
          <a:p>
            <a:endParaRPr lang="en-US" dirty="0"/>
          </a:p>
          <a:p>
            <a:r>
              <a:rPr lang="en-US" dirty="0"/>
              <a:t>Lower the p-value, the more surprising the data/evidence is, the more ridiculous our null hypothesis is</a:t>
            </a:r>
          </a:p>
          <a:p>
            <a:endParaRPr lang="en-US" dirty="0"/>
          </a:p>
          <a:p>
            <a:r>
              <a:rPr lang="en-US" dirty="0"/>
              <a:t>Alternative Hypothesis: The dog is guilty</a:t>
            </a:r>
          </a:p>
          <a:p>
            <a:endParaRPr lang="en-US" dirty="0"/>
          </a:p>
        </p:txBody>
      </p:sp>
      <p:pic>
        <p:nvPicPr>
          <p:cNvPr id="1026" name="Picture 2" descr="Get OUT of the TRASH! - TheDogTrainingSecret.com - TheDogTrainingSecret.com">
            <a:extLst>
              <a:ext uri="{FF2B5EF4-FFF2-40B4-BE49-F238E27FC236}">
                <a16:creationId xmlns:a16="http://schemas.microsoft.com/office/drawing/2014/main" id="{4C115889-CAC9-4F4A-A352-279E4BA61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592" y="42313"/>
            <a:ext cx="2744731" cy="2055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A7F6A6-871E-4B5C-9E8C-24A4D6A78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7879" y="1487833"/>
            <a:ext cx="1772525" cy="1726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BAA7EE-D1F0-47F6-838A-4C9BEAFE077B}"/>
              </a:ext>
            </a:extLst>
          </p:cNvPr>
          <p:cNvSpPr txBox="1"/>
          <p:nvPr/>
        </p:nvSpPr>
        <p:spPr>
          <a:xfrm>
            <a:off x="7834964" y="5534536"/>
            <a:ext cx="44372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Because the null hypothesis looks ridiculous, we reject it in favor of alternative hypothesis</a:t>
            </a:r>
          </a:p>
          <a:p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71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7A533-BECB-48F2-A3CD-707649A72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99" y="179280"/>
            <a:ext cx="11360800" cy="7636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P-value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043AF-48CD-4441-9671-51FB4071C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Can we say drug A is better than Drug B?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40938-F222-47DB-8B2D-FA72B38E3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644" y="3161336"/>
            <a:ext cx="8372475" cy="3524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6164EA-C878-4A75-8C18-346B87DC951C}"/>
              </a:ext>
            </a:extLst>
          </p:cNvPr>
          <p:cNvSpPr txBox="1"/>
          <p:nvPr/>
        </p:nvSpPr>
        <p:spPr>
          <a:xfrm>
            <a:off x="7028855" y="1536633"/>
            <a:ext cx="5163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No, random thing might have happened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74F76B0-0766-43CD-99C3-DE92C2640946}"/>
              </a:ext>
            </a:extLst>
          </p:cNvPr>
          <p:cNvGrpSpPr/>
          <p:nvPr/>
        </p:nvGrpSpPr>
        <p:grpSpPr>
          <a:xfrm>
            <a:off x="2169644" y="2789861"/>
            <a:ext cx="8267700" cy="3895725"/>
            <a:chOff x="2169644" y="2789861"/>
            <a:chExt cx="8267700" cy="38957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2846D22-8FFB-464A-986E-ED5DB6A7A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69644" y="2789861"/>
              <a:ext cx="8267700" cy="3895725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5605C80-9180-4202-BD43-B4DFD1B5EB9A}"/>
                </a:ext>
              </a:extLst>
            </p:cNvPr>
            <p:cNvSpPr/>
            <p:nvPr/>
          </p:nvSpPr>
          <p:spPr>
            <a:xfrm>
              <a:off x="3513221" y="6015789"/>
              <a:ext cx="5630779" cy="66293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4E14FFD-F9E2-48DE-9869-86292F61E3D1}"/>
              </a:ext>
            </a:extLst>
          </p:cNvPr>
          <p:cNvSpPr txBox="1"/>
          <p:nvPr/>
        </p:nvSpPr>
        <p:spPr>
          <a:xfrm>
            <a:off x="7028854" y="1527533"/>
            <a:ext cx="5163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No, random thing might have happened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D32CC2-32C7-437A-A6C2-363C644A3005}"/>
              </a:ext>
            </a:extLst>
          </p:cNvPr>
          <p:cNvGrpSpPr/>
          <p:nvPr/>
        </p:nvGrpSpPr>
        <p:grpSpPr>
          <a:xfrm>
            <a:off x="2169644" y="2866834"/>
            <a:ext cx="8372475" cy="3524250"/>
            <a:chOff x="2169644" y="2866834"/>
            <a:chExt cx="8372475" cy="352425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A5C321F-D5CE-4313-AFC3-EBC93809E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65469" y="2866834"/>
              <a:ext cx="3676650" cy="35242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D3098EB-6292-43A5-8F66-19D4EC073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69644" y="2975743"/>
              <a:ext cx="3629025" cy="3410591"/>
            </a:xfrm>
            <a:prstGeom prst="rect">
              <a:avLst/>
            </a:prstGeom>
          </p:spPr>
        </p:pic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7BC5A8-24C7-4BF6-95CC-3B6B45679675}"/>
              </a:ext>
            </a:extLst>
          </p:cNvPr>
          <p:cNvSpPr/>
          <p:nvPr/>
        </p:nvSpPr>
        <p:spPr>
          <a:xfrm>
            <a:off x="847023" y="2483318"/>
            <a:ext cx="10789920" cy="405223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6EAB0B-16B4-4249-83B7-DB45C77050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0377" y="3161336"/>
            <a:ext cx="3790950" cy="26193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4F59D0A-4FA8-4BBB-BC72-88DACFA6AC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9550" y="3161336"/>
            <a:ext cx="3743325" cy="27622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CE78FA7-B3F5-4802-96E7-D740A907DB7A}"/>
              </a:ext>
            </a:extLst>
          </p:cNvPr>
          <p:cNvSpPr txBox="1"/>
          <p:nvPr/>
        </p:nvSpPr>
        <p:spPr>
          <a:xfrm>
            <a:off x="2569945" y="5780711"/>
            <a:ext cx="2029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99.7% Cured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F3D49C-D677-41A7-BDD0-4E5A9F0E4DC3}"/>
              </a:ext>
            </a:extLst>
          </p:cNvPr>
          <p:cNvSpPr txBox="1"/>
          <p:nvPr/>
        </p:nvSpPr>
        <p:spPr>
          <a:xfrm>
            <a:off x="7688901" y="5706909"/>
            <a:ext cx="2212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0.001% Cured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F1DB92-B1A6-42D8-8CFD-1EA7CB0E901C}"/>
              </a:ext>
            </a:extLst>
          </p:cNvPr>
          <p:cNvSpPr txBox="1"/>
          <p:nvPr/>
        </p:nvSpPr>
        <p:spPr>
          <a:xfrm>
            <a:off x="7184788" y="1867253"/>
            <a:ext cx="48756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Yes, It is unrealistic that these result are random chance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3F48BB7-27FF-4C45-BD14-674A531DBA39}"/>
              </a:ext>
            </a:extLst>
          </p:cNvPr>
          <p:cNvSpPr/>
          <p:nvPr/>
        </p:nvSpPr>
        <p:spPr>
          <a:xfrm>
            <a:off x="1540042" y="2866834"/>
            <a:ext cx="9298004" cy="35195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3D48DB2-9459-4479-82F7-C749698C15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3104" y="3292563"/>
            <a:ext cx="3042937" cy="25970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AAB2845-A796-4186-B340-6DF12C5046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1235" y="3283351"/>
            <a:ext cx="3133825" cy="263241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25FAEEB-833A-4EF2-A3D6-ED57ABE83C05}"/>
              </a:ext>
            </a:extLst>
          </p:cNvPr>
          <p:cNvSpPr txBox="1"/>
          <p:nvPr/>
        </p:nvSpPr>
        <p:spPr>
          <a:xfrm>
            <a:off x="562968" y="2701093"/>
            <a:ext cx="7511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confident are we that drug A is different from drug B?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4956C1-FDB0-4774-A481-7E40E4A841F9}"/>
              </a:ext>
            </a:extLst>
          </p:cNvPr>
          <p:cNvSpPr txBox="1"/>
          <p:nvPr/>
        </p:nvSpPr>
        <p:spPr>
          <a:xfrm>
            <a:off x="9216051" y="2932215"/>
            <a:ext cx="150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P-value = 0.24</a:t>
            </a:r>
          </a:p>
        </p:txBody>
      </p:sp>
    </p:spTree>
    <p:extLst>
      <p:ext uri="{BB962C8B-B14F-4D97-AF65-F5344CB8AC3E}">
        <p14:creationId xmlns:p14="http://schemas.microsoft.com/office/powerpoint/2010/main" val="2526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3" grpId="0"/>
      <p:bldP spid="13" grpId="1"/>
      <p:bldP spid="16" grpId="0" animBg="1"/>
      <p:bldP spid="19" grpId="0"/>
      <p:bldP spid="20" grpId="0"/>
      <p:bldP spid="21" grpId="0"/>
      <p:bldP spid="21" grpId="1"/>
      <p:bldP spid="22" grpId="0" animBg="1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3D832-DA0A-4C40-9217-A06764B7D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5359"/>
            <a:ext cx="11360800" cy="763600"/>
          </a:xfrm>
        </p:spPr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How small does a p-value should be to be confident?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37A19-E6B7-4FCE-A233-B97B8945C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8223" y="1206159"/>
            <a:ext cx="11360800" cy="4555200"/>
          </a:xfrm>
        </p:spPr>
        <p:txBody>
          <a:bodyPr/>
          <a:lstStyle/>
          <a:p>
            <a:r>
              <a:rPr lang="en-US" dirty="0"/>
              <a:t>A commonly used threshold is 0.05</a:t>
            </a:r>
          </a:p>
          <a:p>
            <a:r>
              <a:rPr lang="en-US" dirty="0"/>
              <a:t>It means if there is no difference between drug A and B, and if we did this exact same experiment a bunch of times, then only 5% of those experiments would result in the wrong decision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8A808FC-C97F-4746-A8A5-1D41F294DC32}"/>
              </a:ext>
            </a:extLst>
          </p:cNvPr>
          <p:cNvGrpSpPr/>
          <p:nvPr/>
        </p:nvGrpSpPr>
        <p:grpSpPr>
          <a:xfrm>
            <a:off x="2331722" y="2929727"/>
            <a:ext cx="6955639" cy="2031658"/>
            <a:chOff x="2331722" y="2929727"/>
            <a:chExt cx="6955639" cy="20316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1AE9130-3106-49AF-A5F4-A5602E99F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1722" y="2929727"/>
              <a:ext cx="2769074" cy="2031658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5A7FA4F-D9A2-4ED5-B59B-D76EE71AF85F}"/>
                </a:ext>
              </a:extLst>
            </p:cNvPr>
            <p:cNvGrpSpPr/>
            <p:nvPr/>
          </p:nvGrpSpPr>
          <p:grpSpPr>
            <a:xfrm>
              <a:off x="5100796" y="2929727"/>
              <a:ext cx="4186565" cy="2031658"/>
              <a:chOff x="5100796" y="2929727"/>
              <a:chExt cx="4186565" cy="2031658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31D8024-9A0C-4032-8256-432D30589C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46939" y="2929727"/>
                <a:ext cx="2640422" cy="2031658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7228AF-BD7C-45CE-B173-2B3E7F9F27BF}"/>
                  </a:ext>
                </a:extLst>
              </p:cNvPr>
              <p:cNvSpPr txBox="1"/>
              <p:nvPr/>
            </p:nvSpPr>
            <p:spPr>
              <a:xfrm>
                <a:off x="5100796" y="4273616"/>
                <a:ext cx="13883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P-value = 0.9</a:t>
                </a: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32C496E-E166-4897-82A7-469DBABA0201}"/>
              </a:ext>
            </a:extLst>
          </p:cNvPr>
          <p:cNvGrpSpPr/>
          <p:nvPr/>
        </p:nvGrpSpPr>
        <p:grpSpPr>
          <a:xfrm>
            <a:off x="2451391" y="4743040"/>
            <a:ext cx="7019709" cy="1018319"/>
            <a:chOff x="2518768" y="4743040"/>
            <a:chExt cx="7019709" cy="101831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B24516F-4A66-43A6-9844-11643C308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18768" y="4843133"/>
              <a:ext cx="7019709" cy="918226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F66C79-7703-46FA-8634-BAA3FE4BFF35}"/>
                </a:ext>
              </a:extLst>
            </p:cNvPr>
            <p:cNvSpPr/>
            <p:nvPr/>
          </p:nvSpPr>
          <p:spPr>
            <a:xfrm>
              <a:off x="5794960" y="4743040"/>
              <a:ext cx="301040" cy="2183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0F373AC-42F1-4107-8AAD-352C2719FCA2}"/>
              </a:ext>
            </a:extLst>
          </p:cNvPr>
          <p:cNvSpPr txBox="1"/>
          <p:nvPr/>
        </p:nvSpPr>
        <p:spPr>
          <a:xfrm>
            <a:off x="9287361" y="4196802"/>
            <a:ext cx="2877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fail to see a difference between two groups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EFBCF3-C299-4E57-B1EC-916F2FDED076}"/>
              </a:ext>
            </a:extLst>
          </p:cNvPr>
          <p:cNvSpPr/>
          <p:nvPr/>
        </p:nvSpPr>
        <p:spPr>
          <a:xfrm>
            <a:off x="2331722" y="2945924"/>
            <a:ext cx="9827393" cy="35942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5F4A0A8-D07B-4499-8E5A-1BD3CD6FF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1368" y="3218862"/>
            <a:ext cx="6787410" cy="267902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4B5F661-5FD5-4BE6-82BC-1E8F7B9B2999}"/>
              </a:ext>
            </a:extLst>
          </p:cNvPr>
          <p:cNvSpPr txBox="1"/>
          <p:nvPr/>
        </p:nvSpPr>
        <p:spPr>
          <a:xfrm>
            <a:off x="8497936" y="4373709"/>
            <a:ext cx="3067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two groups are different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177726-5927-48EF-9711-C8B274195C31}"/>
              </a:ext>
            </a:extLst>
          </p:cNvPr>
          <p:cNvSpPr txBox="1"/>
          <p:nvPr/>
        </p:nvSpPr>
        <p:spPr>
          <a:xfrm>
            <a:off x="8780699" y="5198091"/>
            <a:ext cx="27992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Getting small p-value when </a:t>
            </a:r>
          </a:p>
          <a:p>
            <a:r>
              <a:rPr lang="en-US" dirty="0">
                <a:solidFill>
                  <a:srgbClr val="FF0000"/>
                </a:solidFill>
              </a:rPr>
              <a:t>There is no difference:</a:t>
            </a:r>
          </a:p>
          <a:p>
            <a:r>
              <a:rPr lang="en-US" dirty="0">
                <a:solidFill>
                  <a:srgbClr val="FF0000"/>
                </a:solidFill>
              </a:rPr>
              <a:t>False Positive (Type I Error)</a:t>
            </a:r>
          </a:p>
        </p:txBody>
      </p:sp>
    </p:spTree>
    <p:extLst>
      <p:ext uri="{BB962C8B-B14F-4D97-AF65-F5344CB8AC3E}">
        <p14:creationId xmlns:p14="http://schemas.microsoft.com/office/powerpoint/2010/main" val="300557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 animBg="1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C1A1-3C0A-4F15-B31B-27F6E939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22" y="63651"/>
            <a:ext cx="11360800" cy="763600"/>
          </a:xfrm>
        </p:spPr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How small does a p-value should be to be confident?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9D669-CC1C-4470-B814-AD5973350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9722" y="1036119"/>
            <a:ext cx="11360800" cy="4555200"/>
          </a:xfrm>
        </p:spPr>
        <p:txBody>
          <a:bodyPr/>
          <a:lstStyle/>
          <a:p>
            <a:r>
              <a:rPr lang="en-US" dirty="0"/>
              <a:t>0.05 threshold for p-values means that 5% of the experiments will generate a p-value smaller than 0.05</a:t>
            </a:r>
          </a:p>
          <a:p>
            <a:endParaRPr lang="en-US" dirty="0"/>
          </a:p>
          <a:p>
            <a:r>
              <a:rPr lang="en-US" dirty="0"/>
              <a:t>If there is no difference between drug A and B, 5% times we do the experiment, we will get a </a:t>
            </a:r>
            <a:r>
              <a:rPr lang="en-US" b="1" dirty="0"/>
              <a:t>p-value</a:t>
            </a:r>
            <a:r>
              <a:rPr lang="en-US" dirty="0"/>
              <a:t> less than 0.05 (False Positive)</a:t>
            </a:r>
          </a:p>
          <a:p>
            <a:endParaRPr lang="en-US" dirty="0"/>
          </a:p>
          <a:p>
            <a:r>
              <a:rPr lang="en-US" dirty="0"/>
              <a:t>The threshold is arbitrary. </a:t>
            </a:r>
          </a:p>
          <a:p>
            <a:endParaRPr lang="en-US" dirty="0"/>
          </a:p>
          <a:p>
            <a:r>
              <a:rPr lang="en-US" dirty="0"/>
              <a:t>P-value = 0.24 -&gt; we are not confident that they are different                       -&gt; we fail to see the difference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A86BA92-EAEC-4B06-B6AB-B46D7ED2EEC6}"/>
              </a:ext>
            </a:extLst>
          </p:cNvPr>
          <p:cNvGrpSpPr/>
          <p:nvPr/>
        </p:nvGrpSpPr>
        <p:grpSpPr>
          <a:xfrm>
            <a:off x="5784782" y="4668253"/>
            <a:ext cx="6258467" cy="2009974"/>
            <a:chOff x="1260667" y="3780136"/>
            <a:chExt cx="7394490" cy="268633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5A19FF5-C6D1-48F6-9ECC-B18D26E76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0667" y="3869415"/>
              <a:ext cx="3042937" cy="259705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3FCE562-AD03-4EA9-A218-E18E6C25A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21332" y="3780136"/>
              <a:ext cx="3133825" cy="263241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A374AF-2C4E-4FA7-A237-7ECBA5752740}"/>
                </a:ext>
              </a:extLst>
            </p:cNvPr>
            <p:cNvSpPr txBox="1"/>
            <p:nvPr/>
          </p:nvSpPr>
          <p:spPr>
            <a:xfrm>
              <a:off x="4159795" y="4498059"/>
              <a:ext cx="1505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P-value = 0.24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862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35EF7-0036-405E-9F69-316DAE6D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56051"/>
            <a:ext cx="11360800" cy="7636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Note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72279-7117-49C4-9B3D-4035BD363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157690"/>
            <a:ext cx="11360800" cy="4555200"/>
          </a:xfrm>
        </p:spPr>
        <p:txBody>
          <a:bodyPr/>
          <a:lstStyle/>
          <a:p>
            <a:r>
              <a:rPr lang="en-US" dirty="0"/>
              <a:t>P-value helps us decide if we should reject the Null Hypothesis or not</a:t>
            </a:r>
          </a:p>
          <a:p>
            <a:endParaRPr lang="en-US" dirty="0"/>
          </a:p>
          <a:p>
            <a:r>
              <a:rPr lang="en-US" dirty="0"/>
              <a:t>But it does not tell us how different they are</a:t>
            </a:r>
          </a:p>
          <a:p>
            <a:endParaRPr lang="en-US" dirty="0"/>
          </a:p>
          <a:p>
            <a:r>
              <a:rPr lang="en-US" dirty="0"/>
              <a:t>Small p-value does not imply that the effect size of drug A or B is large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1C23DF-2C70-4781-9737-B13283FCBAF9}"/>
              </a:ext>
            </a:extLst>
          </p:cNvPr>
          <p:cNvGrpSpPr/>
          <p:nvPr/>
        </p:nvGrpSpPr>
        <p:grpSpPr>
          <a:xfrm>
            <a:off x="5933533" y="3802271"/>
            <a:ext cx="6258467" cy="2009974"/>
            <a:chOff x="1260667" y="3780136"/>
            <a:chExt cx="7394490" cy="268633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833039C-C21E-4C34-B2AD-F54CFF91C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0667" y="3869415"/>
              <a:ext cx="3042937" cy="259705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073603C-3F7C-414D-B6D6-E301CA9BF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21332" y="3780136"/>
              <a:ext cx="3133825" cy="263241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6E61EB-FDE6-45EF-A304-E3EFC40A2AE4}"/>
                </a:ext>
              </a:extLst>
            </p:cNvPr>
            <p:cNvSpPr txBox="1"/>
            <p:nvPr/>
          </p:nvSpPr>
          <p:spPr>
            <a:xfrm>
              <a:off x="4159795" y="4498059"/>
              <a:ext cx="1505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P-value = 0.24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72E925D-3F24-4272-A4DE-94B6CE187437}"/>
              </a:ext>
            </a:extLst>
          </p:cNvPr>
          <p:cNvGrpSpPr/>
          <p:nvPr/>
        </p:nvGrpSpPr>
        <p:grpSpPr>
          <a:xfrm>
            <a:off x="222154" y="3714775"/>
            <a:ext cx="4887920" cy="1985535"/>
            <a:chOff x="222154" y="3714775"/>
            <a:chExt cx="4887920" cy="198553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39D8B40-4266-43F1-BA0B-E46D93C19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2154" y="3714775"/>
              <a:ext cx="4887920" cy="198553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E4CFF7-85C7-4594-959D-D255428DE0C7}"/>
                </a:ext>
              </a:extLst>
            </p:cNvPr>
            <p:cNvSpPr txBox="1"/>
            <p:nvPr/>
          </p:nvSpPr>
          <p:spPr>
            <a:xfrm>
              <a:off x="2029074" y="4063094"/>
              <a:ext cx="1505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P-value = 0.04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07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1D07-EC42-4C5C-A369-3E7991B13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12104"/>
            <a:ext cx="11360800" cy="7636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How to calculated P-value?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B4613-5DF5-493C-A381-3B1F26A6E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534" y="629502"/>
            <a:ext cx="1171575" cy="119062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1B1C8-4CF3-434B-BBC2-89BA6C60B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13790" y="1374052"/>
            <a:ext cx="12305790" cy="5371844"/>
          </a:xfrm>
        </p:spPr>
        <p:txBody>
          <a:bodyPr/>
          <a:lstStyle/>
          <a:p>
            <a:r>
              <a:rPr lang="en-US" dirty="0"/>
              <a:t>My Hypothesis: My coin is so special</a:t>
            </a:r>
          </a:p>
          <a:p>
            <a:endParaRPr lang="en-US" dirty="0"/>
          </a:p>
          <a:p>
            <a:r>
              <a:rPr lang="en-US" dirty="0"/>
              <a:t>Null Hypothesis: There is no different between my coin and a normal coin</a:t>
            </a:r>
          </a:p>
          <a:p>
            <a:endParaRPr lang="en-US" dirty="0"/>
          </a:p>
          <a:p>
            <a:r>
              <a:rPr lang="en-US" dirty="0"/>
              <a:t>Let’s calculate the p-value to see if we should reject the null hypothesis</a:t>
            </a:r>
          </a:p>
          <a:p>
            <a:endParaRPr lang="en-US" dirty="0"/>
          </a:p>
          <a:p>
            <a:r>
              <a:rPr lang="en-US" dirty="0"/>
              <a:t>P-values are determined by adding up probabilities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5502C-B249-432F-B76B-1A1302F19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448" y="610452"/>
            <a:ext cx="126682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75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C9525-1F98-4B93-AACE-1C24ED2CB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470" y="227607"/>
            <a:ext cx="11360800" cy="7636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How to calculated P-value?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E14A6-6E49-448E-B606-FD596277A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973" y="1267126"/>
            <a:ext cx="11360800" cy="4555200"/>
          </a:xfrm>
        </p:spPr>
        <p:txBody>
          <a:bodyPr/>
          <a:lstStyle/>
          <a:p>
            <a:r>
              <a:rPr lang="en-US" dirty="0"/>
              <a:t>We flip the coin, we want to calculate what is the p-value of 2 heads?</a:t>
            </a:r>
          </a:p>
          <a:p>
            <a:endParaRPr lang="en-US" dirty="0"/>
          </a:p>
          <a:p>
            <a:r>
              <a:rPr lang="en-US" dirty="0"/>
              <a:t>What is the probability of getting 2 heads? </a:t>
            </a:r>
          </a:p>
          <a:p>
            <a:endParaRPr lang="en-US" dirty="0"/>
          </a:p>
          <a:p>
            <a:r>
              <a:rPr lang="en-US" dirty="0"/>
              <a:t>What is the probability of getting 2 tails?</a:t>
            </a:r>
          </a:p>
          <a:p>
            <a:endParaRPr lang="en-US" dirty="0"/>
          </a:p>
          <a:p>
            <a:r>
              <a:rPr lang="en-US" dirty="0"/>
              <a:t>What is the probability of getting one heads and one tails?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1071C-DE13-4569-86CE-4ADC15BA4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726" y="4265142"/>
            <a:ext cx="6175922" cy="25928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0C749A-B7F2-4514-AC4F-4CFBAFCD688E}"/>
              </a:ext>
            </a:extLst>
          </p:cNvPr>
          <p:cNvSpPr/>
          <p:nvPr/>
        </p:nvSpPr>
        <p:spPr>
          <a:xfrm>
            <a:off x="7464453" y="2038955"/>
            <a:ext cx="15255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¼ = 0.25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FCC52-42CD-4817-B042-263E48AD32BC}"/>
              </a:ext>
            </a:extLst>
          </p:cNvPr>
          <p:cNvSpPr/>
          <p:nvPr/>
        </p:nvSpPr>
        <p:spPr>
          <a:xfrm>
            <a:off x="9763287" y="3544726"/>
            <a:ext cx="14982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2/4 = 0.5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FCFA71-0D9C-4A6D-9F34-B93D658F4626}"/>
              </a:ext>
            </a:extLst>
          </p:cNvPr>
          <p:cNvSpPr/>
          <p:nvPr/>
        </p:nvSpPr>
        <p:spPr>
          <a:xfrm>
            <a:off x="7445201" y="2756529"/>
            <a:ext cx="15255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¼ = 0.25</a:t>
            </a:r>
          </a:p>
        </p:txBody>
      </p:sp>
    </p:spTree>
    <p:extLst>
      <p:ext uri="{BB962C8B-B14F-4D97-AF65-F5344CB8AC3E}">
        <p14:creationId xmlns:p14="http://schemas.microsoft.com/office/powerpoint/2010/main" val="148739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53B84-F144-4455-ACF8-9AD8D260E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45" y="175258"/>
            <a:ext cx="11360800" cy="7636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How to calculated P-value?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5302A-A3D4-4742-B8AC-A3C806BE8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715" y="1334502"/>
            <a:ext cx="11360800" cy="4555200"/>
          </a:xfrm>
        </p:spPr>
        <p:txBody>
          <a:bodyPr/>
          <a:lstStyle/>
          <a:p>
            <a:r>
              <a:rPr lang="en-US" dirty="0"/>
              <a:t>P-value is composed of three parts:</a:t>
            </a:r>
          </a:p>
          <a:p>
            <a:pPr lvl="1"/>
            <a:r>
              <a:rPr lang="en-US" dirty="0"/>
              <a:t>The Probability random chance would result in the observation</a:t>
            </a:r>
          </a:p>
          <a:p>
            <a:pPr lvl="1"/>
            <a:r>
              <a:rPr lang="en-US" dirty="0"/>
              <a:t>The probability of observing something else that is equally rare</a:t>
            </a:r>
          </a:p>
          <a:p>
            <a:pPr lvl="1"/>
            <a:r>
              <a:rPr lang="en-US" dirty="0"/>
              <a:t>The probability of observing something rarer or more extreme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3EA1FE-D912-46D0-BEAB-A318BA440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674" y="1816774"/>
            <a:ext cx="2480726" cy="4555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A0B0F8-28E2-4C5B-AA67-8EC6CB75FFA7}"/>
              </a:ext>
            </a:extLst>
          </p:cNvPr>
          <p:cNvSpPr/>
          <p:nvPr/>
        </p:nvSpPr>
        <p:spPr>
          <a:xfrm>
            <a:off x="10972800" y="2223940"/>
            <a:ext cx="803600" cy="6545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6AA00-BA23-43DB-8951-1554ACED980F}"/>
              </a:ext>
            </a:extLst>
          </p:cNvPr>
          <p:cNvSpPr/>
          <p:nvPr/>
        </p:nvSpPr>
        <p:spPr>
          <a:xfrm>
            <a:off x="10972800" y="5642518"/>
            <a:ext cx="803600" cy="6545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12BE86-84C2-44F4-BE9E-39E87F573485}"/>
              </a:ext>
            </a:extLst>
          </p:cNvPr>
          <p:cNvSpPr txBox="1"/>
          <p:nvPr/>
        </p:nvSpPr>
        <p:spPr>
          <a:xfrm>
            <a:off x="1291797" y="4094374"/>
            <a:ext cx="4630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P-value =  0.25 + 0.25 + 0 = 0.5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DAE839-F2C1-4CDD-AB2E-F2AFF1CDD8DB}"/>
              </a:ext>
            </a:extLst>
          </p:cNvPr>
          <p:cNvSpPr txBox="1"/>
          <p:nvPr/>
        </p:nvSpPr>
        <p:spPr>
          <a:xfrm>
            <a:off x="890743" y="5197204"/>
            <a:ext cx="815691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Although I got 2 heads, but p-value is not low (&lt; 0.05), </a:t>
            </a:r>
          </a:p>
          <a:p>
            <a:r>
              <a:rPr lang="en-US" sz="2800" dirty="0"/>
              <a:t>My coin is not different from normal coin</a:t>
            </a:r>
          </a:p>
          <a:p>
            <a:r>
              <a:rPr lang="en-US" sz="2800" dirty="0"/>
              <a:t>Fail to reject the null hypothesis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49216E-2F0D-4753-A1A9-B677F981210C}"/>
              </a:ext>
            </a:extLst>
          </p:cNvPr>
          <p:cNvGrpSpPr/>
          <p:nvPr/>
        </p:nvGrpSpPr>
        <p:grpSpPr>
          <a:xfrm>
            <a:off x="6405504" y="984050"/>
            <a:ext cx="5549074" cy="1672523"/>
            <a:chOff x="6405504" y="984050"/>
            <a:chExt cx="5549074" cy="167252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68744A-4A4C-40CC-B400-F5853924A0DE}"/>
                </a:ext>
              </a:extLst>
            </p:cNvPr>
            <p:cNvSpPr txBox="1"/>
            <p:nvPr/>
          </p:nvSpPr>
          <p:spPr>
            <a:xfrm>
              <a:off x="6405504" y="984050"/>
              <a:ext cx="55490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Although getting 2 heads is special, it is not that special when we know  that other things are just as rare.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FDA480C-1C1B-4EF0-B186-4325DC6F1411}"/>
                </a:ext>
              </a:extLst>
            </p:cNvPr>
            <p:cNvCxnSpPr>
              <a:endCxn id="9" idx="2"/>
            </p:cNvCxnSpPr>
            <p:nvPr/>
          </p:nvCxnSpPr>
          <p:spPr>
            <a:xfrm flipV="1">
              <a:off x="7209104" y="1630381"/>
              <a:ext cx="1970937" cy="102619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8796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B563B-F9A8-44C9-97C9-8436D0E9E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84367"/>
            <a:ext cx="11360800" cy="7636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How to calculated P-value?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C6CB9-D897-4BCF-AFC8-CC2A9AF2D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P-value is composed of three parts:</a:t>
            </a:r>
          </a:p>
          <a:p>
            <a:pPr lvl="1"/>
            <a:r>
              <a:rPr lang="en-US" dirty="0"/>
              <a:t>The Probability random chance would result in the observation</a:t>
            </a:r>
          </a:p>
          <a:p>
            <a:pPr lvl="1"/>
            <a:r>
              <a:rPr lang="en-US" dirty="0"/>
              <a:t>The probability of observing something else that is equally rare</a:t>
            </a:r>
          </a:p>
          <a:p>
            <a:pPr lvl="1"/>
            <a:r>
              <a:rPr lang="en-US" dirty="0"/>
              <a:t>The probability of observing something rarer or more extreme (rare things makes thing less special)</a:t>
            </a:r>
          </a:p>
          <a:p>
            <a:endParaRPr lang="en-US" dirty="0"/>
          </a:p>
        </p:txBody>
      </p:sp>
      <p:pic>
        <p:nvPicPr>
          <p:cNvPr id="4" name="Picture 2" descr="Rare Flowers of Himalayas. | Strange flowers, Orchid seeds, Unusual flowers">
            <a:extLst>
              <a:ext uri="{FF2B5EF4-FFF2-40B4-BE49-F238E27FC236}">
                <a16:creationId xmlns:a16="http://schemas.microsoft.com/office/drawing/2014/main" id="{5ADFCB6E-DB23-464F-9EB0-46C49DCA2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703905"/>
            <a:ext cx="1915608" cy="1434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5757C96-0AA2-4529-8D56-BC2BE7F84CC2}"/>
              </a:ext>
            </a:extLst>
          </p:cNvPr>
          <p:cNvGrpSpPr/>
          <p:nvPr/>
        </p:nvGrpSpPr>
        <p:grpSpPr>
          <a:xfrm>
            <a:off x="6642926" y="1147967"/>
            <a:ext cx="5549074" cy="2281033"/>
            <a:chOff x="6642926" y="1147967"/>
            <a:chExt cx="5549074" cy="22810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7ED81FE-E0BF-4F38-8946-83C676F74EBC}"/>
                </a:ext>
              </a:extLst>
            </p:cNvPr>
            <p:cNvGrpSpPr/>
            <p:nvPr/>
          </p:nvGrpSpPr>
          <p:grpSpPr>
            <a:xfrm>
              <a:off x="6642926" y="1147967"/>
              <a:ext cx="5549074" cy="1672523"/>
              <a:chOff x="6405504" y="984050"/>
              <a:chExt cx="5549074" cy="1672523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BA22E9-297B-4144-B7A0-6D570016F3C2}"/>
                  </a:ext>
                </a:extLst>
              </p:cNvPr>
              <p:cNvSpPr txBox="1"/>
              <p:nvPr/>
            </p:nvSpPr>
            <p:spPr>
              <a:xfrm>
                <a:off x="6405504" y="984050"/>
                <a:ext cx="554907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Although getting 2 heads is special, it is not that special when we know  that other things are just as rare.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2E0DACAB-DF4C-4BAD-8B1C-1A1BF958176B}"/>
                  </a:ext>
                </a:extLst>
              </p:cNvPr>
              <p:cNvCxnSpPr>
                <a:endCxn id="6" idx="2"/>
              </p:cNvCxnSpPr>
              <p:nvPr/>
            </p:nvCxnSpPr>
            <p:spPr>
              <a:xfrm flipV="1">
                <a:off x="7209104" y="1630381"/>
                <a:ext cx="1970937" cy="102619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99CC809-5E52-45C1-9E45-1C40A4440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31994" y="1794298"/>
              <a:ext cx="985469" cy="163470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pic>
        <p:nvPicPr>
          <p:cNvPr id="3074" name="Picture 2" descr="Rare Flower Pictures | Download Free Images on Unsplash">
            <a:extLst>
              <a:ext uri="{FF2B5EF4-FFF2-40B4-BE49-F238E27FC236}">
                <a16:creationId xmlns:a16="http://schemas.microsoft.com/office/drawing/2014/main" id="{7F022906-955A-4B7F-AA7C-DE0932EE5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806" y="4280770"/>
            <a:ext cx="1262964" cy="189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21 Rare Flowers That Simply DO NOT Look Like Flowers At All. My Jaw Nearly  Hit The Floor! | Strange flowers, Unusual flowers, Orchid seeds">
            <a:extLst>
              <a:ext uri="{FF2B5EF4-FFF2-40B4-BE49-F238E27FC236}">
                <a16:creationId xmlns:a16="http://schemas.microsoft.com/office/drawing/2014/main" id="{D70B26BB-81EE-47E4-B9DA-8391A7DD5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617" y="4716249"/>
            <a:ext cx="2072586" cy="142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DD9E7A-94F9-4B9B-9E4A-5D6A5DAB5293}"/>
              </a:ext>
            </a:extLst>
          </p:cNvPr>
          <p:cNvSpPr txBox="1"/>
          <p:nvPr/>
        </p:nvSpPr>
        <p:spPr>
          <a:xfrm>
            <a:off x="3022090" y="4439772"/>
            <a:ext cx="2466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rarest flower</a:t>
            </a:r>
          </a:p>
        </p:txBody>
      </p:sp>
      <p:pic>
        <p:nvPicPr>
          <p:cNvPr id="3078" name="Picture 6" descr="Beautiful and rare flowers and plants images from throughout the globe.  Visit Goodwiz.weebly.com to see more. | Unusual flowers, Wonderful flowers,  Strange flowers">
            <a:extLst>
              <a:ext uri="{FF2B5EF4-FFF2-40B4-BE49-F238E27FC236}">
                <a16:creationId xmlns:a16="http://schemas.microsoft.com/office/drawing/2014/main" id="{4345C8F9-B5F0-4B37-B6D2-8877CFD7F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8212" y="4543965"/>
            <a:ext cx="1269298" cy="1634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5F5334-8AFF-4F54-8CE1-9C29F402D45B}"/>
              </a:ext>
            </a:extLst>
          </p:cNvPr>
          <p:cNvSpPr txBox="1"/>
          <p:nvPr/>
        </p:nvSpPr>
        <p:spPr>
          <a:xfrm>
            <a:off x="3118671" y="5321367"/>
            <a:ext cx="2855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flower is equally as rare as all of these flowers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F42040-783B-4B6D-959E-497D3BF44C6D}"/>
              </a:ext>
            </a:extLst>
          </p:cNvPr>
          <p:cNvSpPr txBox="1"/>
          <p:nvPr/>
        </p:nvSpPr>
        <p:spPr>
          <a:xfrm>
            <a:off x="3047725" y="6024799"/>
            <a:ext cx="2855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a lot of flowers that are rarer than this one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21DEBD-058E-4BBB-ABEA-70C64DD8EE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806" y="4436570"/>
            <a:ext cx="2399539" cy="22268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CC1B82-5BC6-43E5-A621-4D55AF897C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6354" y="4389100"/>
            <a:ext cx="2091500" cy="2282030"/>
          </a:xfrm>
          <a:prstGeom prst="rect">
            <a:avLst/>
          </a:prstGeom>
        </p:spPr>
      </p:pic>
      <p:sp>
        <p:nvSpPr>
          <p:cNvPr id="15" name="Heart 14">
            <a:extLst>
              <a:ext uri="{FF2B5EF4-FFF2-40B4-BE49-F238E27FC236}">
                <a16:creationId xmlns:a16="http://schemas.microsoft.com/office/drawing/2014/main" id="{2C4B6C9C-730C-441A-B19D-020BCF17DA90}"/>
              </a:ext>
            </a:extLst>
          </p:cNvPr>
          <p:cNvSpPr/>
          <p:nvPr/>
        </p:nvSpPr>
        <p:spPr>
          <a:xfrm>
            <a:off x="375333" y="4716249"/>
            <a:ext cx="749788" cy="846407"/>
          </a:xfrm>
          <a:prstGeom prst="hear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0" name="Picture 8" descr="Broken heart - Wikipedia">
            <a:extLst>
              <a:ext uri="{FF2B5EF4-FFF2-40B4-BE49-F238E27FC236}">
                <a16:creationId xmlns:a16="http://schemas.microsoft.com/office/drawing/2014/main" id="{35BF0D50-A1AC-4EC0-94ED-81D7CE6E1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4" y="4624438"/>
            <a:ext cx="1495124" cy="115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5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2" grpId="2"/>
      <p:bldP spid="16" grpId="0"/>
      <p:bldP spid="16" grpId="1"/>
      <p:bldP spid="17" grpId="0"/>
      <p:bldP spid="15" grpId="0" animBg="1"/>
      <p:bldP spid="15" grpId="1" animBg="1"/>
      <p:bldP spid="15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6385E-2E1E-430C-8426-50CB3E10F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596" y="169855"/>
            <a:ext cx="11360800" cy="7636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How to calculated P-value?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61BBA-FBD8-459C-897A-11430E937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10979"/>
            <a:ext cx="11360800" cy="5477166"/>
          </a:xfrm>
        </p:spPr>
        <p:txBody>
          <a:bodyPr/>
          <a:lstStyle/>
          <a:p>
            <a:r>
              <a:rPr lang="en-US" dirty="0"/>
              <a:t>Is my coin special?</a:t>
            </a:r>
          </a:p>
          <a:p>
            <a:endParaRPr lang="en-US" dirty="0"/>
          </a:p>
          <a:p>
            <a:r>
              <a:rPr lang="en-US" dirty="0"/>
              <a:t>Null Hypothesis: My coin is no different from a normal coin</a:t>
            </a:r>
          </a:p>
          <a:p>
            <a:endParaRPr lang="en-US" dirty="0"/>
          </a:p>
          <a:p>
            <a:r>
              <a:rPr lang="en-US" dirty="0"/>
              <a:t>Let’s calculate P-value</a:t>
            </a:r>
          </a:p>
          <a:p>
            <a:endParaRPr lang="en-US" dirty="0"/>
          </a:p>
          <a:p>
            <a:r>
              <a:rPr lang="en-US" dirty="0"/>
              <a:t>P-value:</a:t>
            </a:r>
          </a:p>
          <a:p>
            <a:pPr lvl="1"/>
            <a:r>
              <a:rPr lang="en-US" dirty="0"/>
              <a:t>Probability we randomly get 4 head and 1 Tail</a:t>
            </a:r>
          </a:p>
          <a:p>
            <a:pPr lvl="1"/>
            <a:r>
              <a:rPr lang="en-US" dirty="0"/>
              <a:t>Probability we randomly get something else that is equally rare</a:t>
            </a:r>
          </a:p>
          <a:p>
            <a:pPr lvl="1"/>
            <a:r>
              <a:rPr lang="en-US" dirty="0"/>
              <a:t>Probability we randomly get something rarer or more extreme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13588-F097-4875-B99D-0DECDBE1C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954" y="410879"/>
            <a:ext cx="3981450" cy="800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B4A799-A7D4-4427-84F3-DE106E4FE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476" y="1616149"/>
            <a:ext cx="3710430" cy="33118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4A337C-03F3-4208-9D70-8EE6CFE2C296}"/>
              </a:ext>
            </a:extLst>
          </p:cNvPr>
          <p:cNvSpPr txBox="1"/>
          <p:nvPr/>
        </p:nvSpPr>
        <p:spPr>
          <a:xfrm>
            <a:off x="9155677" y="1452003"/>
            <a:ext cx="623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FB7A8E-AF93-4BBE-9F06-892A69BBE00E}"/>
              </a:ext>
            </a:extLst>
          </p:cNvPr>
          <p:cNvSpPr txBox="1"/>
          <p:nvPr/>
        </p:nvSpPr>
        <p:spPr>
          <a:xfrm>
            <a:off x="7296531" y="4121258"/>
            <a:ext cx="907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 / 32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42D1A-A2E5-47A7-92EC-20C1771B610E}"/>
              </a:ext>
            </a:extLst>
          </p:cNvPr>
          <p:cNvSpPr txBox="1"/>
          <p:nvPr/>
        </p:nvSpPr>
        <p:spPr>
          <a:xfrm>
            <a:off x="9467472" y="4780186"/>
            <a:ext cx="907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 / 32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D84560-A12E-4C37-922D-C9AB6BED3993}"/>
              </a:ext>
            </a:extLst>
          </p:cNvPr>
          <p:cNvSpPr/>
          <p:nvPr/>
        </p:nvSpPr>
        <p:spPr>
          <a:xfrm>
            <a:off x="8258476" y="2983832"/>
            <a:ext cx="907621" cy="1511166"/>
          </a:xfrm>
          <a:prstGeom prst="round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0827C9-C484-4823-9923-F6987255E7B5}"/>
              </a:ext>
            </a:extLst>
          </p:cNvPr>
          <p:cNvSpPr/>
          <p:nvPr/>
        </p:nvSpPr>
        <p:spPr>
          <a:xfrm>
            <a:off x="11168585" y="2455472"/>
            <a:ext cx="907621" cy="1511166"/>
          </a:xfrm>
          <a:prstGeom prst="round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4B15260-8B93-4B03-AE49-6E7A0FC6F0F3}"/>
              </a:ext>
            </a:extLst>
          </p:cNvPr>
          <p:cNvSpPr/>
          <p:nvPr/>
        </p:nvSpPr>
        <p:spPr>
          <a:xfrm>
            <a:off x="11148370" y="4050378"/>
            <a:ext cx="907621" cy="444620"/>
          </a:xfrm>
          <a:prstGeom prst="round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A3599A-D837-4770-9D65-28D8B8EF5270}"/>
              </a:ext>
            </a:extLst>
          </p:cNvPr>
          <p:cNvSpPr/>
          <p:nvPr/>
        </p:nvSpPr>
        <p:spPr>
          <a:xfrm>
            <a:off x="8263179" y="2421928"/>
            <a:ext cx="907621" cy="444620"/>
          </a:xfrm>
          <a:prstGeom prst="round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CC9801-8E9B-4B37-A52C-15EF961346C3}"/>
              </a:ext>
            </a:extLst>
          </p:cNvPr>
          <p:cNvSpPr txBox="1"/>
          <p:nvPr/>
        </p:nvSpPr>
        <p:spPr>
          <a:xfrm>
            <a:off x="9590996" y="5333168"/>
            <a:ext cx="907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 / 32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D8B56F-A0B3-432E-BACE-49A0F8FDC8D7}"/>
              </a:ext>
            </a:extLst>
          </p:cNvPr>
          <p:cNvSpPr txBox="1"/>
          <p:nvPr/>
        </p:nvSpPr>
        <p:spPr>
          <a:xfrm>
            <a:off x="1024980" y="6170483"/>
            <a:ext cx="4440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P-value = 5/32 + 5/32 + 2/32 = 12/32 = 0.375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F39C2C-CB1B-4633-968F-3459C0012D76}"/>
              </a:ext>
            </a:extLst>
          </p:cNvPr>
          <p:cNvSpPr txBox="1"/>
          <p:nvPr/>
        </p:nvSpPr>
        <p:spPr>
          <a:xfrm>
            <a:off x="5816036" y="6087472"/>
            <a:ext cx="65750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P-value is not smaller than 0.05 ,so the data did not </a:t>
            </a:r>
          </a:p>
          <a:p>
            <a:r>
              <a:rPr lang="en-US" b="1" dirty="0">
                <a:solidFill>
                  <a:schemeClr val="accent2"/>
                </a:solidFill>
              </a:rPr>
              <a:t>Convince us that our coin is special -&gt; Fail to Reject Null Hypothesis</a:t>
            </a:r>
          </a:p>
        </p:txBody>
      </p:sp>
    </p:spTree>
    <p:extLst>
      <p:ext uri="{BB962C8B-B14F-4D97-AF65-F5344CB8AC3E}">
        <p14:creationId xmlns:p14="http://schemas.microsoft.com/office/powerpoint/2010/main" val="1169750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  <p:bldP spid="13" grpId="0"/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DE53F-1A7E-43FD-9ACC-CA8840F2D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544" y="1247875"/>
            <a:ext cx="11581856" cy="5488038"/>
          </a:xfrm>
        </p:spPr>
        <p:txBody>
          <a:bodyPr/>
          <a:lstStyle/>
          <a:p>
            <a:r>
              <a:rPr lang="en-US" dirty="0"/>
              <a:t>Height distribution from Brazilian women between 15-49 years old in 1996</a:t>
            </a:r>
          </a:p>
          <a:p>
            <a:endParaRPr lang="en-US" dirty="0"/>
          </a:p>
          <a:p>
            <a:r>
              <a:rPr lang="en-US" dirty="0"/>
              <a:t>The area under the curve represent the probability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980088-5A8F-4852-B3AE-A027478D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44" y="122087"/>
            <a:ext cx="11360150" cy="76358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How to calculated P-value for Continuous data?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F5C927-690F-4D7E-9373-D19475EB2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581" y="3231783"/>
            <a:ext cx="8982075" cy="27622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C2A2302-4D4D-49BD-B5B1-5B49E920E59A}"/>
              </a:ext>
            </a:extLst>
          </p:cNvPr>
          <p:cNvGrpSpPr/>
          <p:nvPr/>
        </p:nvGrpSpPr>
        <p:grpSpPr>
          <a:xfrm>
            <a:off x="1518247" y="3231783"/>
            <a:ext cx="8934450" cy="2762250"/>
            <a:chOff x="1518247" y="3231783"/>
            <a:chExt cx="8934450" cy="276225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A73B120-3D1B-4747-9464-5093BF731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8247" y="3231783"/>
              <a:ext cx="8934450" cy="268605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5ADD3C-98B5-4E54-BF52-185A4337BD70}"/>
                </a:ext>
              </a:extLst>
            </p:cNvPr>
            <p:cNvSpPr/>
            <p:nvPr/>
          </p:nvSpPr>
          <p:spPr>
            <a:xfrm>
              <a:off x="5226518" y="5322771"/>
              <a:ext cx="693019" cy="6712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654070B-D219-418E-BF33-4D7152FFC168}"/>
              </a:ext>
            </a:extLst>
          </p:cNvPr>
          <p:cNvSpPr txBox="1"/>
          <p:nvPr/>
        </p:nvSpPr>
        <p:spPr>
          <a:xfrm>
            <a:off x="4023360" y="2681351"/>
            <a:ext cx="4665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95% of Brazilian women were between 142-169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85CE5B-0D3D-44E9-A3B3-2B60CDE8F996}"/>
              </a:ext>
            </a:extLst>
          </p:cNvPr>
          <p:cNvSpPr txBox="1"/>
          <p:nvPr/>
        </p:nvSpPr>
        <p:spPr>
          <a:xfrm>
            <a:off x="2477410" y="3026757"/>
            <a:ext cx="8550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95% probability that each time we measure a Brazilian woman , their height is 142-169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B24E7E-E1AC-4329-A58C-988778883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202" y="3155583"/>
            <a:ext cx="9105900" cy="27622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ACF35C-C16B-4725-8A95-33AFAFC5BC87}"/>
              </a:ext>
            </a:extLst>
          </p:cNvPr>
          <p:cNvSpPr txBox="1"/>
          <p:nvPr/>
        </p:nvSpPr>
        <p:spPr>
          <a:xfrm>
            <a:off x="1960249" y="2639685"/>
            <a:ext cx="9584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2.5% probability that each time we measure a Brazilian woman, their height will be greater than 169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90CA7A-6F49-4800-A55A-0E266C1EB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3156" y="3150821"/>
            <a:ext cx="8877300" cy="28479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233D6FA-0FEC-4D42-A6EF-1A8D39BE70A3}"/>
              </a:ext>
            </a:extLst>
          </p:cNvPr>
          <p:cNvSpPr txBox="1"/>
          <p:nvPr/>
        </p:nvSpPr>
        <p:spPr>
          <a:xfrm>
            <a:off x="1960249" y="2510748"/>
            <a:ext cx="9252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2.5% probability that each time we measure a Brazilian woman, their height will be less than 142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82D53A-9F99-4450-AC89-32FB6BE92AF6}"/>
              </a:ext>
            </a:extLst>
          </p:cNvPr>
          <p:cNvSpPr txBox="1"/>
          <p:nvPr/>
        </p:nvSpPr>
        <p:spPr>
          <a:xfrm>
            <a:off x="510139" y="6280033"/>
            <a:ext cx="5099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P-value for 142 cm given this distribution = 0.025  +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3C7ACF-ECE7-4E23-A48D-92E6038A5A56}"/>
              </a:ext>
            </a:extLst>
          </p:cNvPr>
          <p:cNvSpPr txBox="1"/>
          <p:nvPr/>
        </p:nvSpPr>
        <p:spPr>
          <a:xfrm>
            <a:off x="3197518" y="5960695"/>
            <a:ext cx="342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Adding more extreme/rarer values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9E030D-D824-4FFC-BD51-19D3B67F981A}"/>
              </a:ext>
            </a:extLst>
          </p:cNvPr>
          <p:cNvSpPr txBox="1"/>
          <p:nvPr/>
        </p:nvSpPr>
        <p:spPr>
          <a:xfrm>
            <a:off x="6118497" y="629016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083C13-1693-46E7-A5F2-A4BD5F823A7F}"/>
              </a:ext>
            </a:extLst>
          </p:cNvPr>
          <p:cNvSpPr txBox="1"/>
          <p:nvPr/>
        </p:nvSpPr>
        <p:spPr>
          <a:xfrm>
            <a:off x="7435699" y="6221065"/>
            <a:ext cx="4756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0.05         It is pretty special to see</a:t>
            </a:r>
          </a:p>
          <a:p>
            <a:r>
              <a:rPr lang="en-US" dirty="0"/>
              <a:t>                    someone with 142 in this distribution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B79A012-1E35-47BE-8318-C61C83C43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544" y="3155369"/>
            <a:ext cx="9105900" cy="27622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E7559D1-90E6-4264-BF01-93E05EB3D944}"/>
              </a:ext>
            </a:extLst>
          </p:cNvPr>
          <p:cNvSpPr txBox="1"/>
          <p:nvPr/>
        </p:nvSpPr>
        <p:spPr>
          <a:xfrm>
            <a:off x="67377" y="3921959"/>
            <a:ext cx="5724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 Hypothesis: This person </a:t>
            </a:r>
            <a:r>
              <a:rPr lang="en-US"/>
              <a:t>is</a:t>
            </a:r>
            <a:r>
              <a:rPr lang="en-US" dirty="0"/>
              <a:t> </a:t>
            </a:r>
            <a:r>
              <a:rPr lang="en-US"/>
              <a:t>special </a:t>
            </a:r>
            <a:r>
              <a:rPr lang="en-US" dirty="0"/>
              <a:t>from this distribution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E2CC1A-C05F-413E-BEEA-10D53F37BEA6}"/>
              </a:ext>
            </a:extLst>
          </p:cNvPr>
          <p:cNvSpPr txBox="1"/>
          <p:nvPr/>
        </p:nvSpPr>
        <p:spPr>
          <a:xfrm>
            <a:off x="9463421" y="5567538"/>
            <a:ext cx="2677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It is statistically significant</a:t>
            </a:r>
          </a:p>
        </p:txBody>
      </p:sp>
    </p:spTree>
    <p:extLst>
      <p:ext uri="{BB962C8B-B14F-4D97-AF65-F5344CB8AC3E}">
        <p14:creationId xmlns:p14="http://schemas.microsoft.com/office/powerpoint/2010/main" val="196817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81481E-6 L 0.15469 0.00695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34" y="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  <p:bldP spid="13" grpId="0"/>
      <p:bldP spid="13" grpId="1"/>
      <p:bldP spid="15" grpId="0"/>
      <p:bldP spid="16" grpId="0"/>
      <p:bldP spid="17" grpId="0"/>
      <p:bldP spid="17" grpId="1"/>
      <p:bldP spid="18" grpId="0"/>
      <p:bldP spid="20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F3B40-62AC-4239-8B21-C3EB3767C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83228"/>
            <a:ext cx="11360800" cy="7636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How to calculated P-value?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FBEC65-B1E5-422E-A3E4-B11565A73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462" y="3605501"/>
            <a:ext cx="8924925" cy="2762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7CAC13-3C52-4DF2-B680-2C62B1C623BE}"/>
              </a:ext>
            </a:extLst>
          </p:cNvPr>
          <p:cNvSpPr txBox="1"/>
          <p:nvPr/>
        </p:nvSpPr>
        <p:spPr>
          <a:xfrm>
            <a:off x="6362365" y="1936588"/>
            <a:ext cx="5613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probability that this happens in random chance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ED05FB-DC97-434E-8015-B462BBF14D68}"/>
              </a:ext>
            </a:extLst>
          </p:cNvPr>
          <p:cNvSpPr txBox="1"/>
          <p:nvPr/>
        </p:nvSpPr>
        <p:spPr>
          <a:xfrm>
            <a:off x="6439300" y="2613756"/>
            <a:ext cx="426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probability of more extreme part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75320B-0AB9-4120-B540-282D1ED8B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654" y="3660257"/>
            <a:ext cx="8896350" cy="2790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B71FD1-4C38-447D-B6C1-24BBAEBD8331}"/>
              </a:ext>
            </a:extLst>
          </p:cNvPr>
          <p:cNvSpPr txBox="1"/>
          <p:nvPr/>
        </p:nvSpPr>
        <p:spPr>
          <a:xfrm>
            <a:off x="7315251" y="6451082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48%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D981E4-AFF2-42F1-A346-546B1EDF4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654" y="3660257"/>
            <a:ext cx="8867775" cy="287655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5AD4C-7CE3-4A84-867F-146D981A2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560" y="1151400"/>
            <a:ext cx="11360800" cy="4555200"/>
          </a:xfrm>
        </p:spPr>
        <p:txBody>
          <a:bodyPr/>
          <a:lstStyle/>
          <a:p>
            <a:r>
              <a:rPr lang="en-US" dirty="0"/>
              <a:t>What is the p-value to find someone between 155.4-156 cm?</a:t>
            </a:r>
          </a:p>
          <a:p>
            <a:endParaRPr lang="en-US" dirty="0"/>
          </a:p>
          <a:p>
            <a:r>
              <a:rPr lang="en-US" dirty="0"/>
              <a:t>P(155.4&lt;h&lt;156)  = red area = 0.04</a:t>
            </a:r>
          </a:p>
          <a:p>
            <a:endParaRPr lang="en-US" dirty="0"/>
          </a:p>
          <a:p>
            <a:r>
              <a:rPr lang="en-US" dirty="0"/>
              <a:t>P(h&lt;155.4) = 0.48</a:t>
            </a:r>
          </a:p>
          <a:p>
            <a:endParaRPr lang="en-US" dirty="0"/>
          </a:p>
          <a:p>
            <a:r>
              <a:rPr lang="en-US" dirty="0"/>
              <a:t>P(h&gt;156) = 0.48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Pvalue</a:t>
            </a:r>
            <a:r>
              <a:rPr lang="en-US" dirty="0"/>
              <a:t> = 0.04+0.48+0.48 = 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51F62-0A36-408D-9B81-48896A6236EB}"/>
              </a:ext>
            </a:extLst>
          </p:cNvPr>
          <p:cNvSpPr txBox="1"/>
          <p:nvPr/>
        </p:nvSpPr>
        <p:spPr>
          <a:xfrm>
            <a:off x="521651" y="6086251"/>
            <a:ext cx="4756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this distribution, it is not unusual to measure someone in that range (close to mean)</a:t>
            </a:r>
          </a:p>
        </p:txBody>
      </p:sp>
    </p:spTree>
    <p:extLst>
      <p:ext uri="{BB962C8B-B14F-4D97-AF65-F5344CB8AC3E}">
        <p14:creationId xmlns:p14="http://schemas.microsoft.com/office/powerpoint/2010/main" val="166214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>
            <a:spLocks noGrp="1"/>
          </p:cNvSpPr>
          <p:nvPr>
            <p:ph type="title"/>
          </p:nvPr>
        </p:nvSpPr>
        <p:spPr>
          <a:xfrm>
            <a:off x="341467" y="1335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solidFill>
                  <a:srgbClr val="1155CC"/>
                </a:solidFill>
              </a:rPr>
              <a:t>Vitamin D - Confidence Interval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255" name="Google Shape;25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6600" y="978534"/>
            <a:ext cx="7312467" cy="5814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>
            <a:spLocks noGrp="1"/>
          </p:cNvSpPr>
          <p:nvPr>
            <p:ph type="body" idx="1"/>
          </p:nvPr>
        </p:nvSpPr>
        <p:spPr>
          <a:xfrm>
            <a:off x="341467" y="951967"/>
            <a:ext cx="11360800" cy="580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Bef>
                <a:spcPts val="1067"/>
              </a:spcBef>
              <a:buNone/>
            </a:pPr>
            <a:r>
              <a:rPr lang="en" sz="3200" b="1" dirty="0">
                <a:solidFill>
                  <a:schemeClr val="dk1"/>
                </a:solidFill>
              </a:rPr>
              <a:t>Research Question:</a:t>
            </a:r>
            <a:r>
              <a:rPr lang="en" sz="3200" dirty="0">
                <a:solidFill>
                  <a:schemeClr val="dk1"/>
                </a:solidFill>
              </a:rPr>
              <a:t> Is the mean vitamin D in middle-aged and older European men </a:t>
            </a:r>
            <a:r>
              <a:rPr lang="en" sz="3200" i="1" dirty="0">
                <a:solidFill>
                  <a:schemeClr val="dk1"/>
                </a:solidFill>
              </a:rPr>
              <a:t>lower than</a:t>
            </a:r>
            <a:r>
              <a:rPr lang="en" sz="3200" dirty="0">
                <a:solidFill>
                  <a:schemeClr val="dk1"/>
                </a:solidFill>
              </a:rPr>
              <a:t> 100 nmol/L (the “desirable” level)?</a:t>
            </a:r>
            <a:endParaRPr sz="3200" dirty="0">
              <a:solidFill>
                <a:schemeClr val="dk1"/>
              </a:solidFill>
            </a:endParaRPr>
          </a:p>
          <a:p>
            <a:pPr>
              <a:spcBef>
                <a:spcPts val="1067"/>
              </a:spcBef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Assume that the mean = 100</a:t>
            </a:r>
            <a:endParaRPr dirty="0"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This is called the “</a:t>
            </a:r>
            <a:r>
              <a:rPr lang="en" b="1" dirty="0">
                <a:solidFill>
                  <a:schemeClr val="dk1"/>
                </a:solidFill>
              </a:rPr>
              <a:t>null hypothesis”</a:t>
            </a:r>
            <a:endParaRPr b="1" dirty="0"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 b="1" dirty="0">
                <a:solidFill>
                  <a:schemeClr val="dk1"/>
                </a:solidFill>
              </a:rPr>
              <a:t>Alternative hypothesis</a:t>
            </a:r>
            <a:r>
              <a:rPr lang="en" dirty="0">
                <a:solidFill>
                  <a:schemeClr val="dk1"/>
                </a:solidFill>
              </a:rPr>
              <a:t>: The mean is not 100</a:t>
            </a:r>
            <a:endParaRPr lang="en-US"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-US" dirty="0">
                <a:solidFill>
                  <a:schemeClr val="dk1"/>
                </a:solidFill>
              </a:rPr>
              <a:t>Assess the probability of observing what we observed assuming that the null is true</a:t>
            </a: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If that probability is high, then we likely observed what we observed just by chance</a:t>
            </a:r>
            <a:endParaRPr dirty="0"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If that probability is low, then our assumption (i,e, the null hypothesis) may have been wrong  </a:t>
            </a:r>
            <a:endParaRPr dirty="0"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 dirty="0">
                <a:solidFill>
                  <a:schemeClr val="dk1"/>
                </a:solidFill>
              </a:rPr>
              <a:t>So we will </a:t>
            </a:r>
            <a:r>
              <a:rPr lang="en" i="1" dirty="0">
                <a:solidFill>
                  <a:schemeClr val="dk1"/>
                </a:solidFill>
              </a:rPr>
              <a:t>reject</a:t>
            </a:r>
            <a:r>
              <a:rPr lang="en" dirty="0">
                <a:solidFill>
                  <a:schemeClr val="dk1"/>
                </a:solidFill>
              </a:rPr>
              <a:t> the null hypothesis (rather than rejecting our data) =&gt; We will say that our observation of a mean less than 100 is </a:t>
            </a:r>
            <a:r>
              <a:rPr lang="en" i="1" dirty="0">
                <a:solidFill>
                  <a:schemeClr val="dk1"/>
                </a:solidFill>
              </a:rPr>
              <a:t>statistically significant</a:t>
            </a:r>
            <a:endParaRPr i="1" dirty="0">
              <a:solidFill>
                <a:schemeClr val="dk1"/>
              </a:solidFill>
            </a:endParaRPr>
          </a:p>
          <a:p>
            <a:pPr indent="0">
              <a:spcBef>
                <a:spcPts val="1067"/>
              </a:spcBef>
              <a:buNone/>
            </a:pPr>
            <a:endParaRPr dirty="0">
              <a:solidFill>
                <a:schemeClr val="dk1"/>
              </a:solidFill>
            </a:endParaRPr>
          </a:p>
          <a:p>
            <a:pPr marL="0" indent="0">
              <a:spcBef>
                <a:spcPts val="1067"/>
              </a:spcBef>
              <a:buClr>
                <a:schemeClr val="dk1"/>
              </a:buClr>
              <a:buSzPts val="1100"/>
              <a:buNone/>
            </a:pPr>
            <a:endParaRPr dirty="0">
              <a:solidFill>
                <a:srgbClr val="3333CC"/>
              </a:solidFill>
            </a:endParaRPr>
          </a:p>
          <a:p>
            <a:pPr marL="0" indent="0">
              <a:spcBef>
                <a:spcPts val="1067"/>
              </a:spcBef>
              <a:buNone/>
            </a:pPr>
            <a:endParaRPr sz="3200"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sz="1867" dirty="0">
              <a:solidFill>
                <a:srgbClr val="1155CC"/>
              </a:solidFill>
            </a:endParaRPr>
          </a:p>
          <a:p>
            <a:pPr marL="0" indent="0">
              <a:spcAft>
                <a:spcPts val="2133"/>
              </a:spcAft>
              <a:buNone/>
            </a:pPr>
            <a:endParaRPr dirty="0"/>
          </a:p>
        </p:txBody>
      </p:sp>
      <p:sp>
        <p:nvSpPr>
          <p:cNvPr id="267" name="Google Shape;267;p43"/>
          <p:cNvSpPr txBox="1">
            <a:spLocks noGrp="1"/>
          </p:cNvSpPr>
          <p:nvPr>
            <p:ph type="title"/>
          </p:nvPr>
        </p:nvSpPr>
        <p:spPr>
          <a:xfrm>
            <a:off x="341467" y="1335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>
                <a:solidFill>
                  <a:srgbClr val="1155CC"/>
                </a:solidFill>
              </a:rPr>
              <a:t>Hypothesis Testing</a:t>
            </a:r>
            <a:endParaRPr dirty="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>
            <a:spLocks noGrp="1"/>
          </p:cNvSpPr>
          <p:nvPr>
            <p:ph type="title"/>
          </p:nvPr>
        </p:nvSpPr>
        <p:spPr>
          <a:xfrm>
            <a:off x="341467" y="1335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solidFill>
                  <a:srgbClr val="1155CC"/>
                </a:solidFill>
              </a:rPr>
              <a:t>Hypothesis Testing - Simulation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273" name="Google Shape;27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2301" y="1161267"/>
            <a:ext cx="6619977" cy="5554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5968" y="2108033"/>
            <a:ext cx="2805633" cy="366086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4"/>
          <p:cNvSpPr txBox="1">
            <a:spLocks noGrp="1"/>
          </p:cNvSpPr>
          <p:nvPr>
            <p:ph type="body" idx="1"/>
          </p:nvPr>
        </p:nvSpPr>
        <p:spPr>
          <a:xfrm>
            <a:off x="78976" y="1198535"/>
            <a:ext cx="5340307" cy="316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07987">
              <a:lnSpc>
                <a:spcPct val="80000"/>
              </a:lnSpc>
              <a:spcBef>
                <a:spcPts val="800"/>
              </a:spcBef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3200" dirty="0">
                <a:solidFill>
                  <a:schemeClr val="dk1"/>
                </a:solidFill>
              </a:rPr>
              <a:t>Standard error for the mean: 3.3</a:t>
            </a:r>
            <a:endParaRPr sz="3200" dirty="0">
              <a:solidFill>
                <a:schemeClr val="dk1"/>
              </a:solidFill>
            </a:endParaRPr>
          </a:p>
          <a:p>
            <a:pPr indent="-507987">
              <a:lnSpc>
                <a:spcPct val="80000"/>
              </a:lnSpc>
              <a:buClr>
                <a:schemeClr val="dk1"/>
              </a:buClr>
              <a:buSzPts val="2400"/>
            </a:pPr>
            <a:r>
              <a:rPr lang="en" sz="3200" dirty="0">
                <a:solidFill>
                  <a:schemeClr val="dk1"/>
                </a:solidFill>
              </a:rPr>
              <a:t>Null hypothesis mean: 100</a:t>
            </a:r>
            <a:endParaRPr sz="3200" dirty="0">
              <a:solidFill>
                <a:schemeClr val="dk1"/>
              </a:solidFill>
            </a:endParaRPr>
          </a:p>
          <a:p>
            <a:pPr indent="-507987">
              <a:lnSpc>
                <a:spcPct val="80000"/>
              </a:lnSpc>
              <a:buClr>
                <a:schemeClr val="dk1"/>
              </a:buClr>
              <a:buSzPts val="2400"/>
            </a:pPr>
            <a:r>
              <a:rPr lang="en" sz="3200" dirty="0">
                <a:solidFill>
                  <a:schemeClr val="dk1"/>
                </a:solidFill>
              </a:rPr>
              <a:t>Simulate the distribution for these statistics</a:t>
            </a:r>
            <a:endParaRPr sz="3200" dirty="0">
              <a:solidFill>
                <a:schemeClr val="dk1"/>
              </a:solidFill>
            </a:endParaRPr>
          </a:p>
          <a:p>
            <a:pPr marL="0" indent="0">
              <a:spcBef>
                <a:spcPts val="2267"/>
              </a:spcBef>
              <a:buNone/>
            </a:pPr>
            <a:r>
              <a:rPr lang="en" sz="3733" dirty="0">
                <a:solidFill>
                  <a:schemeClr val="dk1"/>
                </a:solidFill>
              </a:rPr>
              <a:t>  </a:t>
            </a:r>
            <a:endParaRPr sz="3733" dirty="0">
              <a:solidFill>
                <a:schemeClr val="dk1"/>
              </a:solidFill>
            </a:endParaRPr>
          </a:p>
          <a:p>
            <a:pPr marL="0" indent="0">
              <a:spcAft>
                <a:spcPts val="2133"/>
              </a:spcAft>
              <a:buNone/>
            </a:pPr>
            <a:endParaRPr dirty="0"/>
          </a:p>
        </p:txBody>
      </p:sp>
      <p:pic>
        <p:nvPicPr>
          <p:cNvPr id="276" name="Google Shape;27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5067" y="4625768"/>
            <a:ext cx="3140798" cy="200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7267" y="3889918"/>
            <a:ext cx="3429000" cy="120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>
            <a:spLocks noGrp="1"/>
          </p:cNvSpPr>
          <p:nvPr>
            <p:ph type="title"/>
          </p:nvPr>
        </p:nvSpPr>
        <p:spPr>
          <a:xfrm>
            <a:off x="341467" y="1335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solidFill>
                  <a:srgbClr val="1155CC"/>
                </a:solidFill>
              </a:rPr>
              <a:t>Hypothesis Testing - Parametric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283" name="Google Shape;283;p45"/>
          <p:cNvSpPr txBox="1">
            <a:spLocks noGrp="1"/>
          </p:cNvSpPr>
          <p:nvPr>
            <p:ph type="body" idx="1"/>
          </p:nvPr>
        </p:nvSpPr>
        <p:spPr>
          <a:xfrm>
            <a:off x="415600" y="897167"/>
            <a:ext cx="11286800" cy="229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indent="-507987">
              <a:lnSpc>
                <a:spcPct val="80000"/>
              </a:lnSpc>
              <a:spcBef>
                <a:spcPts val="800"/>
              </a:spcBef>
              <a:buClr>
                <a:schemeClr val="dk1"/>
              </a:buClr>
              <a:buSzPts val="2400"/>
            </a:pPr>
            <a:r>
              <a:rPr lang="en" sz="2667">
                <a:solidFill>
                  <a:schemeClr val="dk1"/>
                </a:solidFill>
              </a:rPr>
              <a:t>Since we know the probability density function for normal distribution work, we can exactly calculate the probability of seeing an average of 63 nmol/L if the true average weight is 100 (i.e., if our null hypothesis is true)</a:t>
            </a:r>
            <a:r>
              <a:rPr lang="en" sz="3733">
                <a:solidFill>
                  <a:schemeClr val="dk1"/>
                </a:solidFill>
              </a:rPr>
              <a:t>  </a:t>
            </a:r>
            <a:endParaRPr sz="3733">
              <a:solidFill>
                <a:schemeClr val="dk1"/>
              </a:solidFill>
            </a:endParaRPr>
          </a:p>
          <a:p>
            <a:pPr indent="0">
              <a:lnSpc>
                <a:spcPct val="80000"/>
              </a:lnSpc>
              <a:spcBef>
                <a:spcPts val="800"/>
              </a:spcBef>
              <a:buNone/>
            </a:pPr>
            <a:endParaRPr sz="3733">
              <a:solidFill>
                <a:schemeClr val="dk1"/>
              </a:solidFill>
            </a:endParaRPr>
          </a:p>
          <a:p>
            <a:pPr marL="0" indent="0">
              <a:spcAft>
                <a:spcPts val="2133"/>
              </a:spcAft>
              <a:buNone/>
            </a:pPr>
            <a:endParaRPr/>
          </a:p>
        </p:txBody>
      </p:sp>
      <p:pic>
        <p:nvPicPr>
          <p:cNvPr id="284" name="Google Shape;28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5934" y="2661600"/>
            <a:ext cx="5062133" cy="2148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>
            <a:spLocks noGrp="1"/>
          </p:cNvSpPr>
          <p:nvPr>
            <p:ph type="title"/>
          </p:nvPr>
        </p:nvSpPr>
        <p:spPr>
          <a:xfrm>
            <a:off x="341467" y="1335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solidFill>
                  <a:srgbClr val="1155CC"/>
                </a:solidFill>
              </a:rPr>
              <a:t>Confidence Intervals vs. Hypothesis Tests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291" name="Google Shape;29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01" y="1334934"/>
            <a:ext cx="8192649" cy="190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085" y="3675799"/>
            <a:ext cx="8192665" cy="190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6"/>
          <p:cNvSpPr txBox="1"/>
          <p:nvPr/>
        </p:nvSpPr>
        <p:spPr>
          <a:xfrm>
            <a:off x="9660833" y="1797867"/>
            <a:ext cx="1634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467"/>
              </a:spcBef>
            </a:pPr>
            <a:r>
              <a:rPr lang="en" sz="2400" i="1"/>
              <a:t>p &lt; 0.05</a:t>
            </a:r>
            <a:endParaRPr sz="2400" i="1"/>
          </a:p>
        </p:txBody>
      </p:sp>
      <p:sp>
        <p:nvSpPr>
          <p:cNvPr id="294" name="Google Shape;294;p46"/>
          <p:cNvSpPr txBox="1"/>
          <p:nvPr/>
        </p:nvSpPr>
        <p:spPr>
          <a:xfrm>
            <a:off x="9587733" y="4017284"/>
            <a:ext cx="1634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467"/>
              </a:spcBef>
            </a:pPr>
            <a:r>
              <a:rPr lang="en" sz="2400" i="1"/>
              <a:t>p &lt; 0.01</a:t>
            </a:r>
            <a:endParaRPr sz="2400" i="1"/>
          </a:p>
        </p:txBody>
      </p:sp>
      <p:sp>
        <p:nvSpPr>
          <p:cNvPr id="295" name="Google Shape;295;p46"/>
          <p:cNvSpPr txBox="1">
            <a:spLocks noGrp="1"/>
          </p:cNvSpPr>
          <p:nvPr>
            <p:ph type="body" idx="1"/>
          </p:nvPr>
        </p:nvSpPr>
        <p:spPr>
          <a:xfrm>
            <a:off x="452600" y="5578900"/>
            <a:ext cx="11286800" cy="111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lnSpc>
                <a:spcPct val="80000"/>
              </a:lnSpc>
              <a:spcBef>
                <a:spcPts val="800"/>
              </a:spcBef>
              <a:buClr>
                <a:schemeClr val="dk1"/>
              </a:buClr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A confidence interval is more informative than a </a:t>
            </a:r>
            <a:r>
              <a:rPr lang="en" i="1">
                <a:solidFill>
                  <a:schemeClr val="dk1"/>
                </a:solidFill>
              </a:rPr>
              <a:t>p-</a:t>
            </a:r>
            <a:r>
              <a:rPr lang="en">
                <a:solidFill>
                  <a:schemeClr val="dk1"/>
                </a:solidFill>
              </a:rPr>
              <a:t>value</a:t>
            </a:r>
            <a:endParaRPr>
              <a:solidFill>
                <a:schemeClr val="dk1"/>
              </a:solidFill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Font typeface="Arial"/>
              <a:buChar char="○"/>
            </a:pPr>
            <a:r>
              <a:rPr lang="en">
                <a:solidFill>
                  <a:schemeClr val="dk1"/>
                </a:solidFill>
              </a:rPr>
              <a:t>A </a:t>
            </a:r>
            <a:r>
              <a:rPr lang="en" i="1">
                <a:solidFill>
                  <a:schemeClr val="dk1"/>
                </a:solidFill>
              </a:rPr>
              <a:t>p-</a:t>
            </a:r>
            <a:r>
              <a:rPr lang="en">
                <a:solidFill>
                  <a:schemeClr val="dk1"/>
                </a:solidFill>
              </a:rPr>
              <a:t>value can always be derived from the confidence interval</a:t>
            </a:r>
            <a:endParaRPr>
              <a:solidFill>
                <a:schemeClr val="dk1"/>
              </a:solidFill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A confidence interval cannot be derived from a p-value</a:t>
            </a:r>
            <a:endParaRPr>
              <a:solidFill>
                <a:schemeClr val="dk1"/>
              </a:solidFill>
            </a:endParaRPr>
          </a:p>
          <a:p>
            <a:pPr indent="0">
              <a:lnSpc>
                <a:spcPct val="80000"/>
              </a:lnSpc>
              <a:spcBef>
                <a:spcPts val="800"/>
              </a:spcBef>
              <a:buNone/>
            </a:pPr>
            <a:endParaRPr sz="3733">
              <a:solidFill>
                <a:schemeClr val="dk1"/>
              </a:solidFill>
            </a:endParaRPr>
          </a:p>
          <a:p>
            <a:pPr marL="0" indent="0">
              <a:spcAft>
                <a:spcPts val="2133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61763B-A4B9-4934-B515-38EDCC105F7E}"/>
              </a:ext>
            </a:extLst>
          </p:cNvPr>
          <p:cNvSpPr txBox="1"/>
          <p:nvPr/>
        </p:nvSpPr>
        <p:spPr>
          <a:xfrm>
            <a:off x="6842927" y="999851"/>
            <a:ext cx="5349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Significance level = 1 – Confidence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42B7-6385-4582-A92E-614CB05C6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25" y="2567"/>
            <a:ext cx="11360800" cy="763600"/>
          </a:xfrm>
        </p:spPr>
        <p:txBody>
          <a:bodyPr/>
          <a:lstStyle/>
          <a:p>
            <a:r>
              <a:rPr lang="en-US" dirty="0"/>
              <a:t>Example (CI and P-value)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3153EE-596C-48D4-82F6-03D15B511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890052"/>
            <a:ext cx="9420225" cy="3362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EECAD1-251C-4729-9242-9401BB2A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1" y="4440319"/>
            <a:ext cx="9267825" cy="819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3E95EB-21AE-4012-9044-EDDD37412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62" y="5457825"/>
            <a:ext cx="9629775" cy="73342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3337664-0C7A-456A-B305-AC741905D2AD}"/>
              </a:ext>
            </a:extLst>
          </p:cNvPr>
          <p:cNvGrpSpPr/>
          <p:nvPr/>
        </p:nvGrpSpPr>
        <p:grpSpPr>
          <a:xfrm>
            <a:off x="1266825" y="4191886"/>
            <a:ext cx="10690756" cy="369332"/>
            <a:chOff x="1266825" y="4191886"/>
            <a:chExt cx="10690756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02CE76-80C5-4358-95AB-73F225F1A810}"/>
                </a:ext>
              </a:extLst>
            </p:cNvPr>
            <p:cNvSpPr txBox="1"/>
            <p:nvPr/>
          </p:nvSpPr>
          <p:spPr>
            <a:xfrm>
              <a:off x="3728853" y="4191886"/>
              <a:ext cx="8228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If we compute this parameter 100 times, 99 times the difference will be in this interval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EF3BB67-E50B-4F0E-89E1-2D52F9D87E25}"/>
                </a:ext>
              </a:extLst>
            </p:cNvPr>
            <p:cNvCxnSpPr>
              <a:endCxn id="7" idx="1"/>
            </p:cNvCxnSpPr>
            <p:nvPr/>
          </p:nvCxnSpPr>
          <p:spPr>
            <a:xfrm>
              <a:off x="1266825" y="4191886"/>
              <a:ext cx="2462028" cy="18466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B26FA1-2DCF-45E0-BB97-100FAF93C134}"/>
                  </a:ext>
                </a:extLst>
              </p:cNvPr>
              <p:cNvSpPr txBox="1"/>
              <p:nvPr/>
            </p:nvSpPr>
            <p:spPr>
              <a:xfrm>
                <a:off x="4891263" y="4890137"/>
                <a:ext cx="1447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B26FA1-2DCF-45E0-BB97-100FAF93C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263" y="4890137"/>
                <a:ext cx="1447448" cy="369332"/>
              </a:xfrm>
              <a:prstGeom prst="rect">
                <a:avLst/>
              </a:prstGeom>
              <a:blipFill>
                <a:blip r:embed="rId5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81D7F6CF-1006-4697-B979-B94500699B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2425" y="2886248"/>
            <a:ext cx="3810000" cy="7048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EB0B69F-047A-4E4C-86FA-7531DA2020AA}"/>
              </a:ext>
            </a:extLst>
          </p:cNvPr>
          <p:cNvSpPr txBox="1"/>
          <p:nvPr/>
        </p:nvSpPr>
        <p:spPr>
          <a:xfrm>
            <a:off x="6338711" y="5790629"/>
            <a:ext cx="56853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If it did not overlap, we could say this is that 1 in 100 times</a:t>
            </a:r>
          </a:p>
          <a:p>
            <a:r>
              <a:rPr lang="en-US" dirty="0">
                <a:solidFill>
                  <a:schemeClr val="accent1"/>
                </a:solidFill>
              </a:rPr>
              <a:t>P-value &lt; 0.01 -&gt; reject null hypothesis</a:t>
            </a:r>
          </a:p>
          <a:p>
            <a:r>
              <a:rPr lang="en-US" dirty="0">
                <a:solidFill>
                  <a:schemeClr val="accent1"/>
                </a:solidFill>
              </a:rPr>
              <a:t>-&gt; the pears are different on their average caloric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39EC55-0B3F-4288-B7C3-4DF6DC1735AD}"/>
              </a:ext>
            </a:extLst>
          </p:cNvPr>
          <p:cNvSpPr txBox="1"/>
          <p:nvPr/>
        </p:nvSpPr>
        <p:spPr>
          <a:xfrm>
            <a:off x="7531125" y="1640842"/>
            <a:ext cx="52895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 is in the interval -&gt; nothing surprising happened</a:t>
            </a:r>
          </a:p>
          <a:p>
            <a:r>
              <a:rPr lang="en-US" dirty="0">
                <a:solidFill>
                  <a:srgbClr val="FF0000"/>
                </a:solidFill>
              </a:rPr>
              <a:t>P-value &gt; 0.01</a:t>
            </a:r>
          </a:p>
          <a:p>
            <a:r>
              <a:rPr lang="en-US" dirty="0">
                <a:solidFill>
                  <a:srgbClr val="FF0000"/>
                </a:solidFill>
              </a:rPr>
              <a:t>Fail to reject null hypothesis</a:t>
            </a:r>
          </a:p>
          <a:p>
            <a:r>
              <a:rPr lang="en-US" dirty="0">
                <a:solidFill>
                  <a:srgbClr val="FF0000"/>
                </a:solidFill>
              </a:rPr>
              <a:t>-&gt; Apples are the same in their average caloric content</a:t>
            </a:r>
          </a:p>
        </p:txBody>
      </p:sp>
    </p:spTree>
    <p:extLst>
      <p:ext uri="{BB962C8B-B14F-4D97-AF65-F5344CB8AC3E}">
        <p14:creationId xmlns:p14="http://schemas.microsoft.com/office/powerpoint/2010/main" val="338376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EC1E-97E1-4648-B702-539BC656D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5DC25-72CC-457F-B9C5-57838AE5F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Kahoot time</a:t>
            </a:r>
          </a:p>
        </p:txBody>
      </p:sp>
    </p:spTree>
    <p:extLst>
      <p:ext uri="{BB962C8B-B14F-4D97-AF65-F5344CB8AC3E}">
        <p14:creationId xmlns:p14="http://schemas.microsoft.com/office/powerpoint/2010/main" val="1111024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7"/>
          <p:cNvSpPr txBox="1">
            <a:spLocks noGrp="1"/>
          </p:cNvSpPr>
          <p:nvPr>
            <p:ph type="title"/>
          </p:nvPr>
        </p:nvSpPr>
        <p:spPr>
          <a:xfrm>
            <a:off x="185767" y="12420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r>
              <a:rPr lang="en">
                <a:solidFill>
                  <a:srgbClr val="1155CC"/>
                </a:solidFill>
              </a:rPr>
              <a:t>Comparing Distributions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301" name="Google Shape;301;p47"/>
          <p:cNvSpPr txBox="1"/>
          <p:nvPr/>
        </p:nvSpPr>
        <p:spPr>
          <a:xfrm>
            <a:off x="1562267" y="2591500"/>
            <a:ext cx="9367200" cy="2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507987">
              <a:lnSpc>
                <a:spcPct val="115000"/>
              </a:lnSpc>
              <a:buClr>
                <a:schemeClr val="dk1"/>
              </a:buClr>
              <a:buSzPts val="2400"/>
              <a:buChar char="●"/>
            </a:pPr>
            <a:r>
              <a:rPr lang="en" sz="3200">
                <a:solidFill>
                  <a:schemeClr val="dk1"/>
                </a:solidFill>
              </a:rPr>
              <a:t>t-test</a:t>
            </a:r>
            <a:endParaRPr sz="32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</a:pPr>
            <a:endParaRPr sz="3200">
              <a:solidFill>
                <a:schemeClr val="dk1"/>
              </a:solidFill>
            </a:endParaRPr>
          </a:p>
          <a:p>
            <a:pPr marL="609585" indent="-507987">
              <a:lnSpc>
                <a:spcPct val="115000"/>
              </a:lnSpc>
              <a:buClr>
                <a:schemeClr val="dk1"/>
              </a:buClr>
              <a:buSzPts val="2400"/>
              <a:buChar char="●"/>
            </a:pPr>
            <a:r>
              <a:rPr lang="en" sz="3200">
                <a:solidFill>
                  <a:schemeClr val="dk1"/>
                </a:solidFill>
              </a:rPr>
              <a:t>F-test</a:t>
            </a:r>
            <a:endParaRPr sz="32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</a:pPr>
            <a:endParaRPr sz="3200">
              <a:solidFill>
                <a:schemeClr val="dk1"/>
              </a:solidFill>
            </a:endParaRPr>
          </a:p>
          <a:p>
            <a:pPr marL="609585" indent="-507987">
              <a:lnSpc>
                <a:spcPct val="115000"/>
              </a:lnSpc>
              <a:buClr>
                <a:schemeClr val="dk1"/>
              </a:buClr>
              <a:buSzPts val="2400"/>
              <a:buChar char="●"/>
            </a:pPr>
            <a:r>
              <a:rPr lang="en" sz="3200">
                <a:solidFill>
                  <a:schemeClr val="dk1"/>
                </a:solidFill>
              </a:rPr>
              <a:t>Kolmogorov-Smirnov test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>
            <a:spLocks noGrp="1"/>
          </p:cNvSpPr>
          <p:nvPr>
            <p:ph type="title"/>
          </p:nvPr>
        </p:nvSpPr>
        <p:spPr>
          <a:xfrm>
            <a:off x="341467" y="1335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solidFill>
                  <a:srgbClr val="1155CC"/>
                </a:solidFill>
              </a:rPr>
              <a:t>Comparing Distributions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307" name="Google Shape;307;p48"/>
          <p:cNvSpPr txBox="1">
            <a:spLocks noGrp="1"/>
          </p:cNvSpPr>
          <p:nvPr>
            <p:ph type="body" idx="1"/>
          </p:nvPr>
        </p:nvSpPr>
        <p:spPr>
          <a:xfrm>
            <a:off x="341467" y="951967"/>
            <a:ext cx="11360800" cy="580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1067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We have two samples</a:t>
            </a:r>
            <a:endParaRPr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Different variables, from the same population</a:t>
            </a:r>
            <a:endParaRPr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The same variable, from different populations</a:t>
            </a:r>
            <a:endParaRPr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Different variables, from different populations?</a:t>
            </a:r>
            <a:endParaRPr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How different are the two distributions these samples come from?</a:t>
            </a:r>
            <a:endParaRPr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Probably the most common question in data analysis</a:t>
            </a:r>
            <a:endParaRPr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Does a certain treatment reduce the likelihood of acquiring a disease of interest?</a:t>
            </a:r>
            <a:endParaRPr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Are women who run the Boston Marathon tend to be younger than men who run the Boston Marathon?</a:t>
            </a:r>
            <a:endParaRPr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What are the genes that are differentially expressed in metastatic colon cancer as compared to the primary tumor?</a:t>
            </a:r>
            <a:endParaRPr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What to compare?</a:t>
            </a:r>
            <a:endParaRPr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Means =&gt; (Student’s) t-test</a:t>
            </a:r>
            <a:endParaRPr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Variances =&gt; F-test</a:t>
            </a:r>
            <a:endParaRPr>
              <a:solidFill>
                <a:schemeClr val="dk1"/>
              </a:solidFill>
            </a:endParaRPr>
          </a:p>
          <a:p>
            <a:pPr lvl="1">
              <a:spcBef>
                <a:spcPts val="0"/>
              </a:spcBef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Distributions =&gt; Kolmogorv-Smirnov test</a:t>
            </a:r>
            <a:endParaRPr>
              <a:solidFill>
                <a:schemeClr val="dk1"/>
              </a:solidFill>
            </a:endParaRPr>
          </a:p>
          <a:p>
            <a:pPr indent="0">
              <a:spcBef>
                <a:spcPts val="1067"/>
              </a:spcBef>
              <a:buNone/>
            </a:pPr>
            <a:endParaRPr>
              <a:solidFill>
                <a:schemeClr val="dk1"/>
              </a:solidFill>
            </a:endParaRPr>
          </a:p>
          <a:p>
            <a:pPr marL="0" indent="0">
              <a:spcBef>
                <a:spcPts val="1067"/>
              </a:spcBef>
              <a:buClr>
                <a:schemeClr val="dk1"/>
              </a:buClr>
              <a:buSzPts val="1100"/>
              <a:buNone/>
            </a:pPr>
            <a:endParaRPr>
              <a:solidFill>
                <a:srgbClr val="3333CC"/>
              </a:solidFill>
            </a:endParaRPr>
          </a:p>
          <a:p>
            <a:pPr marL="0" indent="0">
              <a:spcBef>
                <a:spcPts val="1067"/>
              </a:spcBef>
              <a:buNone/>
            </a:pPr>
            <a:endParaRPr sz="320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sz="1867">
              <a:solidFill>
                <a:srgbClr val="1155CC"/>
              </a:solidFill>
            </a:endParaRPr>
          </a:p>
          <a:p>
            <a:pPr marL="0" indent="0">
              <a:spcAft>
                <a:spcPts val="2133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1"/>
          <p:cNvSpPr txBox="1">
            <a:spLocks noGrp="1"/>
          </p:cNvSpPr>
          <p:nvPr>
            <p:ph type="title"/>
          </p:nvPr>
        </p:nvSpPr>
        <p:spPr>
          <a:xfrm>
            <a:off x="319600" y="1701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>
                <a:solidFill>
                  <a:srgbClr val="1155CC"/>
                </a:solidFill>
              </a:rPr>
              <a:t>Two Sample t-test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328" name="Google Shape;32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1136901"/>
            <a:ext cx="8183008" cy="55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2BFE0-D964-47C5-9993-D5962BD43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67"/>
            <a:ext cx="11360800" cy="7636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20F029A-95B8-4BCF-8778-2D1EF6A03ED6}"/>
              </a:ext>
            </a:extLst>
          </p:cNvPr>
          <p:cNvGrpSpPr/>
          <p:nvPr/>
        </p:nvGrpSpPr>
        <p:grpSpPr>
          <a:xfrm>
            <a:off x="0" y="728106"/>
            <a:ext cx="12192000" cy="4730606"/>
            <a:chOff x="0" y="1063697"/>
            <a:chExt cx="12192000" cy="473060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F9AD141-545A-4D78-B7C0-5FE56AA96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063697"/>
              <a:ext cx="12192000" cy="4730606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A030596-662E-444B-A463-92FE36A70303}"/>
                </a:ext>
              </a:extLst>
            </p:cNvPr>
            <p:cNvSpPr/>
            <p:nvPr/>
          </p:nvSpPr>
          <p:spPr>
            <a:xfrm>
              <a:off x="9873673" y="2250283"/>
              <a:ext cx="572654" cy="3971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09A2E7A-9AC0-4EF9-8FFA-58B5757A623F}"/>
              </a:ext>
            </a:extLst>
          </p:cNvPr>
          <p:cNvSpPr txBox="1"/>
          <p:nvPr/>
        </p:nvSpPr>
        <p:spPr>
          <a:xfrm>
            <a:off x="117446" y="2551313"/>
            <a:ext cx="484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reject the null hypothesis if the p-value &lt; 0.05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C17FA9-03A9-4C5A-BBF4-1ABCB0D8D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968" y="2135207"/>
            <a:ext cx="2791611" cy="9582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ABB560-ADCA-4161-BD74-66FE98B86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076" y="3007155"/>
            <a:ext cx="3023050" cy="8931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22DDEB-A1B3-4C16-B73B-C10863401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9934" y="3965357"/>
            <a:ext cx="2477112" cy="17426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5A93D3-0E19-423A-8736-A75728C3A3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3560" y="4119378"/>
            <a:ext cx="3347514" cy="143464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A9D0916-D4C6-4C1F-BDB4-8E664B118791}"/>
              </a:ext>
            </a:extLst>
          </p:cNvPr>
          <p:cNvGrpSpPr/>
          <p:nvPr/>
        </p:nvGrpSpPr>
        <p:grpSpPr>
          <a:xfrm>
            <a:off x="273517" y="5444455"/>
            <a:ext cx="3946146" cy="1361319"/>
            <a:chOff x="273516" y="4847861"/>
            <a:chExt cx="4902491" cy="195791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40440ED-3AD6-44F1-85E9-EFFAA2B43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3516" y="4847861"/>
              <a:ext cx="4902491" cy="1957913"/>
            </a:xfrm>
            <a:prstGeom prst="rect">
              <a:avLst/>
            </a:prstGeom>
          </p:spPr>
        </p:pic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63BDD79-C93B-4BCD-B1B1-B3B269954D84}"/>
                </a:ext>
              </a:extLst>
            </p:cNvPr>
            <p:cNvSpPr/>
            <p:nvPr/>
          </p:nvSpPr>
          <p:spPr>
            <a:xfrm>
              <a:off x="4244829" y="5335398"/>
              <a:ext cx="714071" cy="6123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BA21F33-8721-4E74-843B-1BF4B9E0E0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4284" y="5962674"/>
            <a:ext cx="4448656" cy="615577"/>
          </a:xfrm>
          <a:prstGeom prst="rect">
            <a:avLst/>
          </a:prstGeom>
        </p:spPr>
      </p:pic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E077DCA0-8520-46C1-B805-FF473CEB083A}"/>
              </a:ext>
            </a:extLst>
          </p:cNvPr>
          <p:cNvSpPr/>
          <p:nvPr/>
        </p:nvSpPr>
        <p:spPr>
          <a:xfrm>
            <a:off x="6249174" y="1880582"/>
            <a:ext cx="1202899" cy="1293793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0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8347</TotalTime>
  <Words>1574</Words>
  <Application>Microsoft Office PowerPoint</Application>
  <PresentationFormat>Widescreen</PresentationFormat>
  <Paragraphs>209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Office Theme</vt:lpstr>
      <vt:lpstr>P-value</vt:lpstr>
      <vt:lpstr>Hypothesis Testing</vt:lpstr>
      <vt:lpstr>P-value</vt:lpstr>
      <vt:lpstr>P-value</vt:lpstr>
      <vt:lpstr>How small does a p-value should be to be confident?</vt:lpstr>
      <vt:lpstr>How small does a p-value should be to be confident?</vt:lpstr>
      <vt:lpstr>Note</vt:lpstr>
      <vt:lpstr>How to calculated P-value?</vt:lpstr>
      <vt:lpstr>How to calculated P-value?</vt:lpstr>
      <vt:lpstr>How to calculated P-value?</vt:lpstr>
      <vt:lpstr>How to calculated P-value?</vt:lpstr>
      <vt:lpstr>How to calculated P-value?</vt:lpstr>
      <vt:lpstr>How to calculated P-value for Continuous data?</vt:lpstr>
      <vt:lpstr>How to calculated P-value?</vt:lpstr>
      <vt:lpstr>Vitamin D - Confidence Interval</vt:lpstr>
      <vt:lpstr>Hypothesis Testing</vt:lpstr>
      <vt:lpstr>Hypothesis Testing - Simulation</vt:lpstr>
      <vt:lpstr>Hypothesis Testing - Parametric</vt:lpstr>
      <vt:lpstr>Confidence Intervals vs. Hypothesis Tests</vt:lpstr>
      <vt:lpstr>Example (CI and P-value)</vt:lpstr>
      <vt:lpstr>PowerPoint Presentation</vt:lpstr>
      <vt:lpstr>Comparing Distributions</vt:lpstr>
      <vt:lpstr>Comparing Distributions</vt:lpstr>
      <vt:lpstr>Two Sample t-test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P-value</dc:title>
  <dc:creator>Marzieh Ayati</dc:creator>
  <cp:lastModifiedBy>Marzieh Ayati</cp:lastModifiedBy>
  <cp:revision>1</cp:revision>
  <dcterms:created xsi:type="dcterms:W3CDTF">2020-09-17T20:22:06Z</dcterms:created>
  <dcterms:modified xsi:type="dcterms:W3CDTF">2023-10-25T05:04:05Z</dcterms:modified>
</cp:coreProperties>
</file>