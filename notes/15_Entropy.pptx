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sldIdLst>
    <p:sldId id="256" r:id="rId5"/>
    <p:sldId id="280" r:id="rId6"/>
    <p:sldId id="290" r:id="rId7"/>
    <p:sldId id="289" r:id="rId8"/>
    <p:sldId id="291" r:id="rId9"/>
    <p:sldId id="306" r:id="rId10"/>
    <p:sldId id="307" r:id="rId11"/>
    <p:sldId id="308" r:id="rId12"/>
    <p:sldId id="309" r:id="rId13"/>
    <p:sldId id="315" r:id="rId14"/>
    <p:sldId id="310" r:id="rId15"/>
    <p:sldId id="316" r:id="rId16"/>
    <p:sldId id="317" r:id="rId17"/>
    <p:sldId id="319" r:id="rId18"/>
    <p:sldId id="292" r:id="rId19"/>
    <p:sldId id="293" r:id="rId20"/>
    <p:sldId id="294" r:id="rId21"/>
    <p:sldId id="295" r:id="rId22"/>
    <p:sldId id="320" r:id="rId23"/>
    <p:sldId id="312" r:id="rId24"/>
    <p:sldId id="324" r:id="rId25"/>
    <p:sldId id="313" r:id="rId26"/>
    <p:sldId id="296" r:id="rId27"/>
    <p:sldId id="297" r:id="rId28"/>
    <p:sldId id="325" r:id="rId29"/>
    <p:sldId id="326" r:id="rId30"/>
    <p:sldId id="298" r:id="rId31"/>
    <p:sldId id="299" r:id="rId32"/>
    <p:sldId id="300" r:id="rId33"/>
    <p:sldId id="301" r:id="rId34"/>
    <p:sldId id="302" r:id="rId35"/>
    <p:sldId id="323" r:id="rId36"/>
    <p:sldId id="322" r:id="rId37"/>
    <p:sldId id="303" r:id="rId38"/>
    <p:sldId id="32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20620-E8A0-43DE-9AE6-14EBFA155CE5}" v="1" dt="2026-03-06T05:39:00.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zieh Ayati" userId="719e7aeb-c3b5-48e5-801b-084d43cd09ac" providerId="ADAL" clId="{9B9D58E8-CA3F-449C-BC4A-BB92BEF295A1}"/>
    <pc:docChg chg="custSel modSld">
      <pc:chgData name="Marzieh Ayati" userId="719e7aeb-c3b5-48e5-801b-084d43cd09ac" providerId="ADAL" clId="{9B9D58E8-CA3F-449C-BC4A-BB92BEF295A1}" dt="2022-03-01T23:39:50.944" v="87" actId="6549"/>
      <pc:docMkLst>
        <pc:docMk/>
      </pc:docMkLst>
      <pc:sldChg chg="addSp modSp mod modAnim">
        <pc:chgData name="Marzieh Ayati" userId="719e7aeb-c3b5-48e5-801b-084d43cd09ac" providerId="ADAL" clId="{9B9D58E8-CA3F-449C-BC4A-BB92BEF295A1}" dt="2022-03-01T23:27:21.545" v="60"/>
        <pc:sldMkLst>
          <pc:docMk/>
          <pc:sldMk cId="0" sldId="297"/>
        </pc:sldMkLst>
        <pc:spChg chg="add mod">
          <ac:chgData name="Marzieh Ayati" userId="719e7aeb-c3b5-48e5-801b-084d43cd09ac" providerId="ADAL" clId="{9B9D58E8-CA3F-449C-BC4A-BB92BEF295A1}" dt="2022-03-01T23:25:11.727" v="39" actId="208"/>
          <ac:spMkLst>
            <pc:docMk/>
            <pc:sldMk cId="0" sldId="297"/>
            <ac:spMk id="2" creationId="{BCDA4D44-BEB0-46D5-A95A-11DA041DEA61}"/>
          </ac:spMkLst>
        </pc:spChg>
        <pc:spChg chg="add mod">
          <ac:chgData name="Marzieh Ayati" userId="719e7aeb-c3b5-48e5-801b-084d43cd09ac" providerId="ADAL" clId="{9B9D58E8-CA3F-449C-BC4A-BB92BEF295A1}" dt="2022-03-01T23:27:12.962" v="57" actId="208"/>
          <ac:spMkLst>
            <pc:docMk/>
            <pc:sldMk cId="0" sldId="297"/>
            <ac:spMk id="3" creationId="{F3F5C8B6-FDA2-4EFC-A6BE-9BCBD35C5A8B}"/>
          </ac:spMkLst>
        </pc:spChg>
        <pc:spChg chg="add mod">
          <ac:chgData name="Marzieh Ayati" userId="719e7aeb-c3b5-48e5-801b-084d43cd09ac" providerId="ADAL" clId="{9B9D58E8-CA3F-449C-BC4A-BB92BEF295A1}" dt="2022-03-01T23:25:25.318" v="42" actId="1076"/>
          <ac:spMkLst>
            <pc:docMk/>
            <pc:sldMk cId="0" sldId="297"/>
            <ac:spMk id="5" creationId="{F6F42C21-A551-41F5-B30B-F469F7996171}"/>
          </ac:spMkLst>
        </pc:spChg>
        <pc:spChg chg="add mod">
          <ac:chgData name="Marzieh Ayati" userId="719e7aeb-c3b5-48e5-801b-084d43cd09ac" providerId="ADAL" clId="{9B9D58E8-CA3F-449C-BC4A-BB92BEF295A1}" dt="2022-03-01T23:25:31.468" v="45" actId="14100"/>
          <ac:spMkLst>
            <pc:docMk/>
            <pc:sldMk cId="0" sldId="297"/>
            <ac:spMk id="6" creationId="{09EA3613-6BC0-4A0D-A9D9-B28AA1DA99FA}"/>
          </ac:spMkLst>
        </pc:spChg>
        <pc:spChg chg="add mod">
          <ac:chgData name="Marzieh Ayati" userId="719e7aeb-c3b5-48e5-801b-084d43cd09ac" providerId="ADAL" clId="{9B9D58E8-CA3F-449C-BC4A-BB92BEF295A1}" dt="2022-03-01T23:25:47.392" v="51" actId="14100"/>
          <ac:spMkLst>
            <pc:docMk/>
            <pc:sldMk cId="0" sldId="297"/>
            <ac:spMk id="7" creationId="{BB923642-A3F4-4856-AEF3-1EE01DF41197}"/>
          </ac:spMkLst>
        </pc:spChg>
        <pc:spChg chg="add mod">
          <ac:chgData name="Marzieh Ayati" userId="719e7aeb-c3b5-48e5-801b-084d43cd09ac" providerId="ADAL" clId="{9B9D58E8-CA3F-449C-BC4A-BB92BEF295A1}" dt="2022-03-01T23:27:17.178" v="59" actId="1076"/>
          <ac:spMkLst>
            <pc:docMk/>
            <pc:sldMk cId="0" sldId="297"/>
            <ac:spMk id="9" creationId="{22E20D1E-E25B-404B-9766-943506909990}"/>
          </ac:spMkLst>
        </pc:spChg>
      </pc:sldChg>
      <pc:sldChg chg="modSp">
        <pc:chgData name="Marzieh Ayati" userId="719e7aeb-c3b5-48e5-801b-084d43cd09ac" providerId="ADAL" clId="{9B9D58E8-CA3F-449C-BC4A-BB92BEF295A1}" dt="2022-03-01T23:01:23.410" v="5" actId="20577"/>
        <pc:sldMkLst>
          <pc:docMk/>
          <pc:sldMk cId="128730818" sldId="308"/>
        </pc:sldMkLst>
        <pc:spChg chg="mod">
          <ac:chgData name="Marzieh Ayati" userId="719e7aeb-c3b5-48e5-801b-084d43cd09ac" providerId="ADAL" clId="{9B9D58E8-CA3F-449C-BC4A-BB92BEF295A1}" dt="2022-03-01T23:01:23.410" v="5" actId="20577"/>
          <ac:spMkLst>
            <pc:docMk/>
            <pc:sldMk cId="128730818" sldId="308"/>
            <ac:spMk id="17" creationId="{06A1DC95-9691-4AC9-BA7C-1DB9E1069679}"/>
          </ac:spMkLst>
        </pc:spChg>
      </pc:sldChg>
      <pc:sldChg chg="modSp">
        <pc:chgData name="Marzieh Ayati" userId="719e7aeb-c3b5-48e5-801b-084d43cd09ac" providerId="ADAL" clId="{9B9D58E8-CA3F-449C-BC4A-BB92BEF295A1}" dt="2022-03-01T23:09:39.528" v="36" actId="20577"/>
        <pc:sldMkLst>
          <pc:docMk/>
          <pc:sldMk cId="154089213" sldId="309"/>
        </pc:sldMkLst>
        <pc:spChg chg="mod">
          <ac:chgData name="Marzieh Ayati" userId="719e7aeb-c3b5-48e5-801b-084d43cd09ac" providerId="ADAL" clId="{9B9D58E8-CA3F-449C-BC4A-BB92BEF295A1}" dt="2022-03-01T23:09:39.528" v="36" actId="20577"/>
          <ac:spMkLst>
            <pc:docMk/>
            <pc:sldMk cId="154089213" sldId="309"/>
            <ac:spMk id="10" creationId="{AE532067-9A9C-45F3-A75F-4B6A3B322658}"/>
          </ac:spMkLst>
        </pc:spChg>
      </pc:sldChg>
      <pc:sldChg chg="modSp mod">
        <pc:chgData name="Marzieh Ayati" userId="719e7aeb-c3b5-48e5-801b-084d43cd09ac" providerId="ADAL" clId="{9B9D58E8-CA3F-449C-BC4A-BB92BEF295A1}" dt="2022-03-01T23:39:50.944" v="87" actId="6549"/>
        <pc:sldMkLst>
          <pc:docMk/>
          <pc:sldMk cId="3083612390" sldId="314"/>
        </pc:sldMkLst>
        <pc:spChg chg="mod">
          <ac:chgData name="Marzieh Ayati" userId="719e7aeb-c3b5-48e5-801b-084d43cd09ac" providerId="ADAL" clId="{9B9D58E8-CA3F-449C-BC4A-BB92BEF295A1}" dt="2022-03-01T23:39:37.220" v="85" actId="6549"/>
          <ac:spMkLst>
            <pc:docMk/>
            <pc:sldMk cId="3083612390" sldId="314"/>
            <ac:spMk id="3" creationId="{0D733F61-FB00-4A09-A31A-B004CDCF8B01}"/>
          </ac:spMkLst>
        </pc:spChg>
        <pc:spChg chg="mod">
          <ac:chgData name="Marzieh Ayati" userId="719e7aeb-c3b5-48e5-801b-084d43cd09ac" providerId="ADAL" clId="{9B9D58E8-CA3F-449C-BC4A-BB92BEF295A1}" dt="2022-03-01T23:39:50.944" v="87" actId="6549"/>
          <ac:spMkLst>
            <pc:docMk/>
            <pc:sldMk cId="3083612390" sldId="314"/>
            <ac:spMk id="4" creationId="{897A4C9F-B02C-4524-8BD2-D2DBF2DA9C5A}"/>
          </ac:spMkLst>
        </pc:spChg>
      </pc:sldChg>
    </pc:docChg>
  </pc:docChgLst>
  <pc:docChgLst>
    <pc:chgData name="Marzieh Ayati" userId="719e7aeb-c3b5-48e5-801b-084d43cd09ac" providerId="ADAL" clId="{44420620-E8A0-43DE-9AE6-14EBFA155CE5}"/>
    <pc:docChg chg="modSld">
      <pc:chgData name="Marzieh Ayati" userId="719e7aeb-c3b5-48e5-801b-084d43cd09ac" providerId="ADAL" clId="{44420620-E8A0-43DE-9AE6-14EBFA155CE5}" dt="2026-03-06T05:39:00.725" v="5" actId="164"/>
      <pc:docMkLst>
        <pc:docMk/>
      </pc:docMkLst>
      <pc:sldChg chg="addSp modSp mod">
        <pc:chgData name="Marzieh Ayati" userId="719e7aeb-c3b5-48e5-801b-084d43cd09ac" providerId="ADAL" clId="{44420620-E8A0-43DE-9AE6-14EBFA155CE5}" dt="2026-03-06T05:39:00.725" v="5" actId="164"/>
        <pc:sldMkLst>
          <pc:docMk/>
          <pc:sldMk cId="0" sldId="300"/>
        </pc:sldMkLst>
        <pc:spChg chg="add mod">
          <ac:chgData name="Marzieh Ayati" userId="719e7aeb-c3b5-48e5-801b-084d43cd09ac" providerId="ADAL" clId="{44420620-E8A0-43DE-9AE6-14EBFA155CE5}" dt="2026-03-06T05:39:00.725" v="5" actId="164"/>
          <ac:spMkLst>
            <pc:docMk/>
            <pc:sldMk cId="0" sldId="300"/>
            <ac:spMk id="3" creationId="{52E020D8-FC8C-4ED1-8459-DCED79DCF95A}"/>
          </ac:spMkLst>
        </pc:spChg>
        <pc:grpChg chg="add mod">
          <ac:chgData name="Marzieh Ayati" userId="719e7aeb-c3b5-48e5-801b-084d43cd09ac" providerId="ADAL" clId="{44420620-E8A0-43DE-9AE6-14EBFA155CE5}" dt="2026-03-06T05:39:00.725" v="5" actId="164"/>
          <ac:grpSpMkLst>
            <pc:docMk/>
            <pc:sldMk cId="0" sldId="300"/>
            <ac:grpSpMk id="4" creationId="{FCC8EE20-BAED-4DD5-ABAF-99B9D7F50998}"/>
          </ac:grpSpMkLst>
        </pc:grpChg>
        <pc:picChg chg="mod">
          <ac:chgData name="Marzieh Ayati" userId="719e7aeb-c3b5-48e5-801b-084d43cd09ac" providerId="ADAL" clId="{44420620-E8A0-43DE-9AE6-14EBFA155CE5}" dt="2026-03-06T05:39:00.725" v="5" actId="164"/>
          <ac:picMkLst>
            <pc:docMk/>
            <pc:sldMk cId="0" sldId="300"/>
            <ac:picMk id="2" creationId="{43B457B1-AE5A-4C32-B763-548E938323EB}"/>
          </ac:picMkLst>
        </pc:picChg>
      </pc:sldChg>
      <pc:sldChg chg="mod modShow">
        <pc:chgData name="Marzieh Ayati" userId="719e7aeb-c3b5-48e5-801b-084d43cd09ac" providerId="ADAL" clId="{44420620-E8A0-43DE-9AE6-14EBFA155CE5}" dt="2026-03-06T05:36:29.743" v="0" actId="729"/>
        <pc:sldMkLst>
          <pc:docMk/>
          <pc:sldMk cId="611607864" sldId="324"/>
        </pc:sldMkLst>
      </pc:sldChg>
      <pc:sldChg chg="mod modShow">
        <pc:chgData name="Marzieh Ayati" userId="719e7aeb-c3b5-48e5-801b-084d43cd09ac" providerId="ADAL" clId="{44420620-E8A0-43DE-9AE6-14EBFA155CE5}" dt="2026-03-06T05:37:31.895" v="1" actId="729"/>
        <pc:sldMkLst>
          <pc:docMk/>
          <pc:sldMk cId="563920555" sldId="326"/>
        </pc:sldMkLst>
      </pc:sldChg>
    </pc:docChg>
  </pc:docChgLst>
  <pc:docChgLst>
    <pc:chgData name="Marzieh Ayati" userId="719e7aeb-c3b5-48e5-801b-084d43cd09ac" providerId="ADAL" clId="{F182BE48-4C0D-4567-968B-900A31E16A60}"/>
    <pc:docChg chg="modSld">
      <pc:chgData name="Marzieh Ayati" userId="719e7aeb-c3b5-48e5-801b-084d43cd09ac" providerId="ADAL" clId="{F182BE48-4C0D-4567-968B-900A31E16A60}" dt="2024-03-04T21:11:39.681" v="85" actId="729"/>
      <pc:docMkLst>
        <pc:docMk/>
      </pc:docMkLst>
      <pc:sldChg chg="modSp mod">
        <pc:chgData name="Marzieh Ayati" userId="719e7aeb-c3b5-48e5-801b-084d43cd09ac" providerId="ADAL" clId="{F182BE48-4C0D-4567-968B-900A31E16A60}" dt="2024-03-04T21:10:52.589" v="84" actId="20577"/>
        <pc:sldMkLst>
          <pc:docMk/>
          <pc:sldMk cId="0" sldId="301"/>
        </pc:sldMkLst>
        <pc:spChg chg="mod">
          <ac:chgData name="Marzieh Ayati" userId="719e7aeb-c3b5-48e5-801b-084d43cd09ac" providerId="ADAL" clId="{F182BE48-4C0D-4567-968B-900A31E16A60}" dt="2024-03-04T21:10:52.589" v="84" actId="20577"/>
          <ac:spMkLst>
            <pc:docMk/>
            <pc:sldMk cId="0" sldId="301"/>
            <ac:spMk id="419" creationId="{00000000-0000-0000-0000-000000000000}"/>
          </ac:spMkLst>
        </pc:spChg>
      </pc:sldChg>
      <pc:sldChg chg="mod modShow">
        <pc:chgData name="Marzieh Ayati" userId="719e7aeb-c3b5-48e5-801b-084d43cd09ac" providerId="ADAL" clId="{F182BE48-4C0D-4567-968B-900A31E16A60}" dt="2024-03-04T21:11:39.681" v="85" actId="729"/>
        <pc:sldMkLst>
          <pc:docMk/>
          <pc:sldMk cId="0" sldId="303"/>
        </pc:sldMkLst>
      </pc:sldChg>
      <pc:sldChg chg="modSp mod">
        <pc:chgData name="Marzieh Ayati" userId="719e7aeb-c3b5-48e5-801b-084d43cd09ac" providerId="ADAL" clId="{F182BE48-4C0D-4567-968B-900A31E16A60}" dt="2024-03-04T20:05:20.880" v="81" actId="20577"/>
        <pc:sldMkLst>
          <pc:docMk/>
          <pc:sldMk cId="3083612390" sldId="314"/>
        </pc:sldMkLst>
        <pc:spChg chg="mod">
          <ac:chgData name="Marzieh Ayati" userId="719e7aeb-c3b5-48e5-801b-084d43cd09ac" providerId="ADAL" clId="{F182BE48-4C0D-4567-968B-900A31E16A60}" dt="2024-03-04T20:04:58.847" v="45" actId="20577"/>
          <ac:spMkLst>
            <pc:docMk/>
            <pc:sldMk cId="3083612390" sldId="314"/>
            <ac:spMk id="3" creationId="{0D733F61-FB00-4A09-A31A-B004CDCF8B01}"/>
          </ac:spMkLst>
        </pc:spChg>
        <pc:spChg chg="mod">
          <ac:chgData name="Marzieh Ayati" userId="719e7aeb-c3b5-48e5-801b-084d43cd09ac" providerId="ADAL" clId="{F182BE48-4C0D-4567-968B-900A31E16A60}" dt="2024-03-04T20:05:20.880" v="81" actId="20577"/>
          <ac:spMkLst>
            <pc:docMk/>
            <pc:sldMk cId="3083612390" sldId="314"/>
            <ac:spMk id="4" creationId="{897A4C9F-B02C-4524-8BD2-D2DBF2DA9C5A}"/>
          </ac:spMkLst>
        </pc:spChg>
      </pc:sldChg>
      <pc:sldChg chg="modSp">
        <pc:chgData name="Marzieh Ayati" userId="719e7aeb-c3b5-48e5-801b-084d43cd09ac" providerId="ADAL" clId="{F182BE48-4C0D-4567-968B-900A31E16A60}" dt="2024-03-04T20:57:57.283" v="83" actId="5793"/>
        <pc:sldMkLst>
          <pc:docMk/>
          <pc:sldMk cId="611607864" sldId="324"/>
        </pc:sldMkLst>
        <pc:spChg chg="mod">
          <ac:chgData name="Marzieh Ayati" userId="719e7aeb-c3b5-48e5-801b-084d43cd09ac" providerId="ADAL" clId="{F182BE48-4C0D-4567-968B-900A31E16A60}" dt="2024-03-04T20:57:57.283" v="83" actId="5793"/>
          <ac:spMkLst>
            <pc:docMk/>
            <pc:sldMk cId="611607864" sldId="324"/>
            <ac:spMk id="3" creationId="{F47C2AB5-2803-4659-B272-59D934EDDF37}"/>
          </ac:spMkLst>
        </pc:spChg>
      </pc:sldChg>
    </pc:docChg>
  </pc:docChgLst>
  <pc:docChgLst>
    <pc:chgData name="Marzieh Ayati" userId="719e7aeb-c3b5-48e5-801b-084d43cd09ac" providerId="ADAL" clId="{D271D1D3-C814-4064-AB44-C92FBA46CEDF}"/>
    <pc:docChg chg="custSel addSld delSld modSld sldOrd">
      <pc:chgData name="Marzieh Ayati" userId="719e7aeb-c3b5-48e5-801b-084d43cd09ac" providerId="ADAL" clId="{D271D1D3-C814-4064-AB44-C92FBA46CEDF}" dt="2020-10-08T18:35:04.688" v="1004"/>
      <pc:docMkLst>
        <pc:docMk/>
      </pc:docMkLst>
      <pc:sldChg chg="modSp mod">
        <pc:chgData name="Marzieh Ayati" userId="719e7aeb-c3b5-48e5-801b-084d43cd09ac" providerId="ADAL" clId="{D271D1D3-C814-4064-AB44-C92FBA46CEDF}" dt="2020-10-08T05:19:06.600" v="829" actId="27636"/>
        <pc:sldMkLst>
          <pc:docMk/>
          <pc:sldMk cId="3544736281" sldId="256"/>
        </pc:sldMkLst>
        <pc:spChg chg="mod">
          <ac:chgData name="Marzieh Ayati" userId="719e7aeb-c3b5-48e5-801b-084d43cd09ac" providerId="ADAL" clId="{D271D1D3-C814-4064-AB44-C92FBA46CEDF}" dt="2020-10-08T05:19:06.600" v="829" actId="27636"/>
          <ac:spMkLst>
            <pc:docMk/>
            <pc:sldMk cId="3544736281" sldId="256"/>
            <ac:spMk id="2" creationId="{741774F6-E2A7-4671-AF93-D271C36EF2FD}"/>
          </ac:spMkLst>
        </pc:spChg>
      </pc:sldChg>
      <pc:sldChg chg="addSp modSp mod">
        <pc:chgData name="Marzieh Ayati" userId="719e7aeb-c3b5-48e5-801b-084d43cd09ac" providerId="ADAL" clId="{D271D1D3-C814-4064-AB44-C92FBA46CEDF}" dt="2020-10-08T06:09:14.054" v="923" actId="20577"/>
        <pc:sldMkLst>
          <pc:docMk/>
          <pc:sldMk cId="0" sldId="280"/>
        </pc:sldMkLst>
        <pc:spChg chg="add mod">
          <ac:chgData name="Marzieh Ayati" userId="719e7aeb-c3b5-48e5-801b-084d43cd09ac" providerId="ADAL" clId="{D271D1D3-C814-4064-AB44-C92FBA46CEDF}" dt="2020-10-08T06:09:14.054" v="923" actId="20577"/>
          <ac:spMkLst>
            <pc:docMk/>
            <pc:sldMk cId="0" sldId="280"/>
            <ac:spMk id="2" creationId="{C3899E5A-7699-4D9A-BF1E-46B0C710698D}"/>
          </ac:spMkLst>
        </pc:spChg>
      </pc:sldChg>
      <pc:sldChg chg="addSp delSp modSp mod modAnim">
        <pc:chgData name="Marzieh Ayati" userId="719e7aeb-c3b5-48e5-801b-084d43cd09ac" providerId="ADAL" clId="{D271D1D3-C814-4064-AB44-C92FBA46CEDF}" dt="2020-10-08T08:01:21.084" v="984"/>
        <pc:sldMkLst>
          <pc:docMk/>
          <pc:sldMk cId="0" sldId="292"/>
        </pc:sldMkLst>
        <pc:spChg chg="add mod">
          <ac:chgData name="Marzieh Ayati" userId="719e7aeb-c3b5-48e5-801b-084d43cd09ac" providerId="ADAL" clId="{D271D1D3-C814-4064-AB44-C92FBA46CEDF}" dt="2020-10-08T04:36:33.976" v="620" actId="14100"/>
          <ac:spMkLst>
            <pc:docMk/>
            <pc:sldMk cId="0" sldId="292"/>
            <ac:spMk id="3" creationId="{33B7615F-312B-4BD8-A5BF-814397CF3032}"/>
          </ac:spMkLst>
        </pc:spChg>
        <pc:spChg chg="add mod">
          <ac:chgData name="Marzieh Ayati" userId="719e7aeb-c3b5-48e5-801b-084d43cd09ac" providerId="ADAL" clId="{D271D1D3-C814-4064-AB44-C92FBA46CEDF}" dt="2020-10-08T04:36:22.277" v="619" actId="207"/>
          <ac:spMkLst>
            <pc:docMk/>
            <pc:sldMk cId="0" sldId="292"/>
            <ac:spMk id="4" creationId="{01BCAE9C-FFCE-4E36-9E4C-68C6B6A776DB}"/>
          </ac:spMkLst>
        </pc:spChg>
        <pc:spChg chg="add mod">
          <ac:chgData name="Marzieh Ayati" userId="719e7aeb-c3b5-48e5-801b-084d43cd09ac" providerId="ADAL" clId="{D271D1D3-C814-4064-AB44-C92FBA46CEDF}" dt="2020-10-08T08:01:19.107" v="982" actId="164"/>
          <ac:spMkLst>
            <pc:docMk/>
            <pc:sldMk cId="0" sldId="292"/>
            <ac:spMk id="5" creationId="{AD85A120-D66B-4686-873D-9BCED5A8C246}"/>
          </ac:spMkLst>
        </pc:spChg>
        <pc:spChg chg="add mod">
          <ac:chgData name="Marzieh Ayati" userId="719e7aeb-c3b5-48e5-801b-084d43cd09ac" providerId="ADAL" clId="{D271D1D3-C814-4064-AB44-C92FBA46CEDF}" dt="2020-10-08T07:59:59.682" v="929" actId="1076"/>
          <ac:spMkLst>
            <pc:docMk/>
            <pc:sldMk cId="0" sldId="292"/>
            <ac:spMk id="11" creationId="{DE51AE47-7097-4C08-8977-CDFA0B3332AF}"/>
          </ac:spMkLst>
        </pc:spChg>
        <pc:spChg chg="del">
          <ac:chgData name="Marzieh Ayati" userId="719e7aeb-c3b5-48e5-801b-084d43cd09ac" providerId="ADAL" clId="{D271D1D3-C814-4064-AB44-C92FBA46CEDF}" dt="2020-10-08T04:16:19.414" v="279" actId="478"/>
          <ac:spMkLst>
            <pc:docMk/>
            <pc:sldMk cId="0" sldId="292"/>
            <ac:spMk id="356" creationId="{00000000-0000-0000-0000-000000000000}"/>
          </ac:spMkLst>
        </pc:spChg>
        <pc:grpChg chg="add mod">
          <ac:chgData name="Marzieh Ayati" userId="719e7aeb-c3b5-48e5-801b-084d43cd09ac" providerId="ADAL" clId="{D271D1D3-C814-4064-AB44-C92FBA46CEDF}" dt="2020-10-08T08:01:19.107" v="982" actId="164"/>
          <ac:grpSpMkLst>
            <pc:docMk/>
            <pc:sldMk cId="0" sldId="292"/>
            <ac:grpSpMk id="13" creationId="{C81ED061-5630-4513-A2B7-59AD9BDA7E93}"/>
          </ac:grpSpMkLst>
        </pc:grpChg>
        <pc:picChg chg="add mod">
          <ac:chgData name="Marzieh Ayati" userId="719e7aeb-c3b5-48e5-801b-084d43cd09ac" providerId="ADAL" clId="{D271D1D3-C814-4064-AB44-C92FBA46CEDF}" dt="2020-10-08T04:35:19.600" v="601" actId="1076"/>
          <ac:picMkLst>
            <pc:docMk/>
            <pc:sldMk cId="0" sldId="292"/>
            <ac:picMk id="2" creationId="{79D59BF0-52FB-453F-A3C6-61A8D034F914}"/>
          </ac:picMkLst>
        </pc:picChg>
        <pc:picChg chg="add del mod">
          <ac:chgData name="Marzieh Ayati" userId="719e7aeb-c3b5-48e5-801b-084d43cd09ac" providerId="ADAL" clId="{D271D1D3-C814-4064-AB44-C92FBA46CEDF}" dt="2020-10-08T04:32:24.580" v="598" actId="478"/>
          <ac:picMkLst>
            <pc:docMk/>
            <pc:sldMk cId="0" sldId="292"/>
            <ac:picMk id="6" creationId="{74A15A0D-F604-415D-96D3-0362AAE05CC2}"/>
          </ac:picMkLst>
        </pc:picChg>
        <pc:picChg chg="add mod">
          <ac:chgData name="Marzieh Ayati" userId="719e7aeb-c3b5-48e5-801b-084d43cd09ac" providerId="ADAL" clId="{D271D1D3-C814-4064-AB44-C92FBA46CEDF}" dt="2020-10-08T07:59:37.322" v="926" actId="14100"/>
          <ac:picMkLst>
            <pc:docMk/>
            <pc:sldMk cId="0" sldId="292"/>
            <ac:picMk id="10" creationId="{B492C7E0-88F4-40D3-B600-094312000552}"/>
          </ac:picMkLst>
        </pc:picChg>
        <pc:picChg chg="del">
          <ac:chgData name="Marzieh Ayati" userId="719e7aeb-c3b5-48e5-801b-084d43cd09ac" providerId="ADAL" clId="{D271D1D3-C814-4064-AB44-C92FBA46CEDF}" dt="2020-10-08T04:16:18.577" v="278" actId="478"/>
          <ac:picMkLst>
            <pc:docMk/>
            <pc:sldMk cId="0" sldId="292"/>
            <ac:picMk id="355" creationId="{00000000-0000-0000-0000-000000000000}"/>
          </ac:picMkLst>
        </pc:picChg>
        <pc:cxnChg chg="add mod">
          <ac:chgData name="Marzieh Ayati" userId="719e7aeb-c3b5-48e5-801b-084d43cd09ac" providerId="ADAL" clId="{D271D1D3-C814-4064-AB44-C92FBA46CEDF}" dt="2020-10-08T08:01:19.107" v="982" actId="164"/>
          <ac:cxnSpMkLst>
            <pc:docMk/>
            <pc:sldMk cId="0" sldId="292"/>
            <ac:cxnSpMk id="8" creationId="{B15A7934-30B0-4967-989D-E023F02453AE}"/>
          </ac:cxnSpMkLst>
        </pc:cxnChg>
        <pc:cxnChg chg="add mod">
          <ac:chgData name="Marzieh Ayati" userId="719e7aeb-c3b5-48e5-801b-084d43cd09ac" providerId="ADAL" clId="{D271D1D3-C814-4064-AB44-C92FBA46CEDF}" dt="2020-10-08T08:01:19.107" v="982" actId="164"/>
          <ac:cxnSpMkLst>
            <pc:docMk/>
            <pc:sldMk cId="0" sldId="292"/>
            <ac:cxnSpMk id="15" creationId="{43AEBA80-23C5-4786-9762-5735D023403D}"/>
          </ac:cxnSpMkLst>
        </pc:cxnChg>
      </pc:sldChg>
      <pc:sldChg chg="addSp modSp mod">
        <pc:chgData name="Marzieh Ayati" userId="719e7aeb-c3b5-48e5-801b-084d43cd09ac" providerId="ADAL" clId="{D271D1D3-C814-4064-AB44-C92FBA46CEDF}" dt="2020-10-08T04:39:55.207" v="627" actId="1076"/>
        <pc:sldMkLst>
          <pc:docMk/>
          <pc:sldMk cId="0" sldId="293"/>
        </pc:sldMkLst>
        <pc:picChg chg="add mod">
          <ac:chgData name="Marzieh Ayati" userId="719e7aeb-c3b5-48e5-801b-084d43cd09ac" providerId="ADAL" clId="{D271D1D3-C814-4064-AB44-C92FBA46CEDF}" dt="2020-10-08T04:39:55.207" v="627" actId="1076"/>
          <ac:picMkLst>
            <pc:docMk/>
            <pc:sldMk cId="0" sldId="293"/>
            <ac:picMk id="2" creationId="{901D8320-7977-45F7-9F5E-AA8DC78580F5}"/>
          </ac:picMkLst>
        </pc:picChg>
      </pc:sldChg>
      <pc:sldChg chg="addSp delSp modSp mod modAnim">
        <pc:chgData name="Marzieh Ayati" userId="719e7aeb-c3b5-48e5-801b-084d43cd09ac" providerId="ADAL" clId="{D271D1D3-C814-4064-AB44-C92FBA46CEDF}" dt="2020-10-08T04:42:17.543" v="638" actId="1076"/>
        <pc:sldMkLst>
          <pc:docMk/>
          <pc:sldMk cId="0" sldId="295"/>
        </pc:sldMkLst>
        <pc:spChg chg="add mod">
          <ac:chgData name="Marzieh Ayati" userId="719e7aeb-c3b5-48e5-801b-084d43cd09ac" providerId="ADAL" clId="{D271D1D3-C814-4064-AB44-C92FBA46CEDF}" dt="2020-10-08T04:42:17.543" v="638" actId="1076"/>
          <ac:spMkLst>
            <pc:docMk/>
            <pc:sldMk cId="0" sldId="295"/>
            <ac:spMk id="2" creationId="{6E0E2DEA-CC91-4068-8DEF-319C5152C6EA}"/>
          </ac:spMkLst>
        </pc:spChg>
        <pc:spChg chg="add mod">
          <ac:chgData name="Marzieh Ayati" userId="719e7aeb-c3b5-48e5-801b-084d43cd09ac" providerId="ADAL" clId="{D271D1D3-C814-4064-AB44-C92FBA46CEDF}" dt="2020-10-08T04:42:14.711" v="637" actId="1076"/>
          <ac:spMkLst>
            <pc:docMk/>
            <pc:sldMk cId="0" sldId="295"/>
            <ac:spMk id="6" creationId="{DB06E84F-28C8-43FA-B9C0-671ACD968139}"/>
          </ac:spMkLst>
        </pc:spChg>
        <pc:spChg chg="del">
          <ac:chgData name="Marzieh Ayati" userId="719e7aeb-c3b5-48e5-801b-084d43cd09ac" providerId="ADAL" clId="{D271D1D3-C814-4064-AB44-C92FBA46CEDF}" dt="2020-10-08T04:41:38.719" v="628" actId="478"/>
          <ac:spMkLst>
            <pc:docMk/>
            <pc:sldMk cId="0" sldId="295"/>
            <ac:spMk id="375" creationId="{00000000-0000-0000-0000-000000000000}"/>
          </ac:spMkLst>
        </pc:spChg>
      </pc:sldChg>
      <pc:sldChg chg="addSp modSp mod modAnim">
        <pc:chgData name="Marzieh Ayati" userId="719e7aeb-c3b5-48e5-801b-084d43cd09ac" providerId="ADAL" clId="{D271D1D3-C814-4064-AB44-C92FBA46CEDF}" dt="2020-10-08T04:56:02.216" v="723"/>
        <pc:sldMkLst>
          <pc:docMk/>
          <pc:sldMk cId="0" sldId="296"/>
        </pc:sldMkLst>
        <pc:picChg chg="add mod">
          <ac:chgData name="Marzieh Ayati" userId="719e7aeb-c3b5-48e5-801b-084d43cd09ac" providerId="ADAL" clId="{D271D1D3-C814-4064-AB44-C92FBA46CEDF}" dt="2020-10-08T04:56:01.350" v="721" actId="1076"/>
          <ac:picMkLst>
            <pc:docMk/>
            <pc:sldMk cId="0" sldId="296"/>
            <ac:picMk id="2" creationId="{BC10EFAE-75CF-4501-91CF-60C06D35EDF3}"/>
          </ac:picMkLst>
        </pc:picChg>
      </pc:sldChg>
      <pc:sldChg chg="modSp mod">
        <pc:chgData name="Marzieh Ayati" userId="719e7aeb-c3b5-48e5-801b-084d43cd09ac" providerId="ADAL" clId="{D271D1D3-C814-4064-AB44-C92FBA46CEDF}" dt="2020-10-08T05:07:45.100" v="733" actId="6549"/>
        <pc:sldMkLst>
          <pc:docMk/>
          <pc:sldMk cId="0" sldId="298"/>
        </pc:sldMkLst>
        <pc:spChg chg="mod">
          <ac:chgData name="Marzieh Ayati" userId="719e7aeb-c3b5-48e5-801b-084d43cd09ac" providerId="ADAL" clId="{D271D1D3-C814-4064-AB44-C92FBA46CEDF}" dt="2020-10-08T05:07:45.100" v="733" actId="6549"/>
          <ac:spMkLst>
            <pc:docMk/>
            <pc:sldMk cId="0" sldId="298"/>
            <ac:spMk id="393" creationId="{00000000-0000-0000-0000-000000000000}"/>
          </ac:spMkLst>
        </pc:spChg>
      </pc:sldChg>
      <pc:sldChg chg="addSp modSp mod">
        <pc:chgData name="Marzieh Ayati" userId="719e7aeb-c3b5-48e5-801b-084d43cd09ac" providerId="ADAL" clId="{D271D1D3-C814-4064-AB44-C92FBA46CEDF}" dt="2020-10-08T05:09:30.036" v="746" actId="14100"/>
        <pc:sldMkLst>
          <pc:docMk/>
          <pc:sldMk cId="0" sldId="299"/>
        </pc:sldMkLst>
        <pc:spChg chg="add mod">
          <ac:chgData name="Marzieh Ayati" userId="719e7aeb-c3b5-48e5-801b-084d43cd09ac" providerId="ADAL" clId="{D271D1D3-C814-4064-AB44-C92FBA46CEDF}" dt="2020-10-08T05:08:23.004" v="738" actId="208"/>
          <ac:spMkLst>
            <pc:docMk/>
            <pc:sldMk cId="0" sldId="299"/>
            <ac:spMk id="3" creationId="{BE876E8E-8957-4404-BF5E-9513DC965982}"/>
          </ac:spMkLst>
        </pc:spChg>
        <pc:spChg chg="add mod">
          <ac:chgData name="Marzieh Ayati" userId="719e7aeb-c3b5-48e5-801b-084d43cd09ac" providerId="ADAL" clId="{D271D1D3-C814-4064-AB44-C92FBA46CEDF}" dt="2020-10-08T05:09:20.356" v="743" actId="1076"/>
          <ac:spMkLst>
            <pc:docMk/>
            <pc:sldMk cId="0" sldId="299"/>
            <ac:spMk id="4" creationId="{5FF30590-6A4E-4408-BC0B-7196CBA3AD72}"/>
          </ac:spMkLst>
        </pc:spChg>
        <pc:spChg chg="add mod">
          <ac:chgData name="Marzieh Ayati" userId="719e7aeb-c3b5-48e5-801b-084d43cd09ac" providerId="ADAL" clId="{D271D1D3-C814-4064-AB44-C92FBA46CEDF}" dt="2020-10-08T05:09:30.036" v="746" actId="14100"/>
          <ac:spMkLst>
            <pc:docMk/>
            <pc:sldMk cId="0" sldId="299"/>
            <ac:spMk id="7" creationId="{8AA5CE69-6479-4FDF-A50E-D75BFC528514}"/>
          </ac:spMkLst>
        </pc:spChg>
        <pc:picChg chg="add mod">
          <ac:chgData name="Marzieh Ayati" userId="719e7aeb-c3b5-48e5-801b-084d43cd09ac" providerId="ADAL" clId="{D271D1D3-C814-4064-AB44-C92FBA46CEDF}" dt="2020-10-08T05:08:30.428" v="739" actId="1076"/>
          <ac:picMkLst>
            <pc:docMk/>
            <pc:sldMk cId="0" sldId="299"/>
            <ac:picMk id="2" creationId="{5E281137-7984-4992-BB11-23C9E802DFDE}"/>
          </ac:picMkLst>
        </pc:picChg>
      </pc:sldChg>
      <pc:sldChg chg="addSp delSp modSp mod">
        <pc:chgData name="Marzieh Ayati" userId="719e7aeb-c3b5-48e5-801b-084d43cd09ac" providerId="ADAL" clId="{D271D1D3-C814-4064-AB44-C92FBA46CEDF}" dt="2020-10-08T05:12:33.053" v="758" actId="1076"/>
        <pc:sldMkLst>
          <pc:docMk/>
          <pc:sldMk cId="0" sldId="300"/>
        </pc:sldMkLst>
        <pc:spChg chg="mod">
          <ac:chgData name="Marzieh Ayati" userId="719e7aeb-c3b5-48e5-801b-084d43cd09ac" providerId="ADAL" clId="{D271D1D3-C814-4064-AB44-C92FBA46CEDF}" dt="2020-10-08T05:11:47.252" v="754"/>
          <ac:spMkLst>
            <pc:docMk/>
            <pc:sldMk cId="0" sldId="300"/>
            <ac:spMk id="404" creationId="{00000000-0000-0000-0000-000000000000}"/>
          </ac:spMkLst>
        </pc:spChg>
        <pc:spChg chg="del mod">
          <ac:chgData name="Marzieh Ayati" userId="719e7aeb-c3b5-48e5-801b-084d43cd09ac" providerId="ADAL" clId="{D271D1D3-C814-4064-AB44-C92FBA46CEDF}" dt="2020-10-08T05:11:53.700" v="757" actId="478"/>
          <ac:spMkLst>
            <pc:docMk/>
            <pc:sldMk cId="0" sldId="300"/>
            <ac:spMk id="406" creationId="{00000000-0000-0000-0000-000000000000}"/>
          </ac:spMkLst>
        </pc:spChg>
        <pc:picChg chg="add mod">
          <ac:chgData name="Marzieh Ayati" userId="719e7aeb-c3b5-48e5-801b-084d43cd09ac" providerId="ADAL" clId="{D271D1D3-C814-4064-AB44-C92FBA46CEDF}" dt="2020-10-08T05:12:33.053" v="758" actId="1076"/>
          <ac:picMkLst>
            <pc:docMk/>
            <pc:sldMk cId="0" sldId="300"/>
            <ac:picMk id="2" creationId="{43B457B1-AE5A-4C32-B763-548E938323EB}"/>
          </ac:picMkLst>
        </pc:picChg>
        <pc:picChg chg="mod">
          <ac:chgData name="Marzieh Ayati" userId="719e7aeb-c3b5-48e5-801b-084d43cd09ac" providerId="ADAL" clId="{D271D1D3-C814-4064-AB44-C92FBA46CEDF}" dt="2020-10-08T05:11:52.380" v="756" actId="14100"/>
          <ac:picMkLst>
            <pc:docMk/>
            <pc:sldMk cId="0" sldId="300"/>
            <ac:picMk id="405" creationId="{00000000-0000-0000-0000-000000000000}"/>
          </ac:picMkLst>
        </pc:picChg>
      </pc:sldChg>
      <pc:sldChg chg="addSp modSp mod modAnim">
        <pc:chgData name="Marzieh Ayati" userId="719e7aeb-c3b5-48e5-801b-084d43cd09ac" providerId="ADAL" clId="{D271D1D3-C814-4064-AB44-C92FBA46CEDF}" dt="2020-10-08T05:17:30.970" v="796" actId="14100"/>
        <pc:sldMkLst>
          <pc:docMk/>
          <pc:sldMk cId="0" sldId="302"/>
        </pc:sldMkLst>
        <pc:spChg chg="add mod">
          <ac:chgData name="Marzieh Ayati" userId="719e7aeb-c3b5-48e5-801b-084d43cd09ac" providerId="ADAL" clId="{D271D1D3-C814-4064-AB44-C92FBA46CEDF}" dt="2020-10-08T05:15:18.388" v="761" actId="208"/>
          <ac:spMkLst>
            <pc:docMk/>
            <pc:sldMk cId="0" sldId="302"/>
            <ac:spMk id="2" creationId="{FCF6A095-3C5F-4D1F-8C8A-01DF1E23F81F}"/>
          </ac:spMkLst>
        </pc:spChg>
        <pc:spChg chg="add mod">
          <ac:chgData name="Marzieh Ayati" userId="719e7aeb-c3b5-48e5-801b-084d43cd09ac" providerId="ADAL" clId="{D271D1D3-C814-4064-AB44-C92FBA46CEDF}" dt="2020-10-08T05:15:40.691" v="767" actId="1076"/>
          <ac:spMkLst>
            <pc:docMk/>
            <pc:sldMk cId="0" sldId="302"/>
            <ac:spMk id="5" creationId="{98F12EEE-EA2F-4CAC-A835-425BD7F9913C}"/>
          </ac:spMkLst>
        </pc:spChg>
        <pc:spChg chg="add mod">
          <ac:chgData name="Marzieh Ayati" userId="719e7aeb-c3b5-48e5-801b-084d43cd09ac" providerId="ADAL" clId="{D271D1D3-C814-4064-AB44-C92FBA46CEDF}" dt="2020-10-08T05:15:50.996" v="769" actId="1076"/>
          <ac:spMkLst>
            <pc:docMk/>
            <pc:sldMk cId="0" sldId="302"/>
            <ac:spMk id="6" creationId="{80C33B6F-C386-422A-BA05-51D6735AF967}"/>
          </ac:spMkLst>
        </pc:spChg>
        <pc:spChg chg="add mod">
          <ac:chgData name="Marzieh Ayati" userId="719e7aeb-c3b5-48e5-801b-084d43cd09ac" providerId="ADAL" clId="{D271D1D3-C814-4064-AB44-C92FBA46CEDF}" dt="2020-10-08T05:17:23.772" v="793" actId="14100"/>
          <ac:spMkLst>
            <pc:docMk/>
            <pc:sldMk cId="0" sldId="302"/>
            <ac:spMk id="7" creationId="{B0E6D9FA-C488-41AD-8A2B-CC11D5AE6063}"/>
          </ac:spMkLst>
        </pc:spChg>
        <pc:spChg chg="add mod">
          <ac:chgData name="Marzieh Ayati" userId="719e7aeb-c3b5-48e5-801b-084d43cd09ac" providerId="ADAL" clId="{D271D1D3-C814-4064-AB44-C92FBA46CEDF}" dt="2020-10-08T05:16:05.956" v="773" actId="1076"/>
          <ac:spMkLst>
            <pc:docMk/>
            <pc:sldMk cId="0" sldId="302"/>
            <ac:spMk id="8" creationId="{1DE8BF65-4E3C-421D-B7FC-B134C9B78427}"/>
          </ac:spMkLst>
        </pc:spChg>
        <pc:spChg chg="add mod">
          <ac:chgData name="Marzieh Ayati" userId="719e7aeb-c3b5-48e5-801b-084d43cd09ac" providerId="ADAL" clId="{D271D1D3-C814-4064-AB44-C92FBA46CEDF}" dt="2020-10-08T05:16:09.228" v="775" actId="1076"/>
          <ac:spMkLst>
            <pc:docMk/>
            <pc:sldMk cId="0" sldId="302"/>
            <ac:spMk id="9" creationId="{0156B8A2-E509-40DE-B5B2-2F972CD2E1A6}"/>
          </ac:spMkLst>
        </pc:spChg>
        <pc:spChg chg="add mod">
          <ac:chgData name="Marzieh Ayati" userId="719e7aeb-c3b5-48e5-801b-084d43cd09ac" providerId="ADAL" clId="{D271D1D3-C814-4064-AB44-C92FBA46CEDF}" dt="2020-10-08T05:17:30.970" v="796" actId="14100"/>
          <ac:spMkLst>
            <pc:docMk/>
            <pc:sldMk cId="0" sldId="302"/>
            <ac:spMk id="10" creationId="{50011122-60E7-4CFD-A1CE-0E5AE2C5E2BC}"/>
          </ac:spMkLst>
        </pc:spChg>
      </pc:sldChg>
      <pc:sldChg chg="addSp modSp mod">
        <pc:chgData name="Marzieh Ayati" userId="719e7aeb-c3b5-48e5-801b-084d43cd09ac" providerId="ADAL" clId="{D271D1D3-C814-4064-AB44-C92FBA46CEDF}" dt="2020-10-08T08:13:02.994" v="989" actId="208"/>
        <pc:sldMkLst>
          <pc:docMk/>
          <pc:sldMk cId="0" sldId="303"/>
        </pc:sldMkLst>
        <pc:spChg chg="add mod">
          <ac:chgData name="Marzieh Ayati" userId="719e7aeb-c3b5-48e5-801b-084d43cd09ac" providerId="ADAL" clId="{D271D1D3-C814-4064-AB44-C92FBA46CEDF}" dt="2020-10-08T08:13:02.994" v="989" actId="208"/>
          <ac:spMkLst>
            <pc:docMk/>
            <pc:sldMk cId="0" sldId="303"/>
            <ac:spMk id="2" creationId="{FFC7F790-3EBF-410F-99CE-26FE4059A4E6}"/>
          </ac:spMkLst>
        </pc:spChg>
      </pc:sldChg>
      <pc:sldChg chg="del">
        <pc:chgData name="Marzieh Ayati" userId="719e7aeb-c3b5-48e5-801b-084d43cd09ac" providerId="ADAL" clId="{D271D1D3-C814-4064-AB44-C92FBA46CEDF}" dt="2020-10-08T08:12:44.964" v="986" actId="47"/>
        <pc:sldMkLst>
          <pc:docMk/>
          <pc:sldMk cId="0" sldId="304"/>
        </pc:sldMkLst>
      </pc:sldChg>
      <pc:sldChg chg="del">
        <pc:chgData name="Marzieh Ayati" userId="719e7aeb-c3b5-48e5-801b-084d43cd09ac" providerId="ADAL" clId="{D271D1D3-C814-4064-AB44-C92FBA46CEDF}" dt="2020-10-08T08:12:44.287" v="985" actId="47"/>
        <pc:sldMkLst>
          <pc:docMk/>
          <pc:sldMk cId="0" sldId="305"/>
        </pc:sldMkLst>
      </pc:sldChg>
      <pc:sldChg chg="modSp mod modAnim">
        <pc:chgData name="Marzieh Ayati" userId="719e7aeb-c3b5-48e5-801b-084d43cd09ac" providerId="ADAL" clId="{D271D1D3-C814-4064-AB44-C92FBA46CEDF}" dt="2020-10-08T18:34:05.756" v="998"/>
        <pc:sldMkLst>
          <pc:docMk/>
          <pc:sldMk cId="1656101322" sldId="306"/>
        </pc:sldMkLst>
        <pc:grpChg chg="mod">
          <ac:chgData name="Marzieh Ayati" userId="719e7aeb-c3b5-48e5-801b-084d43cd09ac" providerId="ADAL" clId="{D271D1D3-C814-4064-AB44-C92FBA46CEDF}" dt="2020-10-08T18:34:03.262" v="997" actId="1076"/>
          <ac:grpSpMkLst>
            <pc:docMk/>
            <pc:sldMk cId="1656101322" sldId="306"/>
            <ac:grpSpMk id="15" creationId="{A435F7F2-1CA6-4ADE-881A-A984FAD92E21}"/>
          </ac:grpSpMkLst>
        </pc:grpChg>
      </pc:sldChg>
      <pc:sldChg chg="modAnim">
        <pc:chgData name="Marzieh Ayati" userId="719e7aeb-c3b5-48e5-801b-084d43cd09ac" providerId="ADAL" clId="{D271D1D3-C814-4064-AB44-C92FBA46CEDF}" dt="2020-10-08T18:34:48.017" v="1002"/>
        <pc:sldMkLst>
          <pc:docMk/>
          <pc:sldMk cId="3988036870" sldId="307"/>
        </pc:sldMkLst>
      </pc:sldChg>
      <pc:sldChg chg="modAnim">
        <pc:chgData name="Marzieh Ayati" userId="719e7aeb-c3b5-48e5-801b-084d43cd09ac" providerId="ADAL" clId="{D271D1D3-C814-4064-AB44-C92FBA46CEDF}" dt="2020-10-08T18:35:04.688" v="1004"/>
        <pc:sldMkLst>
          <pc:docMk/>
          <pc:sldMk cId="2292738726" sldId="308"/>
        </pc:sldMkLst>
      </pc:sldChg>
      <pc:sldChg chg="addSp delSp modSp new mod modAnim">
        <pc:chgData name="Marzieh Ayati" userId="719e7aeb-c3b5-48e5-801b-084d43cd09ac" providerId="ADAL" clId="{D271D1D3-C814-4064-AB44-C92FBA46CEDF}" dt="2020-10-08T03:49:04.857" v="247" actId="20577"/>
        <pc:sldMkLst>
          <pc:docMk/>
          <pc:sldMk cId="126458998" sldId="309"/>
        </pc:sldMkLst>
        <pc:spChg chg="mod">
          <ac:chgData name="Marzieh Ayati" userId="719e7aeb-c3b5-48e5-801b-084d43cd09ac" providerId="ADAL" clId="{D271D1D3-C814-4064-AB44-C92FBA46CEDF}" dt="2020-10-08T03:46:14.158" v="2" actId="1076"/>
          <ac:spMkLst>
            <pc:docMk/>
            <pc:sldMk cId="126458998" sldId="309"/>
            <ac:spMk id="2" creationId="{568B39F4-15E4-4F89-83A2-DEE2D2821896}"/>
          </ac:spMkLst>
        </pc:spChg>
        <pc:spChg chg="del">
          <ac:chgData name="Marzieh Ayati" userId="719e7aeb-c3b5-48e5-801b-084d43cd09ac" providerId="ADAL" clId="{D271D1D3-C814-4064-AB44-C92FBA46CEDF}" dt="2020-10-08T03:46:15.941" v="3" actId="478"/>
          <ac:spMkLst>
            <pc:docMk/>
            <pc:sldMk cId="126458998" sldId="309"/>
            <ac:spMk id="3" creationId="{72ECCDC3-9D6F-403C-8A24-A7FCD93A9877}"/>
          </ac:spMkLst>
        </pc:spChg>
        <pc:spChg chg="add mod">
          <ac:chgData name="Marzieh Ayati" userId="719e7aeb-c3b5-48e5-801b-084d43cd09ac" providerId="ADAL" clId="{D271D1D3-C814-4064-AB44-C92FBA46CEDF}" dt="2020-10-08T03:46:52.873" v="75" actId="20577"/>
          <ac:spMkLst>
            <pc:docMk/>
            <pc:sldMk cId="126458998" sldId="309"/>
            <ac:spMk id="7" creationId="{48135814-53C3-4311-99F7-E203B2E8D1E3}"/>
          </ac:spMkLst>
        </pc:spChg>
        <pc:spChg chg="add mod">
          <ac:chgData name="Marzieh Ayati" userId="719e7aeb-c3b5-48e5-801b-084d43cd09ac" providerId="ADAL" clId="{D271D1D3-C814-4064-AB44-C92FBA46CEDF}" dt="2020-10-08T03:47:19.332" v="109" actId="1076"/>
          <ac:spMkLst>
            <pc:docMk/>
            <pc:sldMk cId="126458998" sldId="309"/>
            <ac:spMk id="8" creationId="{4075EAA8-3EF1-483A-B7C2-96ED9E32D867}"/>
          </ac:spMkLst>
        </pc:spChg>
        <pc:spChg chg="add mod">
          <ac:chgData name="Marzieh Ayati" userId="719e7aeb-c3b5-48e5-801b-084d43cd09ac" providerId="ADAL" clId="{D271D1D3-C814-4064-AB44-C92FBA46CEDF}" dt="2020-10-08T03:48:11.205" v="121" actId="1076"/>
          <ac:spMkLst>
            <pc:docMk/>
            <pc:sldMk cId="126458998" sldId="309"/>
            <ac:spMk id="9" creationId="{AC66F63E-FDD8-49C2-8830-6911E1955EC0}"/>
          </ac:spMkLst>
        </pc:spChg>
        <pc:spChg chg="add mod">
          <ac:chgData name="Marzieh Ayati" userId="719e7aeb-c3b5-48e5-801b-084d43cd09ac" providerId="ADAL" clId="{D271D1D3-C814-4064-AB44-C92FBA46CEDF}" dt="2020-10-08T03:49:04.857" v="247" actId="20577"/>
          <ac:spMkLst>
            <pc:docMk/>
            <pc:sldMk cId="126458998" sldId="309"/>
            <ac:spMk id="10" creationId="{AE532067-9A9C-45F3-A75F-4B6A3B322658}"/>
          </ac:spMkLst>
        </pc:spChg>
        <pc:grpChg chg="add mod">
          <ac:chgData name="Marzieh Ayati" userId="719e7aeb-c3b5-48e5-801b-084d43cd09ac" providerId="ADAL" clId="{D271D1D3-C814-4064-AB44-C92FBA46CEDF}" dt="2020-10-08T03:46:23.206" v="5" actId="1076"/>
          <ac:grpSpMkLst>
            <pc:docMk/>
            <pc:sldMk cId="126458998" sldId="309"/>
            <ac:grpSpMk id="4" creationId="{653283F1-2218-436A-94DD-EF983FF45BD1}"/>
          </ac:grpSpMkLst>
        </pc:grpChg>
      </pc:sldChg>
      <pc:sldChg chg="modSp new mod">
        <pc:chgData name="Marzieh Ayati" userId="719e7aeb-c3b5-48e5-801b-084d43cd09ac" providerId="ADAL" clId="{D271D1D3-C814-4064-AB44-C92FBA46CEDF}" dt="2020-10-08T03:51:50.954" v="277" actId="20577"/>
        <pc:sldMkLst>
          <pc:docMk/>
          <pc:sldMk cId="4045136869" sldId="310"/>
        </pc:sldMkLst>
        <pc:spChg chg="mod">
          <ac:chgData name="Marzieh Ayati" userId="719e7aeb-c3b5-48e5-801b-084d43cd09ac" providerId="ADAL" clId="{D271D1D3-C814-4064-AB44-C92FBA46CEDF}" dt="2020-10-08T03:51:35.057" v="273" actId="207"/>
          <ac:spMkLst>
            <pc:docMk/>
            <pc:sldMk cId="4045136869" sldId="310"/>
            <ac:spMk id="2" creationId="{908475BA-8FEF-4212-A909-93AF7C5B8791}"/>
          </ac:spMkLst>
        </pc:spChg>
        <pc:spChg chg="mod">
          <ac:chgData name="Marzieh Ayati" userId="719e7aeb-c3b5-48e5-801b-084d43cd09ac" providerId="ADAL" clId="{D271D1D3-C814-4064-AB44-C92FBA46CEDF}" dt="2020-10-08T03:51:50.954" v="277" actId="20577"/>
          <ac:spMkLst>
            <pc:docMk/>
            <pc:sldMk cId="4045136869" sldId="310"/>
            <ac:spMk id="3" creationId="{B7616DA0-6774-47C1-A328-AB03C5A032B2}"/>
          </ac:spMkLst>
        </pc:spChg>
      </pc:sldChg>
      <pc:sldChg chg="addSp modSp new mod">
        <pc:chgData name="Marzieh Ayati" userId="719e7aeb-c3b5-48e5-801b-084d43cd09ac" providerId="ADAL" clId="{D271D1D3-C814-4064-AB44-C92FBA46CEDF}" dt="2020-10-08T04:27:23.073" v="594" actId="20577"/>
        <pc:sldMkLst>
          <pc:docMk/>
          <pc:sldMk cId="280474559" sldId="311"/>
        </pc:sldMkLst>
        <pc:spChg chg="mod">
          <ac:chgData name="Marzieh Ayati" userId="719e7aeb-c3b5-48e5-801b-084d43cd09ac" providerId="ADAL" clId="{D271D1D3-C814-4064-AB44-C92FBA46CEDF}" dt="2020-10-08T04:26:14.946" v="448" actId="1076"/>
          <ac:spMkLst>
            <pc:docMk/>
            <pc:sldMk cId="280474559" sldId="311"/>
            <ac:spMk id="2" creationId="{B2CD21EE-88D0-4D02-B654-84E68054F6A1}"/>
          </ac:spMkLst>
        </pc:spChg>
        <pc:spChg chg="mod">
          <ac:chgData name="Marzieh Ayati" userId="719e7aeb-c3b5-48e5-801b-084d43cd09ac" providerId="ADAL" clId="{D271D1D3-C814-4064-AB44-C92FBA46CEDF}" dt="2020-10-08T04:27:23.073" v="594" actId="20577"/>
          <ac:spMkLst>
            <pc:docMk/>
            <pc:sldMk cId="280474559" sldId="311"/>
            <ac:spMk id="3" creationId="{BCEE2584-8FFD-4368-9D4B-640345305DD0}"/>
          </ac:spMkLst>
        </pc:spChg>
        <pc:picChg chg="add mod">
          <ac:chgData name="Marzieh Ayati" userId="719e7aeb-c3b5-48e5-801b-084d43cd09ac" providerId="ADAL" clId="{D271D1D3-C814-4064-AB44-C92FBA46CEDF}" dt="2020-10-08T04:27:05.352" v="510" actId="1076"/>
          <ac:picMkLst>
            <pc:docMk/>
            <pc:sldMk cId="280474559" sldId="311"/>
            <ac:picMk id="4" creationId="{F0A6C1D4-C5B9-4E14-AB10-2CA2CBCC8204}"/>
          </ac:picMkLst>
        </pc:picChg>
      </pc:sldChg>
      <pc:sldChg chg="addSp modSp new mod modAnim">
        <pc:chgData name="Marzieh Ayati" userId="719e7aeb-c3b5-48e5-801b-084d43cd09ac" providerId="ADAL" clId="{D271D1D3-C814-4064-AB44-C92FBA46CEDF}" dt="2020-10-08T04:50:30.728" v="674"/>
        <pc:sldMkLst>
          <pc:docMk/>
          <pc:sldMk cId="1971979229" sldId="312"/>
        </pc:sldMkLst>
        <pc:spChg chg="mod">
          <ac:chgData name="Marzieh Ayati" userId="719e7aeb-c3b5-48e5-801b-084d43cd09ac" providerId="ADAL" clId="{D271D1D3-C814-4064-AB44-C92FBA46CEDF}" dt="2020-10-08T04:46:55.774" v="654" actId="1076"/>
          <ac:spMkLst>
            <pc:docMk/>
            <pc:sldMk cId="1971979229" sldId="312"/>
            <ac:spMk id="2" creationId="{B7AA7654-F0D3-4AC3-BCAC-8FE9502F61AF}"/>
          </ac:spMkLst>
        </pc:spChg>
        <pc:spChg chg="mod">
          <ac:chgData name="Marzieh Ayati" userId="719e7aeb-c3b5-48e5-801b-084d43cd09ac" providerId="ADAL" clId="{D271D1D3-C814-4064-AB44-C92FBA46CEDF}" dt="2020-10-08T04:49:44.794" v="660"/>
          <ac:spMkLst>
            <pc:docMk/>
            <pc:sldMk cId="1971979229" sldId="312"/>
            <ac:spMk id="3" creationId="{C3F00FC7-0EA6-468F-948A-105AEAD1AD70}"/>
          </ac:spMkLst>
        </pc:spChg>
        <pc:picChg chg="add mod">
          <ac:chgData name="Marzieh Ayati" userId="719e7aeb-c3b5-48e5-801b-084d43cd09ac" providerId="ADAL" clId="{D271D1D3-C814-4064-AB44-C92FBA46CEDF}" dt="2020-10-08T04:49:34.982" v="659" actId="1076"/>
          <ac:picMkLst>
            <pc:docMk/>
            <pc:sldMk cId="1971979229" sldId="312"/>
            <ac:picMk id="4" creationId="{AD8C826A-AFF3-4F92-B8BE-FE3D687E738E}"/>
          </ac:picMkLst>
        </pc:picChg>
        <pc:picChg chg="add mod">
          <ac:chgData name="Marzieh Ayati" userId="719e7aeb-c3b5-48e5-801b-084d43cd09ac" providerId="ADAL" clId="{D271D1D3-C814-4064-AB44-C92FBA46CEDF}" dt="2020-10-08T04:49:58.910" v="664" actId="1076"/>
          <ac:picMkLst>
            <pc:docMk/>
            <pc:sldMk cId="1971979229" sldId="312"/>
            <ac:picMk id="5" creationId="{96BBA63D-D136-4136-BA4C-5E7773F60F09}"/>
          </ac:picMkLst>
        </pc:picChg>
        <pc:picChg chg="add mod">
          <ac:chgData name="Marzieh Ayati" userId="719e7aeb-c3b5-48e5-801b-084d43cd09ac" providerId="ADAL" clId="{D271D1D3-C814-4064-AB44-C92FBA46CEDF}" dt="2020-10-08T04:50:15.070" v="667" actId="1076"/>
          <ac:picMkLst>
            <pc:docMk/>
            <pc:sldMk cId="1971979229" sldId="312"/>
            <ac:picMk id="6" creationId="{D5571B5A-CDD9-4B0E-A34A-7A5ACB04DE68}"/>
          </ac:picMkLst>
        </pc:picChg>
        <pc:picChg chg="add mod">
          <ac:chgData name="Marzieh Ayati" userId="719e7aeb-c3b5-48e5-801b-084d43cd09ac" providerId="ADAL" clId="{D271D1D3-C814-4064-AB44-C92FBA46CEDF}" dt="2020-10-08T04:50:29.709" v="672" actId="1076"/>
          <ac:picMkLst>
            <pc:docMk/>
            <pc:sldMk cId="1971979229" sldId="312"/>
            <ac:picMk id="7" creationId="{648FECB1-39D1-432F-A8B6-CED19E966AD5}"/>
          </ac:picMkLst>
        </pc:picChg>
      </pc:sldChg>
      <pc:sldChg chg="modSp new mod modAnim">
        <pc:chgData name="Marzieh Ayati" userId="719e7aeb-c3b5-48e5-801b-084d43cd09ac" providerId="ADAL" clId="{D271D1D3-C814-4064-AB44-C92FBA46CEDF}" dt="2020-10-08T04:52:55.027" v="719" actId="20577"/>
        <pc:sldMkLst>
          <pc:docMk/>
          <pc:sldMk cId="1933343109" sldId="313"/>
        </pc:sldMkLst>
        <pc:spChg chg="mod">
          <ac:chgData name="Marzieh Ayati" userId="719e7aeb-c3b5-48e5-801b-084d43cd09ac" providerId="ADAL" clId="{D271D1D3-C814-4064-AB44-C92FBA46CEDF}" dt="2020-10-08T04:51:56.750" v="703" actId="1076"/>
          <ac:spMkLst>
            <pc:docMk/>
            <pc:sldMk cId="1933343109" sldId="313"/>
            <ac:spMk id="2" creationId="{E88B4DBF-D489-4E11-83A4-C6FEF7738C50}"/>
          </ac:spMkLst>
        </pc:spChg>
        <pc:spChg chg="mod">
          <ac:chgData name="Marzieh Ayati" userId="719e7aeb-c3b5-48e5-801b-084d43cd09ac" providerId="ADAL" clId="{D271D1D3-C814-4064-AB44-C92FBA46CEDF}" dt="2020-10-08T04:52:55.027" v="719" actId="20577"/>
          <ac:spMkLst>
            <pc:docMk/>
            <pc:sldMk cId="1933343109" sldId="313"/>
            <ac:spMk id="3" creationId="{541C0357-45C3-4B4C-85C5-E3E395907C4F}"/>
          </ac:spMkLst>
        </pc:spChg>
      </pc:sldChg>
      <pc:sldChg chg="modSp new mod ord">
        <pc:chgData name="Marzieh Ayati" userId="719e7aeb-c3b5-48e5-801b-084d43cd09ac" providerId="ADAL" clId="{D271D1D3-C814-4064-AB44-C92FBA46CEDF}" dt="2020-10-08T08:13:28.725" v="996" actId="20577"/>
        <pc:sldMkLst>
          <pc:docMk/>
          <pc:sldMk cId="3083612390" sldId="314"/>
        </pc:sldMkLst>
        <pc:spChg chg="mod">
          <ac:chgData name="Marzieh Ayati" userId="719e7aeb-c3b5-48e5-801b-084d43cd09ac" providerId="ADAL" clId="{D271D1D3-C814-4064-AB44-C92FBA46CEDF}" dt="2020-10-08T05:59:00.227" v="838" actId="20577"/>
          <ac:spMkLst>
            <pc:docMk/>
            <pc:sldMk cId="3083612390" sldId="314"/>
            <ac:spMk id="2" creationId="{A517DD54-DEF3-432C-AF38-8B9E15121EDD}"/>
          </ac:spMkLst>
        </pc:spChg>
        <pc:spChg chg="mod">
          <ac:chgData name="Marzieh Ayati" userId="719e7aeb-c3b5-48e5-801b-084d43cd09ac" providerId="ADAL" clId="{D271D1D3-C814-4064-AB44-C92FBA46CEDF}" dt="2020-10-08T08:13:28.725" v="996" actId="20577"/>
          <ac:spMkLst>
            <pc:docMk/>
            <pc:sldMk cId="3083612390" sldId="314"/>
            <ac:spMk id="3" creationId="{0D733F61-FB00-4A09-A31A-B004CDCF8B01}"/>
          </ac:spMkLst>
        </pc:spChg>
      </pc:sldChg>
    </pc:docChg>
  </pc:docChgLst>
  <pc:docChgLst>
    <pc:chgData name="Marzieh Ayati" userId="719e7aeb-c3b5-48e5-801b-084d43cd09ac" providerId="ADAL" clId="{D2A7B93A-DFD0-4EB2-900F-F636A5CF99D1}"/>
    <pc:docChg chg="undo custSel addSld modSld">
      <pc:chgData name="Marzieh Ayati" userId="719e7aeb-c3b5-48e5-801b-084d43cd09ac" providerId="ADAL" clId="{D2A7B93A-DFD0-4EB2-900F-F636A5CF99D1}" dt="2023-10-11T14:26:08.804" v="359" actId="1076"/>
      <pc:docMkLst>
        <pc:docMk/>
      </pc:docMkLst>
      <pc:sldChg chg="addSp modSp mod">
        <pc:chgData name="Marzieh Ayati" userId="719e7aeb-c3b5-48e5-801b-084d43cd09ac" providerId="ADAL" clId="{D2A7B93A-DFD0-4EB2-900F-F636A5CF99D1}" dt="2023-10-11T14:26:08.804" v="359" actId="1076"/>
        <pc:sldMkLst>
          <pc:docMk/>
          <pc:sldMk cId="0" sldId="299"/>
        </pc:sldMkLst>
        <pc:spChg chg="add mod">
          <ac:chgData name="Marzieh Ayati" userId="719e7aeb-c3b5-48e5-801b-084d43cd09ac" providerId="ADAL" clId="{D2A7B93A-DFD0-4EB2-900F-F636A5CF99D1}" dt="2023-10-11T14:26:08.804" v="359" actId="1076"/>
          <ac:spMkLst>
            <pc:docMk/>
            <pc:sldMk cId="0" sldId="299"/>
            <ac:spMk id="5" creationId="{EFBE1CF1-E286-4ED4-8258-C94C62CA76CF}"/>
          </ac:spMkLst>
        </pc:spChg>
      </pc:sldChg>
      <pc:sldChg chg="modSp">
        <pc:chgData name="Marzieh Ayati" userId="719e7aeb-c3b5-48e5-801b-084d43cd09ac" providerId="ADAL" clId="{D2A7B93A-DFD0-4EB2-900F-F636A5CF99D1}" dt="2023-10-10T23:04:55.373" v="43" actId="20577"/>
        <pc:sldMkLst>
          <pc:docMk/>
          <pc:sldMk cId="154089213" sldId="309"/>
        </pc:sldMkLst>
        <pc:spChg chg="mod">
          <ac:chgData name="Marzieh Ayati" userId="719e7aeb-c3b5-48e5-801b-084d43cd09ac" providerId="ADAL" clId="{D2A7B93A-DFD0-4EB2-900F-F636A5CF99D1}" dt="2023-10-10T23:04:55.373" v="43" actId="20577"/>
          <ac:spMkLst>
            <pc:docMk/>
            <pc:sldMk cId="154089213" sldId="309"/>
            <ac:spMk id="10" creationId="{AE532067-9A9C-45F3-A75F-4B6A3B322658}"/>
          </ac:spMkLst>
        </pc:spChg>
      </pc:sldChg>
      <pc:sldChg chg="modSp mod">
        <pc:chgData name="Marzieh Ayati" userId="719e7aeb-c3b5-48e5-801b-084d43cd09ac" providerId="ADAL" clId="{D2A7B93A-DFD0-4EB2-900F-F636A5CF99D1}" dt="2023-10-11T00:44:20.261" v="72" actId="20577"/>
        <pc:sldMkLst>
          <pc:docMk/>
          <pc:sldMk cId="1971979229" sldId="312"/>
        </pc:sldMkLst>
        <pc:spChg chg="mod">
          <ac:chgData name="Marzieh Ayati" userId="719e7aeb-c3b5-48e5-801b-084d43cd09ac" providerId="ADAL" clId="{D2A7B93A-DFD0-4EB2-900F-F636A5CF99D1}" dt="2023-10-11T00:44:20.261" v="72" actId="20577"/>
          <ac:spMkLst>
            <pc:docMk/>
            <pc:sldMk cId="1971979229" sldId="312"/>
            <ac:spMk id="3" creationId="{C3F00FC7-0EA6-468F-948A-105AEAD1AD70}"/>
          </ac:spMkLst>
        </pc:spChg>
        <pc:picChg chg="mod">
          <ac:chgData name="Marzieh Ayati" userId="719e7aeb-c3b5-48e5-801b-084d43cd09ac" providerId="ADAL" clId="{D2A7B93A-DFD0-4EB2-900F-F636A5CF99D1}" dt="2023-10-11T00:44:02.569" v="47" actId="1076"/>
          <ac:picMkLst>
            <pc:docMk/>
            <pc:sldMk cId="1971979229" sldId="312"/>
            <ac:picMk id="5" creationId="{96BBA63D-D136-4136-BA4C-5E7773F60F09}"/>
          </ac:picMkLst>
        </pc:picChg>
        <pc:picChg chg="mod">
          <ac:chgData name="Marzieh Ayati" userId="719e7aeb-c3b5-48e5-801b-084d43cd09ac" providerId="ADAL" clId="{D2A7B93A-DFD0-4EB2-900F-F636A5CF99D1}" dt="2023-10-11T00:44:06.089" v="48" actId="1076"/>
          <ac:picMkLst>
            <pc:docMk/>
            <pc:sldMk cId="1971979229" sldId="312"/>
            <ac:picMk id="6" creationId="{D5571B5A-CDD9-4B0E-A34A-7A5ACB04DE68}"/>
          </ac:picMkLst>
        </pc:picChg>
        <pc:picChg chg="mod">
          <ac:chgData name="Marzieh Ayati" userId="719e7aeb-c3b5-48e5-801b-084d43cd09ac" providerId="ADAL" clId="{D2A7B93A-DFD0-4EB2-900F-F636A5CF99D1}" dt="2023-10-11T00:44:06.089" v="48" actId="1076"/>
          <ac:picMkLst>
            <pc:docMk/>
            <pc:sldMk cId="1971979229" sldId="312"/>
            <ac:picMk id="7" creationId="{648FECB1-39D1-432F-A8B6-CED19E966AD5}"/>
          </ac:picMkLst>
        </pc:picChg>
      </pc:sldChg>
      <pc:sldChg chg="modSp mod">
        <pc:chgData name="Marzieh Ayati" userId="719e7aeb-c3b5-48e5-801b-084d43cd09ac" providerId="ADAL" clId="{D2A7B93A-DFD0-4EB2-900F-F636A5CF99D1}" dt="2023-10-10T22:42:07.835" v="10" actId="6549"/>
        <pc:sldMkLst>
          <pc:docMk/>
          <pc:sldMk cId="3083612390" sldId="314"/>
        </pc:sldMkLst>
        <pc:spChg chg="mod">
          <ac:chgData name="Marzieh Ayati" userId="719e7aeb-c3b5-48e5-801b-084d43cd09ac" providerId="ADAL" clId="{D2A7B93A-DFD0-4EB2-900F-F636A5CF99D1}" dt="2023-10-10T22:42:07.835" v="10" actId="6549"/>
          <ac:spMkLst>
            <pc:docMk/>
            <pc:sldMk cId="3083612390" sldId="314"/>
            <ac:spMk id="3" creationId="{0D733F61-FB00-4A09-A31A-B004CDCF8B01}"/>
          </ac:spMkLst>
        </pc:spChg>
        <pc:spChg chg="mod">
          <ac:chgData name="Marzieh Ayati" userId="719e7aeb-c3b5-48e5-801b-084d43cd09ac" providerId="ADAL" clId="{D2A7B93A-DFD0-4EB2-900F-F636A5CF99D1}" dt="2023-10-10T22:41:48.382" v="1" actId="1076"/>
          <ac:spMkLst>
            <pc:docMk/>
            <pc:sldMk cId="3083612390" sldId="314"/>
            <ac:spMk id="4" creationId="{897A4C9F-B02C-4524-8BD2-D2DBF2DA9C5A}"/>
          </ac:spMkLst>
        </pc:spChg>
      </pc:sldChg>
      <pc:sldChg chg="modSp new mod modAnim">
        <pc:chgData name="Marzieh Ayati" userId="719e7aeb-c3b5-48e5-801b-084d43cd09ac" providerId="ADAL" clId="{D2A7B93A-DFD0-4EB2-900F-F636A5CF99D1}" dt="2023-10-11T00:46:26.361" v="180"/>
        <pc:sldMkLst>
          <pc:docMk/>
          <pc:sldMk cId="611607864" sldId="324"/>
        </pc:sldMkLst>
        <pc:spChg chg="mod">
          <ac:chgData name="Marzieh Ayati" userId="719e7aeb-c3b5-48e5-801b-084d43cd09ac" providerId="ADAL" clId="{D2A7B93A-DFD0-4EB2-900F-F636A5CF99D1}" dt="2023-10-11T00:45:26.231" v="128" actId="404"/>
          <ac:spMkLst>
            <pc:docMk/>
            <pc:sldMk cId="611607864" sldId="324"/>
            <ac:spMk id="2" creationId="{577E8AF2-5703-4936-916F-98FC12AF5F8B}"/>
          </ac:spMkLst>
        </pc:spChg>
        <pc:spChg chg="mod">
          <ac:chgData name="Marzieh Ayati" userId="719e7aeb-c3b5-48e5-801b-084d43cd09ac" providerId="ADAL" clId="{D2A7B93A-DFD0-4EB2-900F-F636A5CF99D1}" dt="2023-10-11T00:46:26.361" v="180"/>
          <ac:spMkLst>
            <pc:docMk/>
            <pc:sldMk cId="611607864" sldId="324"/>
            <ac:spMk id="3" creationId="{F47C2AB5-2803-4659-B272-59D934EDDF37}"/>
          </ac:spMkLst>
        </pc:spChg>
      </pc:sldChg>
      <pc:sldChg chg="modSp new mod">
        <pc:chgData name="Marzieh Ayati" userId="719e7aeb-c3b5-48e5-801b-084d43cd09ac" providerId="ADAL" clId="{D2A7B93A-DFD0-4EB2-900F-F636A5CF99D1}" dt="2023-10-11T00:57:45.555" v="220" actId="20577"/>
        <pc:sldMkLst>
          <pc:docMk/>
          <pc:sldMk cId="2918820886" sldId="325"/>
        </pc:sldMkLst>
        <pc:spChg chg="mod">
          <ac:chgData name="Marzieh Ayati" userId="719e7aeb-c3b5-48e5-801b-084d43cd09ac" providerId="ADAL" clId="{D2A7B93A-DFD0-4EB2-900F-F636A5CF99D1}" dt="2023-10-11T00:57:45.555" v="220" actId="20577"/>
          <ac:spMkLst>
            <pc:docMk/>
            <pc:sldMk cId="2918820886" sldId="325"/>
            <ac:spMk id="2" creationId="{46505BF0-C642-4647-9043-5BDCF10C8283}"/>
          </ac:spMkLst>
        </pc:spChg>
        <pc:spChg chg="mod">
          <ac:chgData name="Marzieh Ayati" userId="719e7aeb-c3b5-48e5-801b-084d43cd09ac" providerId="ADAL" clId="{D2A7B93A-DFD0-4EB2-900F-F636A5CF99D1}" dt="2023-10-11T00:57:40.584" v="219"/>
          <ac:spMkLst>
            <pc:docMk/>
            <pc:sldMk cId="2918820886" sldId="325"/>
            <ac:spMk id="3" creationId="{F75344F5-2CE2-4317-A6CB-96A362ADC622}"/>
          </ac:spMkLst>
        </pc:spChg>
      </pc:sldChg>
      <pc:sldChg chg="modSp new mod">
        <pc:chgData name="Marzieh Ayati" userId="719e7aeb-c3b5-48e5-801b-084d43cd09ac" providerId="ADAL" clId="{D2A7B93A-DFD0-4EB2-900F-F636A5CF99D1}" dt="2023-10-11T01:03:26.933" v="286" actId="1076"/>
        <pc:sldMkLst>
          <pc:docMk/>
          <pc:sldMk cId="563920555" sldId="326"/>
        </pc:sldMkLst>
        <pc:spChg chg="mod">
          <ac:chgData name="Marzieh Ayati" userId="719e7aeb-c3b5-48e5-801b-084d43cd09ac" providerId="ADAL" clId="{D2A7B93A-DFD0-4EB2-900F-F636A5CF99D1}" dt="2023-10-11T01:03:26.933" v="286" actId="1076"/>
          <ac:spMkLst>
            <pc:docMk/>
            <pc:sldMk cId="563920555" sldId="326"/>
            <ac:spMk id="2" creationId="{84590B28-B4AD-4F10-B089-B29ADCFFA0AE}"/>
          </ac:spMkLst>
        </pc:spChg>
        <pc:spChg chg="mod">
          <ac:chgData name="Marzieh Ayati" userId="719e7aeb-c3b5-48e5-801b-084d43cd09ac" providerId="ADAL" clId="{D2A7B93A-DFD0-4EB2-900F-F636A5CF99D1}" dt="2023-10-11T01:03:16.973" v="285" actId="1076"/>
          <ac:spMkLst>
            <pc:docMk/>
            <pc:sldMk cId="563920555" sldId="326"/>
            <ac:spMk id="3" creationId="{5E17D58E-0698-4BBF-8079-6683E0D03ADA}"/>
          </ac:spMkLst>
        </pc:spChg>
      </pc:sldChg>
    </pc:docChg>
  </pc:docChgLst>
  <pc:docChgLst>
    <pc:chgData name="Marzieh Ayati" userId="719e7aeb-c3b5-48e5-801b-084d43cd09ac" providerId="ADAL" clId="{4736FED0-3BF0-47B7-AD73-1E698D4B336F}"/>
    <pc:docChg chg="delSld">
      <pc:chgData name="Marzieh Ayati" userId="719e7aeb-c3b5-48e5-801b-084d43cd09ac" providerId="ADAL" clId="{4736FED0-3BF0-47B7-AD73-1E698D4B336F}" dt="2025-03-10T04:53:52.532" v="0" actId="47"/>
      <pc:docMkLst>
        <pc:docMk/>
      </pc:docMkLst>
      <pc:sldChg chg="del">
        <pc:chgData name="Marzieh Ayati" userId="719e7aeb-c3b5-48e5-801b-084d43cd09ac" providerId="ADAL" clId="{4736FED0-3BF0-47B7-AD73-1E698D4B336F}" dt="2025-03-10T04:53:52.532" v="0" actId="47"/>
        <pc:sldMkLst>
          <pc:docMk/>
          <pc:sldMk cId="3083612390" sldId="314"/>
        </pc:sldMkLst>
      </pc:sldChg>
    </pc:docChg>
  </pc:docChgLst>
  <pc:docChgLst>
    <pc:chgData name="Marzieh Ayati" userId="719e7aeb-c3b5-48e5-801b-084d43cd09ac" providerId="ADAL" clId="{D6935994-E458-478D-9B96-E157B2C0739D}"/>
    <pc:docChg chg="modSld">
      <pc:chgData name="Marzieh Ayati" userId="719e7aeb-c3b5-48e5-801b-084d43cd09ac" providerId="ADAL" clId="{D6935994-E458-478D-9B96-E157B2C0739D}" dt="2020-10-08T19:08:13.861" v="69" actId="20577"/>
      <pc:docMkLst>
        <pc:docMk/>
      </pc:docMkLst>
      <pc:sldChg chg="modSp mod">
        <pc:chgData name="Marzieh Ayati" userId="719e7aeb-c3b5-48e5-801b-084d43cd09ac" providerId="ADAL" clId="{D6935994-E458-478D-9B96-E157B2C0739D}" dt="2020-10-08T19:08:13.861" v="69" actId="20577"/>
        <pc:sldMkLst>
          <pc:docMk/>
          <pc:sldMk cId="3083612390" sldId="314"/>
        </pc:sldMkLst>
        <pc:spChg chg="mod">
          <ac:chgData name="Marzieh Ayati" userId="719e7aeb-c3b5-48e5-801b-084d43cd09ac" providerId="ADAL" clId="{D6935994-E458-478D-9B96-E157B2C0739D}" dt="2020-10-08T19:08:13.861" v="69" actId="20577"/>
          <ac:spMkLst>
            <pc:docMk/>
            <pc:sldMk cId="3083612390" sldId="314"/>
            <ac:spMk id="3" creationId="{0D733F61-FB00-4A09-A31A-B004CDCF8B01}"/>
          </ac:spMkLst>
        </pc:spChg>
      </pc:sldChg>
    </pc:docChg>
  </pc:docChgLst>
  <pc:docChgLst>
    <pc:chgData name="Marzieh Ayati" userId="719e7aeb-c3b5-48e5-801b-084d43cd09ac" providerId="ADAL" clId="{9B5F4DCF-B788-4479-B515-6B0EBC2CF864}"/>
    <pc:docChg chg="custSel addSld delSld modSld sldOrd">
      <pc:chgData name="Marzieh Ayati" userId="719e7aeb-c3b5-48e5-801b-084d43cd09ac" providerId="ADAL" clId="{9B5F4DCF-B788-4479-B515-6B0EBC2CF864}" dt="2021-10-07T00:40:31.263" v="1747" actId="20577"/>
      <pc:docMkLst>
        <pc:docMk/>
      </pc:docMkLst>
      <pc:sldChg chg="modTransition">
        <pc:chgData name="Marzieh Ayati" userId="719e7aeb-c3b5-48e5-801b-084d43cd09ac" providerId="ADAL" clId="{9B5F4DCF-B788-4479-B515-6B0EBC2CF864}" dt="2021-10-07T00:40:22.968" v="1743"/>
        <pc:sldMkLst>
          <pc:docMk/>
          <pc:sldMk cId="0" sldId="303"/>
        </pc:sldMkLst>
      </pc:sldChg>
      <pc:sldChg chg="add">
        <pc:chgData name="Marzieh Ayati" userId="719e7aeb-c3b5-48e5-801b-084d43cd09ac" providerId="ADAL" clId="{9B5F4DCF-B788-4479-B515-6B0EBC2CF864}" dt="2021-10-06T18:31:47.105" v="1122"/>
        <pc:sldMkLst>
          <pc:docMk/>
          <pc:sldMk cId="193495764" sldId="306"/>
        </pc:sldMkLst>
      </pc:sldChg>
      <pc:sldChg chg="del">
        <pc:chgData name="Marzieh Ayati" userId="719e7aeb-c3b5-48e5-801b-084d43cd09ac" providerId="ADAL" clId="{9B5F4DCF-B788-4479-B515-6B0EBC2CF864}" dt="2021-10-06T18:31:36.997" v="1121" actId="2696"/>
        <pc:sldMkLst>
          <pc:docMk/>
          <pc:sldMk cId="1656101322" sldId="306"/>
        </pc:sldMkLst>
      </pc:sldChg>
      <pc:sldChg chg="add">
        <pc:chgData name="Marzieh Ayati" userId="719e7aeb-c3b5-48e5-801b-084d43cd09ac" providerId="ADAL" clId="{9B5F4DCF-B788-4479-B515-6B0EBC2CF864}" dt="2021-10-06T18:31:47.105" v="1122"/>
        <pc:sldMkLst>
          <pc:docMk/>
          <pc:sldMk cId="2255145411" sldId="307"/>
        </pc:sldMkLst>
      </pc:sldChg>
      <pc:sldChg chg="del">
        <pc:chgData name="Marzieh Ayati" userId="719e7aeb-c3b5-48e5-801b-084d43cd09ac" providerId="ADAL" clId="{9B5F4DCF-B788-4479-B515-6B0EBC2CF864}" dt="2021-10-06T18:31:36.997" v="1121" actId="2696"/>
        <pc:sldMkLst>
          <pc:docMk/>
          <pc:sldMk cId="3988036870" sldId="307"/>
        </pc:sldMkLst>
      </pc:sldChg>
      <pc:sldChg chg="add">
        <pc:chgData name="Marzieh Ayati" userId="719e7aeb-c3b5-48e5-801b-084d43cd09ac" providerId="ADAL" clId="{9B5F4DCF-B788-4479-B515-6B0EBC2CF864}" dt="2021-10-06T18:31:47.105" v="1122"/>
        <pc:sldMkLst>
          <pc:docMk/>
          <pc:sldMk cId="128730818" sldId="308"/>
        </pc:sldMkLst>
      </pc:sldChg>
      <pc:sldChg chg="del">
        <pc:chgData name="Marzieh Ayati" userId="719e7aeb-c3b5-48e5-801b-084d43cd09ac" providerId="ADAL" clId="{9B5F4DCF-B788-4479-B515-6B0EBC2CF864}" dt="2021-10-06T18:31:36.997" v="1121" actId="2696"/>
        <pc:sldMkLst>
          <pc:docMk/>
          <pc:sldMk cId="2292738726" sldId="308"/>
        </pc:sldMkLst>
      </pc:sldChg>
      <pc:sldChg chg="del">
        <pc:chgData name="Marzieh Ayati" userId="719e7aeb-c3b5-48e5-801b-084d43cd09ac" providerId="ADAL" clId="{9B5F4DCF-B788-4479-B515-6B0EBC2CF864}" dt="2021-10-06T18:31:36.997" v="1121" actId="2696"/>
        <pc:sldMkLst>
          <pc:docMk/>
          <pc:sldMk cId="126458998" sldId="309"/>
        </pc:sldMkLst>
      </pc:sldChg>
      <pc:sldChg chg="add">
        <pc:chgData name="Marzieh Ayati" userId="719e7aeb-c3b5-48e5-801b-084d43cd09ac" providerId="ADAL" clId="{9B5F4DCF-B788-4479-B515-6B0EBC2CF864}" dt="2021-10-06T18:31:47.105" v="1122"/>
        <pc:sldMkLst>
          <pc:docMk/>
          <pc:sldMk cId="154089213" sldId="309"/>
        </pc:sldMkLst>
      </pc:sldChg>
      <pc:sldChg chg="del">
        <pc:chgData name="Marzieh Ayati" userId="719e7aeb-c3b5-48e5-801b-084d43cd09ac" providerId="ADAL" clId="{9B5F4DCF-B788-4479-B515-6B0EBC2CF864}" dt="2021-10-06T18:31:36.997" v="1121" actId="2696"/>
        <pc:sldMkLst>
          <pc:docMk/>
          <pc:sldMk cId="280474559" sldId="311"/>
        </pc:sldMkLst>
      </pc:sldChg>
      <pc:sldChg chg="add del">
        <pc:chgData name="Marzieh Ayati" userId="719e7aeb-c3b5-48e5-801b-084d43cd09ac" providerId="ADAL" clId="{9B5F4DCF-B788-4479-B515-6B0EBC2CF864}" dt="2021-10-06T18:33:10.158" v="1123" actId="47"/>
        <pc:sldMkLst>
          <pc:docMk/>
          <pc:sldMk cId="3786701783" sldId="311"/>
        </pc:sldMkLst>
      </pc:sldChg>
      <pc:sldChg chg="addSp modSp mod">
        <pc:chgData name="Marzieh Ayati" userId="719e7aeb-c3b5-48e5-801b-084d43cd09ac" providerId="ADAL" clId="{9B5F4DCF-B788-4479-B515-6B0EBC2CF864}" dt="2021-10-07T00:40:31.263" v="1747" actId="20577"/>
        <pc:sldMkLst>
          <pc:docMk/>
          <pc:sldMk cId="3083612390" sldId="314"/>
        </pc:sldMkLst>
        <pc:spChg chg="mod">
          <ac:chgData name="Marzieh Ayati" userId="719e7aeb-c3b5-48e5-801b-084d43cd09ac" providerId="ADAL" clId="{9B5F4DCF-B788-4479-B515-6B0EBC2CF864}" dt="2021-10-07T00:40:31.263" v="1747" actId="20577"/>
          <ac:spMkLst>
            <pc:docMk/>
            <pc:sldMk cId="3083612390" sldId="314"/>
            <ac:spMk id="3" creationId="{0D733F61-FB00-4A09-A31A-B004CDCF8B01}"/>
          </ac:spMkLst>
        </pc:spChg>
        <pc:spChg chg="add mod">
          <ac:chgData name="Marzieh Ayati" userId="719e7aeb-c3b5-48e5-801b-084d43cd09ac" providerId="ADAL" clId="{9B5F4DCF-B788-4479-B515-6B0EBC2CF864}" dt="2021-10-06T23:29:19.913" v="1431" actId="1076"/>
          <ac:spMkLst>
            <pc:docMk/>
            <pc:sldMk cId="3083612390" sldId="314"/>
            <ac:spMk id="4" creationId="{897A4C9F-B02C-4524-8BD2-D2DBF2DA9C5A}"/>
          </ac:spMkLst>
        </pc:spChg>
      </pc:sldChg>
      <pc:sldChg chg="addSp delSp modSp new mod ord modAnim">
        <pc:chgData name="Marzieh Ayati" userId="719e7aeb-c3b5-48e5-801b-084d43cd09ac" providerId="ADAL" clId="{9B5F4DCF-B788-4479-B515-6B0EBC2CF864}" dt="2021-10-06T16:57:48.771" v="253" actId="21"/>
        <pc:sldMkLst>
          <pc:docMk/>
          <pc:sldMk cId="111477339" sldId="315"/>
        </pc:sldMkLst>
        <pc:spChg chg="mod">
          <ac:chgData name="Marzieh Ayati" userId="719e7aeb-c3b5-48e5-801b-084d43cd09ac" providerId="ADAL" clId="{9B5F4DCF-B788-4479-B515-6B0EBC2CF864}" dt="2021-10-06T16:53:43.710" v="34" actId="20577"/>
          <ac:spMkLst>
            <pc:docMk/>
            <pc:sldMk cId="111477339" sldId="315"/>
            <ac:spMk id="2" creationId="{57BBA610-1DE6-46BC-BD0A-9826F7BD21BB}"/>
          </ac:spMkLst>
        </pc:spChg>
        <pc:spChg chg="del">
          <ac:chgData name="Marzieh Ayati" userId="719e7aeb-c3b5-48e5-801b-084d43cd09ac" providerId="ADAL" clId="{9B5F4DCF-B788-4479-B515-6B0EBC2CF864}" dt="2021-10-06T16:54:16.221" v="115" actId="478"/>
          <ac:spMkLst>
            <pc:docMk/>
            <pc:sldMk cId="111477339" sldId="315"/>
            <ac:spMk id="3" creationId="{CAD91E56-9736-479A-877C-DE1446125645}"/>
          </ac:spMkLst>
        </pc:spChg>
        <pc:spChg chg="add mod">
          <ac:chgData name="Marzieh Ayati" userId="719e7aeb-c3b5-48e5-801b-084d43cd09ac" providerId="ADAL" clId="{9B5F4DCF-B788-4479-B515-6B0EBC2CF864}" dt="2021-10-06T16:54:21.050" v="116" actId="1076"/>
          <ac:spMkLst>
            <pc:docMk/>
            <pc:sldMk cId="111477339" sldId="315"/>
            <ac:spMk id="5" creationId="{41974A64-FD19-403B-9407-24FEE9EDFF62}"/>
          </ac:spMkLst>
        </pc:spChg>
        <pc:spChg chg="add mod">
          <ac:chgData name="Marzieh Ayati" userId="719e7aeb-c3b5-48e5-801b-084d43cd09ac" providerId="ADAL" clId="{9B5F4DCF-B788-4479-B515-6B0EBC2CF864}" dt="2021-10-06T16:54:43.630" v="126" actId="20577"/>
          <ac:spMkLst>
            <pc:docMk/>
            <pc:sldMk cId="111477339" sldId="315"/>
            <ac:spMk id="6" creationId="{47136067-4945-4F9A-8E1E-3EF2CEA4FAF0}"/>
          </ac:spMkLst>
        </pc:spChg>
        <pc:spChg chg="add mod">
          <ac:chgData name="Marzieh Ayati" userId="719e7aeb-c3b5-48e5-801b-084d43cd09ac" providerId="ADAL" clId="{9B5F4DCF-B788-4479-B515-6B0EBC2CF864}" dt="2021-10-06T16:57:48.771" v="253" actId="21"/>
          <ac:spMkLst>
            <pc:docMk/>
            <pc:sldMk cId="111477339" sldId="315"/>
            <ac:spMk id="7" creationId="{A93A0D3B-FBDA-4344-A2CF-963877161DEF}"/>
          </ac:spMkLst>
        </pc:spChg>
        <pc:picChg chg="add mod">
          <ac:chgData name="Marzieh Ayati" userId="719e7aeb-c3b5-48e5-801b-084d43cd09ac" providerId="ADAL" clId="{9B5F4DCF-B788-4479-B515-6B0EBC2CF864}" dt="2021-10-06T16:53:15.256" v="10" actId="1076"/>
          <ac:picMkLst>
            <pc:docMk/>
            <pc:sldMk cId="111477339" sldId="315"/>
            <ac:picMk id="4" creationId="{66D4D631-5ED7-4CDC-ABAC-6D194199B7A3}"/>
          </ac:picMkLst>
        </pc:picChg>
      </pc:sldChg>
      <pc:sldChg chg="addSp modSp new mod modAnim">
        <pc:chgData name="Marzieh Ayati" userId="719e7aeb-c3b5-48e5-801b-084d43cd09ac" providerId="ADAL" clId="{9B5F4DCF-B788-4479-B515-6B0EBC2CF864}" dt="2021-10-06T17:10:53.481" v="515"/>
        <pc:sldMkLst>
          <pc:docMk/>
          <pc:sldMk cId="3923946260" sldId="316"/>
        </pc:sldMkLst>
        <pc:spChg chg="mod">
          <ac:chgData name="Marzieh Ayati" userId="719e7aeb-c3b5-48e5-801b-084d43cd09ac" providerId="ADAL" clId="{9B5F4DCF-B788-4479-B515-6B0EBC2CF864}" dt="2021-10-06T16:58:21.253" v="368" actId="1076"/>
          <ac:spMkLst>
            <pc:docMk/>
            <pc:sldMk cId="3923946260" sldId="316"/>
            <ac:spMk id="2" creationId="{06A23CAE-6E64-464C-87F6-C63BE6F2E0F4}"/>
          </ac:spMkLst>
        </pc:spChg>
        <pc:spChg chg="mod">
          <ac:chgData name="Marzieh Ayati" userId="719e7aeb-c3b5-48e5-801b-084d43cd09ac" providerId="ADAL" clId="{9B5F4DCF-B788-4479-B515-6B0EBC2CF864}" dt="2021-10-06T17:07:12.442" v="459" actId="20577"/>
          <ac:spMkLst>
            <pc:docMk/>
            <pc:sldMk cId="3923946260" sldId="316"/>
            <ac:spMk id="3" creationId="{BBA567D9-A1D2-4612-B803-E3E6CDC7BE20}"/>
          </ac:spMkLst>
        </pc:spChg>
        <pc:spChg chg="add mod">
          <ac:chgData name="Marzieh Ayati" userId="719e7aeb-c3b5-48e5-801b-084d43cd09ac" providerId="ADAL" clId="{9B5F4DCF-B788-4479-B515-6B0EBC2CF864}" dt="2021-10-06T17:07:45.630" v="498" actId="1076"/>
          <ac:spMkLst>
            <pc:docMk/>
            <pc:sldMk cId="3923946260" sldId="316"/>
            <ac:spMk id="5" creationId="{3E6F869C-C5C4-45F0-B806-B84B99065887}"/>
          </ac:spMkLst>
        </pc:spChg>
        <pc:spChg chg="add mod">
          <ac:chgData name="Marzieh Ayati" userId="719e7aeb-c3b5-48e5-801b-084d43cd09ac" providerId="ADAL" clId="{9B5F4DCF-B788-4479-B515-6B0EBC2CF864}" dt="2021-10-06T17:10:46.941" v="514" actId="164"/>
          <ac:spMkLst>
            <pc:docMk/>
            <pc:sldMk cId="3923946260" sldId="316"/>
            <ac:spMk id="8" creationId="{215E26BA-1FD3-47BE-B988-0C4716CF6034}"/>
          </ac:spMkLst>
        </pc:spChg>
        <pc:spChg chg="add mod">
          <ac:chgData name="Marzieh Ayati" userId="719e7aeb-c3b5-48e5-801b-084d43cd09ac" providerId="ADAL" clId="{9B5F4DCF-B788-4479-B515-6B0EBC2CF864}" dt="2021-10-06T17:10:46.941" v="514" actId="164"/>
          <ac:spMkLst>
            <pc:docMk/>
            <pc:sldMk cId="3923946260" sldId="316"/>
            <ac:spMk id="9" creationId="{030ADFD3-4B54-4F83-9760-D6004FDEC315}"/>
          </ac:spMkLst>
        </pc:spChg>
        <pc:grpChg chg="add mod">
          <ac:chgData name="Marzieh Ayati" userId="719e7aeb-c3b5-48e5-801b-084d43cd09ac" providerId="ADAL" clId="{9B5F4DCF-B788-4479-B515-6B0EBC2CF864}" dt="2021-10-06T17:10:46.941" v="514" actId="164"/>
          <ac:grpSpMkLst>
            <pc:docMk/>
            <pc:sldMk cId="3923946260" sldId="316"/>
            <ac:grpSpMk id="10" creationId="{7EC232E0-711B-4D64-B375-40055DDC6D55}"/>
          </ac:grpSpMkLst>
        </pc:grpChg>
        <pc:picChg chg="add mod">
          <ac:chgData name="Marzieh Ayati" userId="719e7aeb-c3b5-48e5-801b-084d43cd09ac" providerId="ADAL" clId="{9B5F4DCF-B788-4479-B515-6B0EBC2CF864}" dt="2021-10-06T17:07:18.255" v="462" actId="1076"/>
          <ac:picMkLst>
            <pc:docMk/>
            <pc:sldMk cId="3923946260" sldId="316"/>
            <ac:picMk id="4" creationId="{0166155C-E7AE-407B-A55D-540B5B51FAFA}"/>
          </ac:picMkLst>
        </pc:picChg>
        <pc:picChg chg="add mod">
          <ac:chgData name="Marzieh Ayati" userId="719e7aeb-c3b5-48e5-801b-084d43cd09ac" providerId="ADAL" clId="{9B5F4DCF-B788-4479-B515-6B0EBC2CF864}" dt="2021-10-06T17:09:27.207" v="503" actId="1076"/>
          <ac:picMkLst>
            <pc:docMk/>
            <pc:sldMk cId="3923946260" sldId="316"/>
            <ac:picMk id="6" creationId="{226D7820-7061-41B7-BD39-75FB20D5AAAF}"/>
          </ac:picMkLst>
        </pc:picChg>
        <pc:picChg chg="add mod">
          <ac:chgData name="Marzieh Ayati" userId="719e7aeb-c3b5-48e5-801b-084d43cd09ac" providerId="ADAL" clId="{9B5F4DCF-B788-4479-B515-6B0EBC2CF864}" dt="2021-10-06T17:10:46.941" v="514" actId="164"/>
          <ac:picMkLst>
            <pc:docMk/>
            <pc:sldMk cId="3923946260" sldId="316"/>
            <ac:picMk id="7" creationId="{3A104AF8-859A-4D39-B5E5-9B339726FBE4}"/>
          </ac:picMkLst>
        </pc:picChg>
      </pc:sldChg>
      <pc:sldChg chg="addSp delSp modSp add mod delAnim modAnim">
        <pc:chgData name="Marzieh Ayati" userId="719e7aeb-c3b5-48e5-801b-084d43cd09ac" providerId="ADAL" clId="{9B5F4DCF-B788-4479-B515-6B0EBC2CF864}" dt="2021-10-06T17:17:56.482" v="563"/>
        <pc:sldMkLst>
          <pc:docMk/>
          <pc:sldMk cId="2800159854" sldId="317"/>
        </pc:sldMkLst>
        <pc:spChg chg="mod">
          <ac:chgData name="Marzieh Ayati" userId="719e7aeb-c3b5-48e5-801b-084d43cd09ac" providerId="ADAL" clId="{9B5F4DCF-B788-4479-B515-6B0EBC2CF864}" dt="2021-10-06T17:14:51.269" v="538" actId="6549"/>
          <ac:spMkLst>
            <pc:docMk/>
            <pc:sldMk cId="2800159854" sldId="317"/>
            <ac:spMk id="3" creationId="{BBA567D9-A1D2-4612-B803-E3E6CDC7BE20}"/>
          </ac:spMkLst>
        </pc:spChg>
        <pc:spChg chg="del">
          <ac:chgData name="Marzieh Ayati" userId="719e7aeb-c3b5-48e5-801b-084d43cd09ac" providerId="ADAL" clId="{9B5F4DCF-B788-4479-B515-6B0EBC2CF864}" dt="2021-10-06T17:11:32.130" v="518" actId="478"/>
          <ac:spMkLst>
            <pc:docMk/>
            <pc:sldMk cId="2800159854" sldId="317"/>
            <ac:spMk id="5" creationId="{3E6F869C-C5C4-45F0-B806-B84B99065887}"/>
          </ac:spMkLst>
        </pc:spChg>
        <pc:spChg chg="add mod">
          <ac:chgData name="Marzieh Ayati" userId="719e7aeb-c3b5-48e5-801b-084d43cd09ac" providerId="ADAL" clId="{9B5F4DCF-B788-4479-B515-6B0EBC2CF864}" dt="2021-10-06T17:12:05.800" v="528" actId="164"/>
          <ac:spMkLst>
            <pc:docMk/>
            <pc:sldMk cId="2800159854" sldId="317"/>
            <ac:spMk id="12" creationId="{616FE81B-8705-4A55-BBC9-D69544E54BA1}"/>
          </ac:spMkLst>
        </pc:spChg>
        <pc:grpChg chg="del">
          <ac:chgData name="Marzieh Ayati" userId="719e7aeb-c3b5-48e5-801b-084d43cd09ac" providerId="ADAL" clId="{9B5F4DCF-B788-4479-B515-6B0EBC2CF864}" dt="2021-10-06T17:11:32.878" v="519" actId="478"/>
          <ac:grpSpMkLst>
            <pc:docMk/>
            <pc:sldMk cId="2800159854" sldId="317"/>
            <ac:grpSpMk id="10" creationId="{7EC232E0-711B-4D64-B375-40055DDC6D55}"/>
          </ac:grpSpMkLst>
        </pc:grpChg>
        <pc:grpChg chg="add mod">
          <ac:chgData name="Marzieh Ayati" userId="719e7aeb-c3b5-48e5-801b-084d43cd09ac" providerId="ADAL" clId="{9B5F4DCF-B788-4479-B515-6B0EBC2CF864}" dt="2021-10-06T17:14:56.239" v="539" actId="1076"/>
          <ac:grpSpMkLst>
            <pc:docMk/>
            <pc:sldMk cId="2800159854" sldId="317"/>
            <ac:grpSpMk id="13" creationId="{BEFE4B10-C76A-409C-AA52-FC96F2BAC2DA}"/>
          </ac:grpSpMkLst>
        </pc:grpChg>
        <pc:picChg chg="del">
          <ac:chgData name="Marzieh Ayati" userId="719e7aeb-c3b5-48e5-801b-084d43cd09ac" providerId="ADAL" clId="{9B5F4DCF-B788-4479-B515-6B0EBC2CF864}" dt="2021-10-06T17:11:31.098" v="517" actId="478"/>
          <ac:picMkLst>
            <pc:docMk/>
            <pc:sldMk cId="2800159854" sldId="317"/>
            <ac:picMk id="4" creationId="{0166155C-E7AE-407B-A55D-540B5B51FAFA}"/>
          </ac:picMkLst>
        </pc:picChg>
        <pc:picChg chg="del">
          <ac:chgData name="Marzieh Ayati" userId="719e7aeb-c3b5-48e5-801b-084d43cd09ac" providerId="ADAL" clId="{9B5F4DCF-B788-4479-B515-6B0EBC2CF864}" dt="2021-10-06T17:11:33.819" v="520" actId="478"/>
          <ac:picMkLst>
            <pc:docMk/>
            <pc:sldMk cId="2800159854" sldId="317"/>
            <ac:picMk id="6" creationId="{226D7820-7061-41B7-BD39-75FB20D5AAAF}"/>
          </ac:picMkLst>
        </pc:picChg>
        <pc:picChg chg="add mod">
          <ac:chgData name="Marzieh Ayati" userId="719e7aeb-c3b5-48e5-801b-084d43cd09ac" providerId="ADAL" clId="{9B5F4DCF-B788-4479-B515-6B0EBC2CF864}" dt="2021-10-06T17:12:05.800" v="528" actId="164"/>
          <ac:picMkLst>
            <pc:docMk/>
            <pc:sldMk cId="2800159854" sldId="317"/>
            <ac:picMk id="11" creationId="{F9C1B0A5-C9D1-44CB-967E-C33DD0AB2DC2}"/>
          </ac:picMkLst>
        </pc:picChg>
        <pc:picChg chg="add mod">
          <ac:chgData name="Marzieh Ayati" userId="719e7aeb-c3b5-48e5-801b-084d43cd09ac" providerId="ADAL" clId="{9B5F4DCF-B788-4479-B515-6B0EBC2CF864}" dt="2021-10-06T17:15:16.769" v="542" actId="1076"/>
          <ac:picMkLst>
            <pc:docMk/>
            <pc:sldMk cId="2800159854" sldId="317"/>
            <ac:picMk id="14" creationId="{60E742F1-328D-43F4-9DD2-B07AABBA93DD}"/>
          </ac:picMkLst>
        </pc:picChg>
        <pc:picChg chg="add mod">
          <ac:chgData name="Marzieh Ayati" userId="719e7aeb-c3b5-48e5-801b-084d43cd09ac" providerId="ADAL" clId="{9B5F4DCF-B788-4479-B515-6B0EBC2CF864}" dt="2021-10-06T17:15:55.222" v="545" actId="1076"/>
          <ac:picMkLst>
            <pc:docMk/>
            <pc:sldMk cId="2800159854" sldId="317"/>
            <ac:picMk id="15" creationId="{545441E7-EA78-4CA9-90FF-AF7B20714097}"/>
          </ac:picMkLst>
        </pc:picChg>
        <pc:picChg chg="add mod">
          <ac:chgData name="Marzieh Ayati" userId="719e7aeb-c3b5-48e5-801b-084d43cd09ac" providerId="ADAL" clId="{9B5F4DCF-B788-4479-B515-6B0EBC2CF864}" dt="2021-10-06T17:16:17.833" v="547" actId="1076"/>
          <ac:picMkLst>
            <pc:docMk/>
            <pc:sldMk cId="2800159854" sldId="317"/>
            <ac:picMk id="16" creationId="{4C3B51E7-5DD2-4643-8496-551351593F1B}"/>
          </ac:picMkLst>
        </pc:picChg>
        <pc:picChg chg="add mod">
          <ac:chgData name="Marzieh Ayati" userId="719e7aeb-c3b5-48e5-801b-084d43cd09ac" providerId="ADAL" clId="{9B5F4DCF-B788-4479-B515-6B0EBC2CF864}" dt="2021-10-06T17:17:08.706" v="554" actId="1076"/>
          <ac:picMkLst>
            <pc:docMk/>
            <pc:sldMk cId="2800159854" sldId="317"/>
            <ac:picMk id="17" creationId="{C36EBDDC-42E0-40F6-9795-8612A74D3843}"/>
          </ac:picMkLst>
        </pc:picChg>
        <pc:cxnChg chg="add">
          <ac:chgData name="Marzieh Ayati" userId="719e7aeb-c3b5-48e5-801b-084d43cd09ac" providerId="ADAL" clId="{9B5F4DCF-B788-4479-B515-6B0EBC2CF864}" dt="2021-10-06T17:17:33.192" v="556" actId="11529"/>
          <ac:cxnSpMkLst>
            <pc:docMk/>
            <pc:sldMk cId="2800159854" sldId="317"/>
            <ac:cxnSpMk id="19" creationId="{4EBA5209-2877-48D2-B9B1-7F72F175DF43}"/>
          </ac:cxnSpMkLst>
        </pc:cxnChg>
        <pc:cxnChg chg="add mod">
          <ac:chgData name="Marzieh Ayati" userId="719e7aeb-c3b5-48e5-801b-084d43cd09ac" providerId="ADAL" clId="{9B5F4DCF-B788-4479-B515-6B0EBC2CF864}" dt="2021-10-06T17:17:41.880" v="559" actId="14100"/>
          <ac:cxnSpMkLst>
            <pc:docMk/>
            <pc:sldMk cId="2800159854" sldId="317"/>
            <ac:cxnSpMk id="20" creationId="{6A330D2D-E626-4EA3-A86C-EE28F4AFBE6D}"/>
          </ac:cxnSpMkLst>
        </pc:cxnChg>
        <pc:cxnChg chg="add mod">
          <ac:chgData name="Marzieh Ayati" userId="719e7aeb-c3b5-48e5-801b-084d43cd09ac" providerId="ADAL" clId="{9B5F4DCF-B788-4479-B515-6B0EBC2CF864}" dt="2021-10-06T17:17:47.942" v="562" actId="14100"/>
          <ac:cxnSpMkLst>
            <pc:docMk/>
            <pc:sldMk cId="2800159854" sldId="317"/>
            <ac:cxnSpMk id="23" creationId="{C86EAF73-2AFA-4C79-B9BC-E819C7919BDC}"/>
          </ac:cxnSpMkLst>
        </pc:cxnChg>
      </pc:sldChg>
      <pc:sldChg chg="addSp delSp modSp add del mod">
        <pc:chgData name="Marzieh Ayati" userId="719e7aeb-c3b5-48e5-801b-084d43cd09ac" providerId="ADAL" clId="{9B5F4DCF-B788-4479-B515-6B0EBC2CF864}" dt="2021-10-06T17:57:37.357" v="926" actId="47"/>
        <pc:sldMkLst>
          <pc:docMk/>
          <pc:sldMk cId="276040419" sldId="318"/>
        </pc:sldMkLst>
        <pc:spChg chg="topLvl">
          <ac:chgData name="Marzieh Ayati" userId="719e7aeb-c3b5-48e5-801b-084d43cd09ac" providerId="ADAL" clId="{9B5F4DCF-B788-4479-B515-6B0EBC2CF864}" dt="2021-10-06T17:13:12.081" v="530" actId="478"/>
          <ac:spMkLst>
            <pc:docMk/>
            <pc:sldMk cId="276040419" sldId="318"/>
            <ac:spMk id="12" creationId="{616FE81B-8705-4A55-BBC9-D69544E54BA1}"/>
          </ac:spMkLst>
        </pc:spChg>
        <pc:grpChg chg="del">
          <ac:chgData name="Marzieh Ayati" userId="719e7aeb-c3b5-48e5-801b-084d43cd09ac" providerId="ADAL" clId="{9B5F4DCF-B788-4479-B515-6B0EBC2CF864}" dt="2021-10-06T17:13:12.081" v="530" actId="478"/>
          <ac:grpSpMkLst>
            <pc:docMk/>
            <pc:sldMk cId="276040419" sldId="318"/>
            <ac:grpSpMk id="13" creationId="{BEFE4B10-C76A-409C-AA52-FC96F2BAC2DA}"/>
          </ac:grpSpMkLst>
        </pc:grpChg>
        <pc:picChg chg="add mod">
          <ac:chgData name="Marzieh Ayati" userId="719e7aeb-c3b5-48e5-801b-084d43cd09ac" providerId="ADAL" clId="{9B5F4DCF-B788-4479-B515-6B0EBC2CF864}" dt="2021-10-06T17:14:35.286" v="536" actId="1076"/>
          <ac:picMkLst>
            <pc:docMk/>
            <pc:sldMk cId="276040419" sldId="318"/>
            <ac:picMk id="4" creationId="{33A50CF7-BA7C-4C26-B7AF-8691B4338E7D}"/>
          </ac:picMkLst>
        </pc:picChg>
        <pc:picChg chg="add mod">
          <ac:chgData name="Marzieh Ayati" userId="719e7aeb-c3b5-48e5-801b-084d43cd09ac" providerId="ADAL" clId="{9B5F4DCF-B788-4479-B515-6B0EBC2CF864}" dt="2021-10-06T17:14:39.533" v="537" actId="1076"/>
          <ac:picMkLst>
            <pc:docMk/>
            <pc:sldMk cId="276040419" sldId="318"/>
            <ac:picMk id="5" creationId="{2221EBA9-0F8E-4626-B206-4C179BE35952}"/>
          </ac:picMkLst>
        </pc:picChg>
        <pc:picChg chg="del topLvl">
          <ac:chgData name="Marzieh Ayati" userId="719e7aeb-c3b5-48e5-801b-084d43cd09ac" providerId="ADAL" clId="{9B5F4DCF-B788-4479-B515-6B0EBC2CF864}" dt="2021-10-06T17:13:12.081" v="530" actId="478"/>
          <ac:picMkLst>
            <pc:docMk/>
            <pc:sldMk cId="276040419" sldId="318"/>
            <ac:picMk id="11" creationId="{F9C1B0A5-C9D1-44CB-967E-C33DD0AB2DC2}"/>
          </ac:picMkLst>
        </pc:picChg>
      </pc:sldChg>
      <pc:sldChg chg="addSp delSp modSp new mod delAnim modAnim">
        <pc:chgData name="Marzieh Ayati" userId="719e7aeb-c3b5-48e5-801b-084d43cd09ac" providerId="ADAL" clId="{9B5F4DCF-B788-4479-B515-6B0EBC2CF864}" dt="2021-10-06T18:30:26.592" v="1120"/>
        <pc:sldMkLst>
          <pc:docMk/>
          <pc:sldMk cId="4264000341" sldId="319"/>
        </pc:sldMkLst>
        <pc:spChg chg="mod">
          <ac:chgData name="Marzieh Ayati" userId="719e7aeb-c3b5-48e5-801b-084d43cd09ac" providerId="ADAL" clId="{9B5F4DCF-B788-4479-B515-6B0EBC2CF864}" dt="2021-10-06T17:21:28.268" v="583" actId="1076"/>
          <ac:spMkLst>
            <pc:docMk/>
            <pc:sldMk cId="4264000341" sldId="319"/>
            <ac:spMk id="2" creationId="{B24979E8-8728-4F30-9044-9A34F54872D3}"/>
          </ac:spMkLst>
        </pc:spChg>
        <pc:spChg chg="mod">
          <ac:chgData name="Marzieh Ayati" userId="719e7aeb-c3b5-48e5-801b-084d43cd09ac" providerId="ADAL" clId="{9B5F4DCF-B788-4479-B515-6B0EBC2CF864}" dt="2021-10-06T18:00:24.084" v="1072" actId="1035"/>
          <ac:spMkLst>
            <pc:docMk/>
            <pc:sldMk cId="4264000341" sldId="319"/>
            <ac:spMk id="3" creationId="{7518F512-1C3D-4A4F-9262-88DA9FDD75B8}"/>
          </ac:spMkLst>
        </pc:spChg>
        <pc:spChg chg="add mod">
          <ac:chgData name="Marzieh Ayati" userId="719e7aeb-c3b5-48e5-801b-084d43cd09ac" providerId="ADAL" clId="{9B5F4DCF-B788-4479-B515-6B0EBC2CF864}" dt="2021-10-06T17:51:16.568" v="589" actId="164"/>
          <ac:spMkLst>
            <pc:docMk/>
            <pc:sldMk cId="4264000341" sldId="319"/>
            <ac:spMk id="5" creationId="{F54EC9AA-5027-4E76-BDF4-241CB9B010F7}"/>
          </ac:spMkLst>
        </pc:spChg>
        <pc:spChg chg="add mod">
          <ac:chgData name="Marzieh Ayati" userId="719e7aeb-c3b5-48e5-801b-084d43cd09ac" providerId="ADAL" clId="{9B5F4DCF-B788-4479-B515-6B0EBC2CF864}" dt="2021-10-06T18:01:31.333" v="1113" actId="1076"/>
          <ac:spMkLst>
            <pc:docMk/>
            <pc:sldMk cId="4264000341" sldId="319"/>
            <ac:spMk id="9" creationId="{2DDBC425-5046-45AE-9984-229A7E760A19}"/>
          </ac:spMkLst>
        </pc:spChg>
        <pc:spChg chg="add mod">
          <ac:chgData name="Marzieh Ayati" userId="719e7aeb-c3b5-48e5-801b-084d43cd09ac" providerId="ADAL" clId="{9B5F4DCF-B788-4479-B515-6B0EBC2CF864}" dt="2021-10-06T18:01:28.893" v="1112" actId="1076"/>
          <ac:spMkLst>
            <pc:docMk/>
            <pc:sldMk cId="4264000341" sldId="319"/>
            <ac:spMk id="10" creationId="{6882D8E7-615B-4F8B-89AF-5E436FBE3C1B}"/>
          </ac:spMkLst>
        </pc:spChg>
        <pc:spChg chg="add mod">
          <ac:chgData name="Marzieh Ayati" userId="719e7aeb-c3b5-48e5-801b-084d43cd09ac" providerId="ADAL" clId="{9B5F4DCF-B788-4479-B515-6B0EBC2CF864}" dt="2021-10-06T18:00:30.130" v="1101" actId="1035"/>
          <ac:spMkLst>
            <pc:docMk/>
            <pc:sldMk cId="4264000341" sldId="319"/>
            <ac:spMk id="12" creationId="{525F7B98-A624-40DB-B67F-C1ED481FE48B}"/>
          </ac:spMkLst>
        </pc:spChg>
        <pc:spChg chg="add mod">
          <ac:chgData name="Marzieh Ayati" userId="719e7aeb-c3b5-48e5-801b-084d43cd09ac" providerId="ADAL" clId="{9B5F4DCF-B788-4479-B515-6B0EBC2CF864}" dt="2021-10-06T18:00:30.130" v="1101" actId="1035"/>
          <ac:spMkLst>
            <pc:docMk/>
            <pc:sldMk cId="4264000341" sldId="319"/>
            <ac:spMk id="13" creationId="{9767830B-432B-4295-B120-7863853C6AF6}"/>
          </ac:spMkLst>
        </pc:spChg>
        <pc:grpChg chg="add mod">
          <ac:chgData name="Marzieh Ayati" userId="719e7aeb-c3b5-48e5-801b-084d43cd09ac" providerId="ADAL" clId="{9B5F4DCF-B788-4479-B515-6B0EBC2CF864}" dt="2021-10-06T17:51:59.675" v="671" actId="1076"/>
          <ac:grpSpMkLst>
            <pc:docMk/>
            <pc:sldMk cId="4264000341" sldId="319"/>
            <ac:grpSpMk id="6" creationId="{E6B77448-8077-40CA-95DE-FEC40D0CFA50}"/>
          </ac:grpSpMkLst>
        </pc:grpChg>
        <pc:picChg chg="add mod">
          <ac:chgData name="Marzieh Ayati" userId="719e7aeb-c3b5-48e5-801b-084d43cd09ac" providerId="ADAL" clId="{9B5F4DCF-B788-4479-B515-6B0EBC2CF864}" dt="2021-10-06T17:51:16.568" v="589" actId="164"/>
          <ac:picMkLst>
            <pc:docMk/>
            <pc:sldMk cId="4264000341" sldId="319"/>
            <ac:picMk id="4" creationId="{7452E9F5-BD97-47F7-87BF-CBEA24E25AD6}"/>
          </ac:picMkLst>
        </pc:picChg>
        <pc:picChg chg="add mod">
          <ac:chgData name="Marzieh Ayati" userId="719e7aeb-c3b5-48e5-801b-084d43cd09ac" providerId="ADAL" clId="{9B5F4DCF-B788-4479-B515-6B0EBC2CF864}" dt="2021-10-06T18:00:30.130" v="1101" actId="1035"/>
          <ac:picMkLst>
            <pc:docMk/>
            <pc:sldMk cId="4264000341" sldId="319"/>
            <ac:picMk id="7" creationId="{D9402B72-695F-48AB-B1D1-0793C4208C6B}"/>
          </ac:picMkLst>
        </pc:picChg>
        <pc:picChg chg="add mod">
          <ac:chgData name="Marzieh Ayati" userId="719e7aeb-c3b5-48e5-801b-084d43cd09ac" providerId="ADAL" clId="{9B5F4DCF-B788-4479-B515-6B0EBC2CF864}" dt="2021-10-06T18:00:30.130" v="1101" actId="1035"/>
          <ac:picMkLst>
            <pc:docMk/>
            <pc:sldMk cId="4264000341" sldId="319"/>
            <ac:picMk id="8" creationId="{DC67D437-3E8A-4BA9-A453-F08F3E3495B4}"/>
          </ac:picMkLst>
        </pc:picChg>
        <pc:picChg chg="add mod">
          <ac:chgData name="Marzieh Ayati" userId="719e7aeb-c3b5-48e5-801b-084d43cd09ac" providerId="ADAL" clId="{9B5F4DCF-B788-4479-B515-6B0EBC2CF864}" dt="2021-10-06T18:00:30.130" v="1101" actId="1035"/>
          <ac:picMkLst>
            <pc:docMk/>
            <pc:sldMk cId="4264000341" sldId="319"/>
            <ac:picMk id="11" creationId="{8B2E3A57-67F5-4CB2-84FE-C223C96AE05A}"/>
          </ac:picMkLst>
        </pc:picChg>
        <pc:picChg chg="add del mod">
          <ac:chgData name="Marzieh Ayati" userId="719e7aeb-c3b5-48e5-801b-084d43cd09ac" providerId="ADAL" clId="{9B5F4DCF-B788-4479-B515-6B0EBC2CF864}" dt="2021-10-06T18:01:09.925" v="1104" actId="478"/>
          <ac:picMkLst>
            <pc:docMk/>
            <pc:sldMk cId="4264000341" sldId="319"/>
            <ac:picMk id="14" creationId="{A4276F15-444D-4006-AB0D-039EC77DF189}"/>
          </ac:picMkLst>
        </pc:picChg>
        <pc:picChg chg="add mod">
          <ac:chgData name="Marzieh Ayati" userId="719e7aeb-c3b5-48e5-801b-084d43cd09ac" providerId="ADAL" clId="{9B5F4DCF-B788-4479-B515-6B0EBC2CF864}" dt="2021-10-06T18:01:22.504" v="1110" actId="1076"/>
          <ac:picMkLst>
            <pc:docMk/>
            <pc:sldMk cId="4264000341" sldId="319"/>
            <ac:picMk id="15" creationId="{AD83A5C4-FF1A-4F0F-B992-FC2BCDC40728}"/>
          </ac:picMkLst>
        </pc:picChg>
        <pc:picChg chg="add mod">
          <ac:chgData name="Marzieh Ayati" userId="719e7aeb-c3b5-48e5-801b-084d43cd09ac" providerId="ADAL" clId="{9B5F4DCF-B788-4479-B515-6B0EBC2CF864}" dt="2021-10-06T18:30:25.099" v="1119" actId="1076"/>
          <ac:picMkLst>
            <pc:docMk/>
            <pc:sldMk cId="4264000341" sldId="319"/>
            <ac:picMk id="16" creationId="{F10C2576-F0D2-4FAC-8240-63532A5994C1}"/>
          </ac:picMkLst>
        </pc:picChg>
      </pc:sldChg>
      <pc:sldChg chg="addSp delSp modSp new mod modAnim">
        <pc:chgData name="Marzieh Ayati" userId="719e7aeb-c3b5-48e5-801b-084d43cd09ac" providerId="ADAL" clId="{9B5F4DCF-B788-4479-B515-6B0EBC2CF864}" dt="2021-10-06T23:46:00.163" v="1742"/>
        <pc:sldMkLst>
          <pc:docMk/>
          <pc:sldMk cId="3421029112" sldId="320"/>
        </pc:sldMkLst>
        <pc:spChg chg="mod">
          <ac:chgData name="Marzieh Ayati" userId="719e7aeb-c3b5-48e5-801b-084d43cd09ac" providerId="ADAL" clId="{9B5F4DCF-B788-4479-B515-6B0EBC2CF864}" dt="2021-10-06T18:36:09.773" v="1156" actId="1076"/>
          <ac:spMkLst>
            <pc:docMk/>
            <pc:sldMk cId="3421029112" sldId="320"/>
            <ac:spMk id="2" creationId="{124064DB-5B4F-4A9A-A272-12EA967E9542}"/>
          </ac:spMkLst>
        </pc:spChg>
        <pc:spChg chg="del">
          <ac:chgData name="Marzieh Ayati" userId="719e7aeb-c3b5-48e5-801b-084d43cd09ac" providerId="ADAL" clId="{9B5F4DCF-B788-4479-B515-6B0EBC2CF864}" dt="2021-10-06T18:36:13.677" v="1157" actId="478"/>
          <ac:spMkLst>
            <pc:docMk/>
            <pc:sldMk cId="3421029112" sldId="320"/>
            <ac:spMk id="3" creationId="{5DF39C18-7F39-447C-856D-8C38BFDC7FC3}"/>
          </ac:spMkLst>
        </pc:spChg>
        <pc:spChg chg="add mod">
          <ac:chgData name="Marzieh Ayati" userId="719e7aeb-c3b5-48e5-801b-084d43cd09ac" providerId="ADAL" clId="{9B5F4DCF-B788-4479-B515-6B0EBC2CF864}" dt="2021-10-06T18:40:32.037" v="1386" actId="1076"/>
          <ac:spMkLst>
            <pc:docMk/>
            <pc:sldMk cId="3421029112" sldId="320"/>
            <ac:spMk id="11" creationId="{4A06936C-5073-45EA-84F6-151F21459926}"/>
          </ac:spMkLst>
        </pc:spChg>
        <pc:spChg chg="add mod">
          <ac:chgData name="Marzieh Ayati" userId="719e7aeb-c3b5-48e5-801b-084d43cd09ac" providerId="ADAL" clId="{9B5F4DCF-B788-4479-B515-6B0EBC2CF864}" dt="2021-10-06T23:42:46.214" v="1452" actId="1076"/>
          <ac:spMkLst>
            <pc:docMk/>
            <pc:sldMk cId="3421029112" sldId="320"/>
            <ac:spMk id="12" creationId="{7EFDBE48-3219-4E12-A9E8-11CBCEAFEE69}"/>
          </ac:spMkLst>
        </pc:spChg>
        <pc:spChg chg="add mod">
          <ac:chgData name="Marzieh Ayati" userId="719e7aeb-c3b5-48e5-801b-084d43cd09ac" providerId="ADAL" clId="{9B5F4DCF-B788-4479-B515-6B0EBC2CF864}" dt="2021-10-06T23:45:47.781" v="1740" actId="1076"/>
          <ac:spMkLst>
            <pc:docMk/>
            <pc:sldMk cId="3421029112" sldId="320"/>
            <ac:spMk id="15" creationId="{BE2F697B-54DA-4F99-8BE9-E66EFC11B75E}"/>
          </ac:spMkLst>
        </pc:spChg>
        <pc:spChg chg="add mod">
          <ac:chgData name="Marzieh Ayati" userId="719e7aeb-c3b5-48e5-801b-084d43cd09ac" providerId="ADAL" clId="{9B5F4DCF-B788-4479-B515-6B0EBC2CF864}" dt="2021-10-06T23:45:24.634" v="1739" actId="20577"/>
          <ac:spMkLst>
            <pc:docMk/>
            <pc:sldMk cId="3421029112" sldId="320"/>
            <ac:spMk id="16" creationId="{A01C269E-E255-40D1-80D3-9396F4D6CFC3}"/>
          </ac:spMkLst>
        </pc:spChg>
        <pc:picChg chg="add mod">
          <ac:chgData name="Marzieh Ayati" userId="719e7aeb-c3b5-48e5-801b-084d43cd09ac" providerId="ADAL" clId="{9B5F4DCF-B788-4479-B515-6B0EBC2CF864}" dt="2021-10-06T18:36:16.942" v="1159" actId="1076"/>
          <ac:picMkLst>
            <pc:docMk/>
            <pc:sldMk cId="3421029112" sldId="320"/>
            <ac:picMk id="4" creationId="{AEDE8DFC-E0BA-4EFB-912E-6DB026427FB2}"/>
          </ac:picMkLst>
        </pc:picChg>
        <pc:picChg chg="add mod">
          <ac:chgData name="Marzieh Ayati" userId="719e7aeb-c3b5-48e5-801b-084d43cd09ac" providerId="ADAL" clId="{9B5F4DCF-B788-4479-B515-6B0EBC2CF864}" dt="2021-10-06T18:37:22.974" v="1161" actId="1076"/>
          <ac:picMkLst>
            <pc:docMk/>
            <pc:sldMk cId="3421029112" sldId="320"/>
            <ac:picMk id="5" creationId="{C9360563-D839-4741-9ECD-EF3C8F3F4363}"/>
          </ac:picMkLst>
        </pc:picChg>
        <pc:picChg chg="add mod">
          <ac:chgData name="Marzieh Ayati" userId="719e7aeb-c3b5-48e5-801b-084d43cd09ac" providerId="ADAL" clId="{9B5F4DCF-B788-4479-B515-6B0EBC2CF864}" dt="2021-10-06T18:41:07.128" v="1393" actId="1076"/>
          <ac:picMkLst>
            <pc:docMk/>
            <pc:sldMk cId="3421029112" sldId="320"/>
            <ac:picMk id="8" creationId="{23D57822-0D28-4E60-99CE-0E72032AE13A}"/>
          </ac:picMkLst>
        </pc:picChg>
        <pc:picChg chg="add mod">
          <ac:chgData name="Marzieh Ayati" userId="719e7aeb-c3b5-48e5-801b-084d43cd09ac" providerId="ADAL" clId="{9B5F4DCF-B788-4479-B515-6B0EBC2CF864}" dt="2021-10-06T20:52:24.862" v="1418" actId="1076"/>
          <ac:picMkLst>
            <pc:docMk/>
            <pc:sldMk cId="3421029112" sldId="320"/>
            <ac:picMk id="13" creationId="{8015FE4F-525F-41BC-8FF5-7446F557BA83}"/>
          </ac:picMkLst>
        </pc:picChg>
        <pc:cxnChg chg="add mod">
          <ac:chgData name="Marzieh Ayati" userId="719e7aeb-c3b5-48e5-801b-084d43cd09ac" providerId="ADAL" clId="{9B5F4DCF-B788-4479-B515-6B0EBC2CF864}" dt="2021-10-06T18:37:32.664" v="1163" actId="13822"/>
          <ac:cxnSpMkLst>
            <pc:docMk/>
            <pc:sldMk cId="3421029112" sldId="320"/>
            <ac:cxnSpMk id="7" creationId="{579BBFE5-75C0-4471-AF1A-CE58161D4515}"/>
          </ac:cxnSpMkLst>
        </pc:cxnChg>
        <pc:cxnChg chg="add mod">
          <ac:chgData name="Marzieh Ayati" userId="719e7aeb-c3b5-48e5-801b-084d43cd09ac" providerId="ADAL" clId="{9B5F4DCF-B788-4479-B515-6B0EBC2CF864}" dt="2021-10-06T18:38:51.830" v="1168" actId="14100"/>
          <ac:cxnSpMkLst>
            <pc:docMk/>
            <pc:sldMk cId="3421029112" sldId="320"/>
            <ac:cxnSpMk id="9" creationId="{59D2EFD2-62C2-4FA6-9743-F7D78DCD6F02}"/>
          </ac:cxnSpMkLst>
        </pc:cxnChg>
        <pc:cxnChg chg="add mod">
          <ac:chgData name="Marzieh Ayati" userId="719e7aeb-c3b5-48e5-801b-084d43cd09ac" providerId="ADAL" clId="{9B5F4DCF-B788-4479-B515-6B0EBC2CF864}" dt="2021-10-06T20:52:35.144" v="1421" actId="1076"/>
          <ac:cxnSpMkLst>
            <pc:docMk/>
            <pc:sldMk cId="3421029112" sldId="320"/>
            <ac:cxnSpMk id="14" creationId="{A3667EBA-47BA-4EE2-A9A2-ECD68231A461}"/>
          </ac:cxnSpMkLst>
        </pc:cxnChg>
      </pc:sldChg>
    </pc:docChg>
  </pc:docChgLst>
  <pc:docChgLst>
    <pc:chgData name="Marzieh Ayati" userId="719e7aeb-c3b5-48e5-801b-084d43cd09ac" providerId="ADAL" clId="{B798E2D9-4230-41DF-A3EC-18D7DB30C502}"/>
    <pc:docChg chg="modSld">
      <pc:chgData name="Marzieh Ayati" userId="719e7aeb-c3b5-48e5-801b-084d43cd09ac" providerId="ADAL" clId="{B798E2D9-4230-41DF-A3EC-18D7DB30C502}" dt="2021-10-07T19:13:56.156" v="47" actId="20577"/>
      <pc:docMkLst>
        <pc:docMk/>
      </pc:docMkLst>
      <pc:sldChg chg="modSp mod">
        <pc:chgData name="Marzieh Ayati" userId="719e7aeb-c3b5-48e5-801b-084d43cd09ac" providerId="ADAL" clId="{B798E2D9-4230-41DF-A3EC-18D7DB30C502}" dt="2021-10-07T19:13:56.156" v="47" actId="20577"/>
        <pc:sldMkLst>
          <pc:docMk/>
          <pc:sldMk cId="3083612390" sldId="314"/>
        </pc:sldMkLst>
        <pc:spChg chg="mod">
          <ac:chgData name="Marzieh Ayati" userId="719e7aeb-c3b5-48e5-801b-084d43cd09ac" providerId="ADAL" clId="{B798E2D9-4230-41DF-A3EC-18D7DB30C502}" dt="2021-10-07T19:13:56.156" v="47" actId="20577"/>
          <ac:spMkLst>
            <pc:docMk/>
            <pc:sldMk cId="3083612390" sldId="314"/>
            <ac:spMk id="3" creationId="{0D733F61-FB00-4A09-A31A-B004CDCF8B01}"/>
          </ac:spMkLst>
        </pc:spChg>
      </pc:sldChg>
    </pc:docChg>
  </pc:docChgLst>
  <pc:docChgLst>
    <pc:chgData name="Marzieh Ayati" userId="719e7aeb-c3b5-48e5-801b-084d43cd09ac" providerId="ADAL" clId="{961A3D01-417B-4A1D-97CC-6EDEAB0E2DCA}"/>
    <pc:docChg chg="custSel addSld modSld sldOrd">
      <pc:chgData name="Marzieh Ayati" userId="719e7aeb-c3b5-48e5-801b-084d43cd09ac" providerId="ADAL" clId="{961A3D01-417B-4A1D-97CC-6EDEAB0E2DCA}" dt="2022-03-02T21:28:01.178" v="928"/>
      <pc:docMkLst>
        <pc:docMk/>
      </pc:docMkLst>
      <pc:sldChg chg="addSp delSp modSp mod modAnim">
        <pc:chgData name="Marzieh Ayati" userId="719e7aeb-c3b5-48e5-801b-084d43cd09ac" providerId="ADAL" clId="{961A3D01-417B-4A1D-97CC-6EDEAB0E2DCA}" dt="2022-03-02T21:14:12.317" v="489" actId="1037"/>
        <pc:sldMkLst>
          <pc:docMk/>
          <pc:sldMk cId="0" sldId="302"/>
        </pc:sldMkLst>
        <pc:spChg chg="add mod">
          <ac:chgData name="Marzieh Ayati" userId="719e7aeb-c3b5-48e5-801b-084d43cd09ac" providerId="ADAL" clId="{961A3D01-417B-4A1D-97CC-6EDEAB0E2DCA}" dt="2022-03-02T21:10:36.353" v="397" actId="208"/>
          <ac:spMkLst>
            <pc:docMk/>
            <pc:sldMk cId="0" sldId="302"/>
            <ac:spMk id="4" creationId="{C19F5700-230C-4C6D-A02A-1A60CAEBDCF1}"/>
          </ac:spMkLst>
        </pc:spChg>
        <pc:spChg chg="add mod">
          <ac:chgData name="Marzieh Ayati" userId="719e7aeb-c3b5-48e5-801b-084d43cd09ac" providerId="ADAL" clId="{961A3D01-417B-4A1D-97CC-6EDEAB0E2DCA}" dt="2022-03-02T21:11:37.337" v="407" actId="208"/>
          <ac:spMkLst>
            <pc:docMk/>
            <pc:sldMk cId="0" sldId="302"/>
            <ac:spMk id="11" creationId="{8DF89D6D-BD4D-4095-AE65-568B5D36042C}"/>
          </ac:spMkLst>
        </pc:spChg>
        <pc:spChg chg="add del mod">
          <ac:chgData name="Marzieh Ayati" userId="719e7aeb-c3b5-48e5-801b-084d43cd09ac" providerId="ADAL" clId="{961A3D01-417B-4A1D-97CC-6EDEAB0E2DCA}" dt="2022-03-02T21:10:54.701" v="401" actId="478"/>
          <ac:spMkLst>
            <pc:docMk/>
            <pc:sldMk cId="0" sldId="302"/>
            <ac:spMk id="12" creationId="{4885D0F2-2131-47EB-87D9-924A84BB3CDC}"/>
          </ac:spMkLst>
        </pc:spChg>
        <pc:spChg chg="add mod">
          <ac:chgData name="Marzieh Ayati" userId="719e7aeb-c3b5-48e5-801b-084d43cd09ac" providerId="ADAL" clId="{961A3D01-417B-4A1D-97CC-6EDEAB0E2DCA}" dt="2022-03-02T21:14:06.186" v="484" actId="1036"/>
          <ac:spMkLst>
            <pc:docMk/>
            <pc:sldMk cId="0" sldId="302"/>
            <ac:spMk id="13" creationId="{95A9BA0A-F006-4938-BEA4-5E10E1926D77}"/>
          </ac:spMkLst>
        </pc:spChg>
        <pc:spChg chg="add mod">
          <ac:chgData name="Marzieh Ayati" userId="719e7aeb-c3b5-48e5-801b-084d43cd09ac" providerId="ADAL" clId="{961A3D01-417B-4A1D-97CC-6EDEAB0E2DCA}" dt="2022-03-02T21:14:06.186" v="484" actId="1036"/>
          <ac:spMkLst>
            <pc:docMk/>
            <pc:sldMk cId="0" sldId="302"/>
            <ac:spMk id="14" creationId="{1BD75091-9D0D-415C-8349-905B46894275}"/>
          </ac:spMkLst>
        </pc:spChg>
        <pc:spChg chg="add mod">
          <ac:chgData name="Marzieh Ayati" userId="719e7aeb-c3b5-48e5-801b-084d43cd09ac" providerId="ADAL" clId="{961A3D01-417B-4A1D-97CC-6EDEAB0E2DCA}" dt="2022-03-02T21:14:06.186" v="484" actId="1036"/>
          <ac:spMkLst>
            <pc:docMk/>
            <pc:sldMk cId="0" sldId="302"/>
            <ac:spMk id="18" creationId="{939C9D77-8C8A-498D-946C-9A4CE6931EC7}"/>
          </ac:spMkLst>
        </pc:spChg>
        <pc:spChg chg="add mod">
          <ac:chgData name="Marzieh Ayati" userId="719e7aeb-c3b5-48e5-801b-084d43cd09ac" providerId="ADAL" clId="{961A3D01-417B-4A1D-97CC-6EDEAB0E2DCA}" dt="2022-03-02T21:14:06.186" v="484" actId="1036"/>
          <ac:spMkLst>
            <pc:docMk/>
            <pc:sldMk cId="0" sldId="302"/>
            <ac:spMk id="19" creationId="{E5E3A43F-9861-4C56-B3C6-5985A7C7924D}"/>
          </ac:spMkLst>
        </pc:spChg>
        <pc:spChg chg="add mod">
          <ac:chgData name="Marzieh Ayati" userId="719e7aeb-c3b5-48e5-801b-084d43cd09ac" providerId="ADAL" clId="{961A3D01-417B-4A1D-97CC-6EDEAB0E2DCA}" dt="2022-03-02T21:14:12.317" v="489" actId="1037"/>
          <ac:spMkLst>
            <pc:docMk/>
            <pc:sldMk cId="0" sldId="302"/>
            <ac:spMk id="20" creationId="{B3ECD07E-11C5-40A3-BB8A-F5E99E26C7DA}"/>
          </ac:spMkLst>
        </pc:spChg>
        <pc:picChg chg="add mod">
          <ac:chgData name="Marzieh Ayati" userId="719e7aeb-c3b5-48e5-801b-084d43cd09ac" providerId="ADAL" clId="{961A3D01-417B-4A1D-97CC-6EDEAB0E2DCA}" dt="2022-03-02T21:11:50.889" v="410" actId="1076"/>
          <ac:picMkLst>
            <pc:docMk/>
            <pc:sldMk cId="0" sldId="302"/>
            <ac:picMk id="15" creationId="{08D1DC84-098B-40D3-A52E-5746A0C396F3}"/>
          </ac:picMkLst>
        </pc:picChg>
      </pc:sldChg>
      <pc:sldChg chg="addSp modSp mod modShow">
        <pc:chgData name="Marzieh Ayati" userId="719e7aeb-c3b5-48e5-801b-084d43cd09ac" providerId="ADAL" clId="{961A3D01-417B-4A1D-97CC-6EDEAB0E2DCA}" dt="2022-03-02T21:00:48.757" v="29" actId="729"/>
        <pc:sldMkLst>
          <pc:docMk/>
          <pc:sldMk cId="0" sldId="303"/>
        </pc:sldMkLst>
        <pc:spChg chg="add mod">
          <ac:chgData name="Marzieh Ayati" userId="719e7aeb-c3b5-48e5-801b-084d43cd09ac" providerId="ADAL" clId="{961A3D01-417B-4A1D-97CC-6EDEAB0E2DCA}" dt="2022-03-02T21:00:15.580" v="28" actId="403"/>
          <ac:spMkLst>
            <pc:docMk/>
            <pc:sldMk cId="0" sldId="303"/>
            <ac:spMk id="3" creationId="{D0D8A6D0-1389-43E6-A5CF-2AC2CA077180}"/>
          </ac:spMkLst>
        </pc:spChg>
      </pc:sldChg>
      <pc:sldChg chg="modSp new mod ord">
        <pc:chgData name="Marzieh Ayati" userId="719e7aeb-c3b5-48e5-801b-084d43cd09ac" providerId="ADAL" clId="{961A3D01-417B-4A1D-97CC-6EDEAB0E2DCA}" dt="2022-03-02T21:00:52.358" v="31"/>
        <pc:sldMkLst>
          <pc:docMk/>
          <pc:sldMk cId="2030755032" sldId="321"/>
        </pc:sldMkLst>
        <pc:spChg chg="mod">
          <ac:chgData name="Marzieh Ayati" userId="719e7aeb-c3b5-48e5-801b-084d43cd09ac" providerId="ADAL" clId="{961A3D01-417B-4A1D-97CC-6EDEAB0E2DCA}" dt="2022-03-02T20:58:52.301" v="12" actId="20577"/>
          <ac:spMkLst>
            <pc:docMk/>
            <pc:sldMk cId="2030755032" sldId="321"/>
            <ac:spMk id="3" creationId="{40CC44A8-C204-4973-932C-346EC41230E6}"/>
          </ac:spMkLst>
        </pc:spChg>
      </pc:sldChg>
      <pc:sldChg chg="addSp delSp modSp new mod modAnim">
        <pc:chgData name="Marzieh Ayati" userId="719e7aeb-c3b5-48e5-801b-084d43cd09ac" providerId="ADAL" clId="{961A3D01-417B-4A1D-97CC-6EDEAB0E2DCA}" dt="2022-03-02T21:08:44.449" v="387" actId="1076"/>
        <pc:sldMkLst>
          <pc:docMk/>
          <pc:sldMk cId="3811406606" sldId="322"/>
        </pc:sldMkLst>
        <pc:spChg chg="del">
          <ac:chgData name="Marzieh Ayati" userId="719e7aeb-c3b5-48e5-801b-084d43cd09ac" providerId="ADAL" clId="{961A3D01-417B-4A1D-97CC-6EDEAB0E2DCA}" dt="2022-03-02T21:02:13.835" v="34" actId="478"/>
          <ac:spMkLst>
            <pc:docMk/>
            <pc:sldMk cId="3811406606" sldId="322"/>
            <ac:spMk id="2" creationId="{A3D378D0-F4B5-411A-A417-9B2193E5EF8C}"/>
          </ac:spMkLst>
        </pc:spChg>
        <pc:spChg chg="mod">
          <ac:chgData name="Marzieh Ayati" userId="719e7aeb-c3b5-48e5-801b-084d43cd09ac" providerId="ADAL" clId="{961A3D01-417B-4A1D-97CC-6EDEAB0E2DCA}" dt="2022-03-02T21:07:34.490" v="359" actId="20577"/>
          <ac:spMkLst>
            <pc:docMk/>
            <pc:sldMk cId="3811406606" sldId="322"/>
            <ac:spMk id="3" creationId="{FDC198D6-296C-4DBA-BB17-E7E9447FD6CE}"/>
          </ac:spMkLst>
        </pc:spChg>
        <pc:spChg chg="add mod">
          <ac:chgData name="Marzieh Ayati" userId="719e7aeb-c3b5-48e5-801b-084d43cd09ac" providerId="ADAL" clId="{961A3D01-417B-4A1D-97CC-6EDEAB0E2DCA}" dt="2022-03-02T21:02:10.842" v="33"/>
          <ac:spMkLst>
            <pc:docMk/>
            <pc:sldMk cId="3811406606" sldId="322"/>
            <ac:spMk id="4" creationId="{18C4D990-BA05-4C82-A77F-59CF4C122B66}"/>
          </ac:spMkLst>
        </pc:spChg>
        <pc:spChg chg="add del mod">
          <ac:chgData name="Marzieh Ayati" userId="719e7aeb-c3b5-48e5-801b-084d43cd09ac" providerId="ADAL" clId="{961A3D01-417B-4A1D-97CC-6EDEAB0E2DCA}" dt="2022-03-02T21:06:30.942" v="164" actId="478"/>
          <ac:spMkLst>
            <pc:docMk/>
            <pc:sldMk cId="3811406606" sldId="322"/>
            <ac:spMk id="5" creationId="{88ACFC15-7C0A-4650-9199-475B4E574FA7}"/>
          </ac:spMkLst>
        </pc:spChg>
        <pc:spChg chg="add mod">
          <ac:chgData name="Marzieh Ayati" userId="719e7aeb-c3b5-48e5-801b-084d43cd09ac" providerId="ADAL" clId="{961A3D01-417B-4A1D-97CC-6EDEAB0E2DCA}" dt="2022-03-02T21:07:51.025" v="370" actId="1076"/>
          <ac:spMkLst>
            <pc:docMk/>
            <pc:sldMk cId="3811406606" sldId="322"/>
            <ac:spMk id="6" creationId="{C20E3881-3C51-418A-868B-2B758C624807}"/>
          </ac:spMkLst>
        </pc:spChg>
        <pc:spChg chg="add mod">
          <ac:chgData name="Marzieh Ayati" userId="719e7aeb-c3b5-48e5-801b-084d43cd09ac" providerId="ADAL" clId="{961A3D01-417B-4A1D-97CC-6EDEAB0E2DCA}" dt="2022-03-02T21:08:04.269" v="375" actId="20577"/>
          <ac:spMkLst>
            <pc:docMk/>
            <pc:sldMk cId="3811406606" sldId="322"/>
            <ac:spMk id="7" creationId="{F8C20618-9A28-4EAB-9116-8C95DEE29A34}"/>
          </ac:spMkLst>
        </pc:spChg>
        <pc:spChg chg="add mod">
          <ac:chgData name="Marzieh Ayati" userId="719e7aeb-c3b5-48e5-801b-084d43cd09ac" providerId="ADAL" clId="{961A3D01-417B-4A1D-97CC-6EDEAB0E2DCA}" dt="2022-03-02T21:08:10.588" v="379" actId="20577"/>
          <ac:spMkLst>
            <pc:docMk/>
            <pc:sldMk cId="3811406606" sldId="322"/>
            <ac:spMk id="8" creationId="{93347DAC-4AD9-4FEA-9C50-BA6DAA87CACD}"/>
          </ac:spMkLst>
        </pc:spChg>
        <pc:spChg chg="add mod">
          <ac:chgData name="Marzieh Ayati" userId="719e7aeb-c3b5-48e5-801b-084d43cd09ac" providerId="ADAL" clId="{961A3D01-417B-4A1D-97CC-6EDEAB0E2DCA}" dt="2022-03-02T21:08:19.512" v="383" actId="20577"/>
          <ac:spMkLst>
            <pc:docMk/>
            <pc:sldMk cId="3811406606" sldId="322"/>
            <ac:spMk id="9" creationId="{09363D63-2A45-468C-BAE0-405D9507BD4E}"/>
          </ac:spMkLst>
        </pc:spChg>
        <pc:picChg chg="add mod">
          <ac:chgData name="Marzieh Ayati" userId="719e7aeb-c3b5-48e5-801b-084d43cd09ac" providerId="ADAL" clId="{961A3D01-417B-4A1D-97CC-6EDEAB0E2DCA}" dt="2022-03-02T21:08:44.449" v="387" actId="1076"/>
          <ac:picMkLst>
            <pc:docMk/>
            <pc:sldMk cId="3811406606" sldId="322"/>
            <ac:picMk id="11" creationId="{9C34D6C7-D27F-4D5F-B280-3592DE8FB715}"/>
          </ac:picMkLst>
        </pc:picChg>
      </pc:sldChg>
      <pc:sldChg chg="modSp add mod ord">
        <pc:chgData name="Marzieh Ayati" userId="719e7aeb-c3b5-48e5-801b-084d43cd09ac" providerId="ADAL" clId="{961A3D01-417B-4A1D-97CC-6EDEAB0E2DCA}" dt="2022-03-02T21:28:01.178" v="928"/>
        <pc:sldMkLst>
          <pc:docMk/>
          <pc:sldMk cId="1733465608" sldId="323"/>
        </pc:sldMkLst>
        <pc:spChg chg="mod">
          <ac:chgData name="Marzieh Ayati" userId="719e7aeb-c3b5-48e5-801b-084d43cd09ac" providerId="ADAL" clId="{961A3D01-417B-4A1D-97CC-6EDEAB0E2DCA}" dt="2022-03-02T21:27:38.190" v="926" actId="6549"/>
          <ac:spMkLst>
            <pc:docMk/>
            <pc:sldMk cId="1733465608" sldId="323"/>
            <ac:spMk id="3" creationId="{FDC198D6-296C-4DBA-BB17-E7E9447FD6CE}"/>
          </ac:spMkLst>
        </pc:spChg>
        <pc:spChg chg="mod">
          <ac:chgData name="Marzieh Ayati" userId="719e7aeb-c3b5-48e5-801b-084d43cd09ac" providerId="ADAL" clId="{961A3D01-417B-4A1D-97CC-6EDEAB0E2DCA}" dt="2022-03-02T21:26:35.786" v="902" actId="20577"/>
          <ac:spMkLst>
            <pc:docMk/>
            <pc:sldMk cId="1733465608" sldId="323"/>
            <ac:spMk id="6" creationId="{C20E3881-3C51-418A-868B-2B758C624807}"/>
          </ac:spMkLst>
        </pc:spChg>
        <pc:spChg chg="mod">
          <ac:chgData name="Marzieh Ayati" userId="719e7aeb-c3b5-48e5-801b-084d43cd09ac" providerId="ADAL" clId="{961A3D01-417B-4A1D-97CC-6EDEAB0E2DCA}" dt="2022-03-02T21:26:41.065" v="905" actId="20577"/>
          <ac:spMkLst>
            <pc:docMk/>
            <pc:sldMk cId="1733465608" sldId="323"/>
            <ac:spMk id="7" creationId="{F8C20618-9A28-4EAB-9116-8C95DEE29A34}"/>
          </ac:spMkLst>
        </pc:spChg>
        <pc:spChg chg="mod">
          <ac:chgData name="Marzieh Ayati" userId="719e7aeb-c3b5-48e5-801b-084d43cd09ac" providerId="ADAL" clId="{961A3D01-417B-4A1D-97CC-6EDEAB0E2DCA}" dt="2022-03-02T21:26:49.913" v="908" actId="20577"/>
          <ac:spMkLst>
            <pc:docMk/>
            <pc:sldMk cId="1733465608" sldId="323"/>
            <ac:spMk id="8" creationId="{93347DAC-4AD9-4FEA-9C50-BA6DAA87CACD}"/>
          </ac:spMkLst>
        </pc:spChg>
        <pc:spChg chg="mod">
          <ac:chgData name="Marzieh Ayati" userId="719e7aeb-c3b5-48e5-801b-084d43cd09ac" providerId="ADAL" clId="{961A3D01-417B-4A1D-97CC-6EDEAB0E2DCA}" dt="2022-03-02T21:26:58.303" v="911" actId="20577"/>
          <ac:spMkLst>
            <pc:docMk/>
            <pc:sldMk cId="1733465608" sldId="323"/>
            <ac:spMk id="9" creationId="{09363D63-2A45-468C-BAE0-405D9507BD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15669-59CD-4661-9BD9-DE6BCD865126}"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83DA1-4DCB-447D-B578-6E1E904680E5}" type="slidenum">
              <a:rPr lang="en-US" smtClean="0"/>
              <a:t>‹#›</a:t>
            </a:fld>
            <a:endParaRPr lang="en-US"/>
          </a:p>
        </p:txBody>
      </p:sp>
    </p:spTree>
    <p:extLst>
      <p:ext uri="{BB962C8B-B14F-4D97-AF65-F5344CB8AC3E}">
        <p14:creationId xmlns:p14="http://schemas.microsoft.com/office/powerpoint/2010/main" val="222286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64aa198ca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64aa198ca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64aa198ca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64aa198ca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64aa198cab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64aa198cab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64aa198ca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64aa198ca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64aa198ca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64aa198ca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64aa198cab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64aa198cab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4aa198ca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4aa198ca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64aa198ca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64aa198ca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64aa198cab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64aa198ca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64aa198cab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64aa198cab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64aa198ca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64aa198ca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64aa198cab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64aa198cab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64aa198cab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64aa198cab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64aa198cab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64aa198cab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7099d09e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7099d09e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Helpful Square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61866-51C2-40D9-9DB1-202DD510FB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2C1456-162F-48C9-8F0D-B3ADE87207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03FC81-F0D8-4386-AF8B-2EB106DA9D11}"/>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58C1CEC7-B12B-480C-9EA0-5E41C15B5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C1001-9178-4F78-AA45-39C98944FD83}"/>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3379413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E370-264A-47FE-B227-36DD75B710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ED4AF7-A876-4197-8931-11D301C553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38ABB3-2CBF-49D2-86C0-4BCC245AFFBF}"/>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0BF0A998-577D-4FC9-A169-3CD88038E3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B353B-19E4-443D-AAA7-06924EDE0A33}"/>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1846028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3D83-59B7-4D0F-BEC5-96D5EB6D71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CE0DD0-5D98-4D3A-8BEB-2EA7C87C3D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712990-F176-496D-AF0E-84B5895F31BD}"/>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71E40D4B-567A-4A65-900E-70B4920C1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70A1D7-069D-4878-A049-7B0C59CA6430}"/>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4022622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D7A5A-BDCC-47AD-B104-B0FB25B93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69B275-869A-4060-8CC2-408A1840CD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B7639B-524A-4B29-A71C-963C20FFEA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40699-C9C7-4CC3-882A-8EC66B4DE624}"/>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6" name="Footer Placeholder 5">
            <a:extLst>
              <a:ext uri="{FF2B5EF4-FFF2-40B4-BE49-F238E27FC236}">
                <a16:creationId xmlns:a16="http://schemas.microsoft.com/office/drawing/2014/main" id="{D03FF08E-3FF4-40AD-A565-25C55DC0B4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4DFBEA-516C-4ABD-B8CA-34F2A5924BE8}"/>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3327087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DED53-28AC-408F-83B1-B9851CF857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9BA2F6-0E89-43EE-8963-4A6A29739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26DC7E-EDF2-4F61-8910-7C9F66DEC4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2FC140-8D82-48DB-9A66-FEA11C5C57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70EA53-6FCC-40A5-8E84-0C6750DDCE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441757-91ED-4DC7-B0F8-322315E2DB6D}"/>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8" name="Footer Placeholder 7">
            <a:extLst>
              <a:ext uri="{FF2B5EF4-FFF2-40B4-BE49-F238E27FC236}">
                <a16:creationId xmlns:a16="http://schemas.microsoft.com/office/drawing/2014/main" id="{50115841-F24A-4C6F-9E59-893BAF4CF5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BC431A-F97B-4E6F-8429-19F7758FF5EA}"/>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3952753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028C-AF2A-4B6E-A5BE-422042E0E6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674567-D0AB-4D76-BDAA-452D186F1110}"/>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4" name="Footer Placeholder 3">
            <a:extLst>
              <a:ext uri="{FF2B5EF4-FFF2-40B4-BE49-F238E27FC236}">
                <a16:creationId xmlns:a16="http://schemas.microsoft.com/office/drawing/2014/main" id="{E99A8C65-2C5D-4A9C-9A4C-8F423F414B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42CAE5-0BB7-4E75-97C5-E94EA5A18F09}"/>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1445696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F57D5-0E05-4ABB-8778-75541C1D4F36}"/>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3" name="Footer Placeholder 2">
            <a:extLst>
              <a:ext uri="{FF2B5EF4-FFF2-40B4-BE49-F238E27FC236}">
                <a16:creationId xmlns:a16="http://schemas.microsoft.com/office/drawing/2014/main" id="{13DBA5F2-6994-42B7-974B-B880CB35F5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C58C3A-7BC1-407D-9509-92BFA75154BF}"/>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2195258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761C7-B618-48C1-B809-845C3179B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287BD4-EE8F-4E10-8E37-3E0F763D8F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AC27AF-CF81-480F-93C7-5DC43F7C3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AFCB8B-4D51-493B-9004-586D8258A5B4}"/>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6" name="Footer Placeholder 5">
            <a:extLst>
              <a:ext uri="{FF2B5EF4-FFF2-40B4-BE49-F238E27FC236}">
                <a16:creationId xmlns:a16="http://schemas.microsoft.com/office/drawing/2014/main" id="{ADEBF849-CD4B-4FD6-A5AE-4D0D96F907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28B4D-5B7D-44AF-A87F-47269D6B46E7}"/>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409416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233F-B9C5-42D3-B6FF-D4105DB82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5E3350-2A49-4621-9D57-EFD690EA8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E00C2B-CA56-4617-A084-E7D094F38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2E8D6-098D-4CCF-A3BA-5C9B2ABB37CA}"/>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6" name="Footer Placeholder 5">
            <a:extLst>
              <a:ext uri="{FF2B5EF4-FFF2-40B4-BE49-F238E27FC236}">
                <a16:creationId xmlns:a16="http://schemas.microsoft.com/office/drawing/2014/main" id="{5974691B-1943-435F-9C3F-F342A6A2D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F4A259-7D20-489D-ACA3-6844E3DABF1C}"/>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1974600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F93A-948D-4AB7-B010-C1B91EC285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ECCE82-F999-4E8E-8FD5-D1DCD89A0B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CCCC7-9D66-4534-8F2A-35510ADD7A69}"/>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B80CB511-1627-4ADC-A8F1-6F31533BAF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74EEB-8795-43AD-A720-CD794F2621D9}"/>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375911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D48E13-746D-4BB5-8D2F-FB85DF8454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9CD65-E84B-4E03-B0B2-C2DD44F50B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122C3B-5531-4084-9342-E69B2541BE15}"/>
              </a:ext>
            </a:extLst>
          </p:cNvPr>
          <p:cNvSpPr>
            <a:spLocks noGrp="1"/>
          </p:cNvSpPr>
          <p:nvPr>
            <p:ph type="dt" sz="half" idx="10"/>
          </p:nvPr>
        </p:nvSpPr>
        <p:spPr/>
        <p:txBody>
          <a:body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57FA90BD-8677-4307-9AB7-F25F1A9E4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00A4F-B996-4A8D-88FA-79AA5CDDE81C}"/>
              </a:ext>
            </a:extLst>
          </p:cNvPr>
          <p:cNvSpPr>
            <a:spLocks noGrp="1"/>
          </p:cNvSpPr>
          <p:nvPr>
            <p:ph type="sldNum" sz="quarter" idx="12"/>
          </p:nvPr>
        </p:nvSpPr>
        <p:spPr/>
        <p:txBody>
          <a:bodyPr/>
          <a:lstStyle/>
          <a:p>
            <a:fld id="{634C97F2-1A47-4AAA-B40A-F9590CF51D87}" type="slidenum">
              <a:rPr lang="en-US" smtClean="0"/>
              <a:t>‹#›</a:t>
            </a:fld>
            <a:endParaRPr lang="en-US"/>
          </a:p>
        </p:txBody>
      </p:sp>
    </p:spTree>
    <p:extLst>
      <p:ext uri="{BB962C8B-B14F-4D97-AF65-F5344CB8AC3E}">
        <p14:creationId xmlns:p14="http://schemas.microsoft.com/office/powerpoint/2010/main" val="417400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2814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794A29-252A-48AE-A941-D1137D64DE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C4208F-20A1-4358-9619-C4A8568FA7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7986E-DCE4-4695-90BC-7A694C9E4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72433E-3183-438E-851E-C1F7BD5BA4CC}" type="datetimeFigureOut">
              <a:rPr lang="en-US" smtClean="0"/>
              <a:t>3/5/2026</a:t>
            </a:fld>
            <a:endParaRPr lang="en-US"/>
          </a:p>
        </p:txBody>
      </p:sp>
      <p:sp>
        <p:nvSpPr>
          <p:cNvPr id="5" name="Footer Placeholder 4">
            <a:extLst>
              <a:ext uri="{FF2B5EF4-FFF2-40B4-BE49-F238E27FC236}">
                <a16:creationId xmlns:a16="http://schemas.microsoft.com/office/drawing/2014/main" id="{22DA26F0-F910-4C6B-A391-9A132C3BDA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59E19-0B2A-4FFD-8C30-FC475B98F5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4C97F2-1A47-4AAA-B40A-F9590CF51D87}" type="slidenum">
              <a:rPr lang="en-US" smtClean="0"/>
              <a:t>‹#›</a:t>
            </a:fld>
            <a:endParaRPr lang="en-US"/>
          </a:p>
        </p:txBody>
      </p:sp>
    </p:spTree>
    <p:extLst>
      <p:ext uri="{BB962C8B-B14F-4D97-AF65-F5344CB8AC3E}">
        <p14:creationId xmlns:p14="http://schemas.microsoft.com/office/powerpoint/2010/main" val="1566046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74F6-E2A7-4671-AF93-D271C36EF2FD}"/>
              </a:ext>
            </a:extLst>
          </p:cNvPr>
          <p:cNvSpPr>
            <a:spLocks noGrp="1"/>
          </p:cNvSpPr>
          <p:nvPr>
            <p:ph type="ctrTitle"/>
          </p:nvPr>
        </p:nvSpPr>
        <p:spPr/>
        <p:txBody>
          <a:bodyPr>
            <a:normAutofit fontScale="90000"/>
          </a:bodyPr>
          <a:lstStyle/>
          <a:p>
            <a:r>
              <a:rPr lang="en-US"/>
              <a:t>Entropy </a:t>
            </a:r>
            <a:br>
              <a:rPr lang="en-US"/>
            </a:br>
            <a:r>
              <a:rPr lang="en-US"/>
              <a:t>and </a:t>
            </a:r>
            <a:br>
              <a:rPr lang="en-US"/>
            </a:br>
            <a:r>
              <a:rPr lang="en-US"/>
              <a:t>Mutual Information</a:t>
            </a:r>
          </a:p>
        </p:txBody>
      </p:sp>
      <p:sp>
        <p:nvSpPr>
          <p:cNvPr id="3" name="Subtitle 2">
            <a:extLst>
              <a:ext uri="{FF2B5EF4-FFF2-40B4-BE49-F238E27FC236}">
                <a16:creationId xmlns:a16="http://schemas.microsoft.com/office/drawing/2014/main" id="{0922C264-B634-4F2F-B89F-0C726BE2DD1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44736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9"/>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Discrete Variables</a:t>
            </a:r>
            <a:endParaRPr>
              <a:solidFill>
                <a:srgbClr val="1155CC"/>
              </a:solidFill>
            </a:endParaRPr>
          </a:p>
        </p:txBody>
      </p:sp>
      <p:sp>
        <p:nvSpPr>
          <p:cNvPr id="288" name="Google Shape;288;p49"/>
          <p:cNvSpPr txBox="1"/>
          <p:nvPr/>
        </p:nvSpPr>
        <p:spPr>
          <a:xfrm>
            <a:off x="124200" y="897167"/>
            <a:ext cx="12067800" cy="2651600"/>
          </a:xfrm>
          <a:prstGeom prst="rect">
            <a:avLst/>
          </a:prstGeom>
          <a:noFill/>
          <a:ln>
            <a:noFill/>
          </a:ln>
        </p:spPr>
        <p:txBody>
          <a:bodyPr spcFirstLastPara="1" wrap="square" lIns="121900" tIns="121900" rIns="121900" bIns="121900" anchor="t" anchorCtr="0">
            <a:noAutofit/>
          </a:bodyPr>
          <a:lstStyle/>
          <a:p>
            <a:pPr marL="609585" indent="-423323">
              <a:lnSpc>
                <a:spcPct val="115000"/>
              </a:lnSpc>
              <a:spcBef>
                <a:spcPts val="800"/>
              </a:spcBef>
              <a:buSzPts val="1400"/>
              <a:buChar char="●"/>
            </a:pPr>
            <a:r>
              <a:rPr lang="en" sz="3200"/>
              <a:t>Can be nominal and ordinal, can take multiple values</a:t>
            </a:r>
            <a:endParaRPr sz="3200"/>
          </a:p>
          <a:p>
            <a:pPr marL="1219170" lvl="1" indent="-457189">
              <a:lnSpc>
                <a:spcPct val="115000"/>
              </a:lnSpc>
              <a:buSzPts val="1800"/>
              <a:buChar char="○"/>
            </a:pPr>
            <a:r>
              <a:rPr lang="en" sz="2400"/>
              <a:t>Binary/Bernoulli random variables are a special case since:</a:t>
            </a:r>
            <a:endParaRPr sz="2400"/>
          </a:p>
          <a:p>
            <a:pPr marL="1828754" lvl="2" indent="-457189">
              <a:lnSpc>
                <a:spcPct val="115000"/>
              </a:lnSpc>
              <a:buSzPts val="1800"/>
              <a:buChar char="■"/>
            </a:pPr>
            <a:r>
              <a:rPr lang="en" sz="2400"/>
              <a:t>Multi-dimensional binary vectors are equivalent to sets</a:t>
            </a:r>
            <a:endParaRPr sz="2400"/>
          </a:p>
          <a:p>
            <a:pPr marL="1828754" lvl="2" indent="-457189">
              <a:lnSpc>
                <a:spcPct val="115000"/>
              </a:lnSpc>
              <a:buSzPts val="1800"/>
              <a:buChar char="■"/>
            </a:pPr>
            <a:r>
              <a:rPr lang="en" sz="2400"/>
              <a:t>Any discrete random variable can be represented by binary random variables</a:t>
            </a:r>
            <a:endParaRPr sz="2400"/>
          </a:p>
          <a:p>
            <a:pPr marL="609585">
              <a:lnSpc>
                <a:spcPct val="90000"/>
              </a:lnSpc>
              <a:spcBef>
                <a:spcPts val="933"/>
              </a:spcBef>
            </a:pPr>
            <a:endParaRPr sz="32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graphicFrame>
        <p:nvGraphicFramePr>
          <p:cNvPr id="289" name="Google Shape;289;p49"/>
          <p:cNvGraphicFramePr/>
          <p:nvPr>
            <p:extLst>
              <p:ext uri="{D42A27DB-BD31-4B8C-83A1-F6EECF244321}">
                <p14:modId xmlns:p14="http://schemas.microsoft.com/office/powerpoint/2010/main" val="673127314"/>
              </p:ext>
            </p:extLst>
          </p:nvPr>
        </p:nvGraphicFramePr>
        <p:xfrm>
          <a:off x="893478" y="3162525"/>
          <a:ext cx="3916132" cy="3657360"/>
        </p:xfrm>
        <a:graphic>
          <a:graphicData uri="http://schemas.openxmlformats.org/drawingml/2006/table">
            <a:tbl>
              <a:tblPr>
                <a:noFill/>
              </a:tblPr>
              <a:tblGrid>
                <a:gridCol w="979033">
                  <a:extLst>
                    <a:ext uri="{9D8B030D-6E8A-4147-A177-3AD203B41FA5}">
                      <a16:colId xmlns:a16="http://schemas.microsoft.com/office/drawing/2014/main" val="20000"/>
                    </a:ext>
                  </a:extLst>
                </a:gridCol>
                <a:gridCol w="979033">
                  <a:extLst>
                    <a:ext uri="{9D8B030D-6E8A-4147-A177-3AD203B41FA5}">
                      <a16:colId xmlns:a16="http://schemas.microsoft.com/office/drawing/2014/main" val="20001"/>
                    </a:ext>
                  </a:extLst>
                </a:gridCol>
                <a:gridCol w="979033">
                  <a:extLst>
                    <a:ext uri="{9D8B030D-6E8A-4147-A177-3AD203B41FA5}">
                      <a16:colId xmlns:a16="http://schemas.microsoft.com/office/drawing/2014/main" val="20002"/>
                    </a:ext>
                  </a:extLst>
                </a:gridCol>
                <a:gridCol w="979033">
                  <a:extLst>
                    <a:ext uri="{9D8B030D-6E8A-4147-A177-3AD203B41FA5}">
                      <a16:colId xmlns:a16="http://schemas.microsoft.com/office/drawing/2014/main" val="20003"/>
                    </a:ext>
                  </a:extLst>
                </a:gridCol>
              </a:tblGrid>
              <a:tr h="609560">
                <a:tc>
                  <a:txBody>
                    <a:bodyPr/>
                    <a:lstStyle/>
                    <a:p>
                      <a:pPr marL="0" lvl="0" indent="0" algn="ctr" rtl="0">
                        <a:spcBef>
                          <a:spcPts val="0"/>
                        </a:spcBef>
                        <a:spcAft>
                          <a:spcPts val="0"/>
                        </a:spcAft>
                        <a:buNone/>
                      </a:pPr>
                      <a:endParaRPr sz="2400"/>
                    </a:p>
                  </a:txBody>
                  <a:tcPr marL="121900" marR="121900" marT="121900" marB="121900"/>
                </a:tc>
                <a:tc>
                  <a:txBody>
                    <a:bodyPr/>
                    <a:lstStyle/>
                    <a:p>
                      <a:pPr marL="0" lvl="0" indent="0" algn="ctr" rtl="0">
                        <a:spcBef>
                          <a:spcPts val="0"/>
                        </a:spcBef>
                        <a:spcAft>
                          <a:spcPts val="0"/>
                        </a:spcAft>
                        <a:buNone/>
                      </a:pPr>
                      <a:r>
                        <a:rPr lang="en" sz="2400" b="1"/>
                        <a:t>v1</a:t>
                      </a:r>
                      <a:endParaRPr sz="2400" b="1"/>
                    </a:p>
                  </a:txBody>
                  <a:tcPr marL="121900" marR="121900" marT="121900" marB="121900"/>
                </a:tc>
                <a:tc>
                  <a:txBody>
                    <a:bodyPr/>
                    <a:lstStyle/>
                    <a:p>
                      <a:pPr marL="0" lvl="0" indent="0" algn="ctr" rtl="0">
                        <a:spcBef>
                          <a:spcPts val="0"/>
                        </a:spcBef>
                        <a:spcAft>
                          <a:spcPts val="0"/>
                        </a:spcAft>
                        <a:buNone/>
                      </a:pPr>
                      <a:r>
                        <a:rPr lang="en" sz="2400" b="1"/>
                        <a:t>v2</a:t>
                      </a:r>
                      <a:endParaRPr sz="2400" b="1"/>
                    </a:p>
                  </a:txBody>
                  <a:tcPr marL="121900" marR="121900" marT="121900" marB="121900"/>
                </a:tc>
                <a:tc>
                  <a:txBody>
                    <a:bodyPr/>
                    <a:lstStyle/>
                    <a:p>
                      <a:pPr marL="0" lvl="0" indent="0" algn="ctr" rtl="0">
                        <a:spcBef>
                          <a:spcPts val="0"/>
                        </a:spcBef>
                        <a:spcAft>
                          <a:spcPts val="0"/>
                        </a:spcAft>
                        <a:buNone/>
                      </a:pPr>
                      <a:r>
                        <a:rPr lang="en" sz="2400" b="1"/>
                        <a:t>v3</a:t>
                      </a:r>
                      <a:endParaRPr sz="2400" b="1"/>
                    </a:p>
                  </a:txBody>
                  <a:tcPr marL="121900" marR="121900" marT="121900" marB="121900"/>
                </a:tc>
                <a:extLst>
                  <a:ext uri="{0D108BD9-81ED-4DB2-BD59-A6C34878D82A}">
                    <a16:rowId xmlns:a16="http://schemas.microsoft.com/office/drawing/2014/main" val="10000"/>
                  </a:ext>
                </a:extLst>
              </a:tr>
              <a:tr h="609560">
                <a:tc>
                  <a:txBody>
                    <a:bodyPr/>
                    <a:lstStyle/>
                    <a:p>
                      <a:pPr marL="0" lvl="0" indent="0" algn="ctr" rtl="0">
                        <a:spcBef>
                          <a:spcPts val="0"/>
                        </a:spcBef>
                        <a:spcAft>
                          <a:spcPts val="0"/>
                        </a:spcAft>
                        <a:buNone/>
                      </a:pPr>
                      <a:r>
                        <a:rPr lang="en" sz="2400" b="1"/>
                        <a:t>s1</a:t>
                      </a:r>
                      <a:endParaRPr sz="2400" b="1"/>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extLst>
                  <a:ext uri="{0D108BD9-81ED-4DB2-BD59-A6C34878D82A}">
                    <a16:rowId xmlns:a16="http://schemas.microsoft.com/office/drawing/2014/main" val="10001"/>
                  </a:ext>
                </a:extLst>
              </a:tr>
              <a:tr h="609560">
                <a:tc>
                  <a:txBody>
                    <a:bodyPr/>
                    <a:lstStyle/>
                    <a:p>
                      <a:pPr marL="0" lvl="0" indent="0" algn="ctr" rtl="0">
                        <a:spcBef>
                          <a:spcPts val="0"/>
                        </a:spcBef>
                        <a:spcAft>
                          <a:spcPts val="0"/>
                        </a:spcAft>
                        <a:buNone/>
                      </a:pPr>
                      <a:r>
                        <a:rPr lang="en" sz="2400" b="1"/>
                        <a:t>s2</a:t>
                      </a:r>
                      <a:endParaRPr sz="2400" b="1"/>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ctr" rtl="0">
                        <a:spcBef>
                          <a:spcPts val="0"/>
                        </a:spcBef>
                        <a:spcAft>
                          <a:spcPts val="0"/>
                        </a:spcAft>
                        <a:buNone/>
                      </a:pPr>
                      <a:r>
                        <a:rPr lang="en" sz="2400" b="1"/>
                        <a:t>s3</a:t>
                      </a:r>
                      <a:endParaRPr sz="2400" b="1"/>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extLst>
                  <a:ext uri="{0D108BD9-81ED-4DB2-BD59-A6C34878D82A}">
                    <a16:rowId xmlns:a16="http://schemas.microsoft.com/office/drawing/2014/main" val="10003"/>
                  </a:ext>
                </a:extLst>
              </a:tr>
              <a:tr h="609560">
                <a:tc>
                  <a:txBody>
                    <a:bodyPr/>
                    <a:lstStyle/>
                    <a:p>
                      <a:pPr marL="0" lvl="0" indent="0" algn="ctr" rtl="0">
                        <a:spcBef>
                          <a:spcPts val="0"/>
                        </a:spcBef>
                        <a:spcAft>
                          <a:spcPts val="0"/>
                        </a:spcAft>
                        <a:buNone/>
                      </a:pPr>
                      <a:r>
                        <a:rPr lang="en" sz="2400" b="1"/>
                        <a:t>s4</a:t>
                      </a:r>
                      <a:endParaRPr sz="2400" b="1"/>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tc>
                  <a:txBody>
                    <a:bodyPr/>
                    <a:lstStyle/>
                    <a:p>
                      <a:pPr marL="0" lvl="0" indent="0" algn="ctr" rtl="0">
                        <a:spcBef>
                          <a:spcPts val="0"/>
                        </a:spcBef>
                        <a:spcAft>
                          <a:spcPts val="0"/>
                        </a:spcAft>
                        <a:buNone/>
                      </a:pPr>
                      <a:r>
                        <a:rPr lang="en" sz="2400"/>
                        <a:t>0</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ctr" rtl="0">
                        <a:spcBef>
                          <a:spcPts val="0"/>
                        </a:spcBef>
                        <a:spcAft>
                          <a:spcPts val="0"/>
                        </a:spcAft>
                        <a:buNone/>
                      </a:pPr>
                      <a:r>
                        <a:rPr lang="en" sz="2400" b="1"/>
                        <a:t>s5</a:t>
                      </a:r>
                      <a:endParaRPr sz="2400" b="1"/>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tc>
                  <a:txBody>
                    <a:bodyPr/>
                    <a:lstStyle/>
                    <a:p>
                      <a:pPr marL="0" lvl="0" indent="0" algn="ctr" rtl="0">
                        <a:spcBef>
                          <a:spcPts val="0"/>
                        </a:spcBef>
                        <a:spcAft>
                          <a:spcPts val="0"/>
                        </a:spcAft>
                        <a:buNone/>
                      </a:pPr>
                      <a:r>
                        <a:rPr lang="en" sz="2400"/>
                        <a:t>1</a:t>
                      </a:r>
                      <a:endParaRPr sz="2400"/>
                    </a:p>
                  </a:txBody>
                  <a:tcPr marL="121900" marR="121900" marT="121900" marB="121900"/>
                </a:tc>
                <a:extLst>
                  <a:ext uri="{0D108BD9-81ED-4DB2-BD59-A6C34878D82A}">
                    <a16:rowId xmlns:a16="http://schemas.microsoft.com/office/drawing/2014/main" val="10005"/>
                  </a:ext>
                </a:extLst>
              </a:tr>
            </a:tbl>
          </a:graphicData>
        </a:graphic>
      </p:graphicFrame>
      <p:sp>
        <p:nvSpPr>
          <p:cNvPr id="290" name="Google Shape;290;p49"/>
          <p:cNvSpPr txBox="1"/>
          <p:nvPr/>
        </p:nvSpPr>
        <p:spPr>
          <a:xfrm>
            <a:off x="6096000" y="3156233"/>
            <a:ext cx="3346800" cy="2090400"/>
          </a:xfrm>
          <a:prstGeom prst="rect">
            <a:avLst/>
          </a:prstGeom>
          <a:noFill/>
          <a:ln>
            <a:noFill/>
          </a:ln>
        </p:spPr>
        <p:txBody>
          <a:bodyPr spcFirstLastPara="1" wrap="square" lIns="121900" tIns="121900" rIns="121900" bIns="121900" anchor="t" anchorCtr="0">
            <a:noAutofit/>
          </a:bodyPr>
          <a:lstStyle/>
          <a:p>
            <a:pPr marL="609585" indent="-457189">
              <a:lnSpc>
                <a:spcPct val="115000"/>
              </a:lnSpc>
              <a:spcBef>
                <a:spcPts val="800"/>
              </a:spcBef>
              <a:buClr>
                <a:srgbClr val="000000"/>
              </a:buClr>
              <a:buSzPts val="1800"/>
              <a:buFont typeface="Arial"/>
              <a:buChar char="●"/>
            </a:pPr>
            <a:r>
              <a:rPr lang="en" sz="2400"/>
              <a:t>s1 = {v1, v3}</a:t>
            </a:r>
            <a:endParaRPr sz="2400"/>
          </a:p>
          <a:p>
            <a:pPr marL="609585" indent="-457189">
              <a:lnSpc>
                <a:spcPct val="115000"/>
              </a:lnSpc>
              <a:buSzPts val="1800"/>
              <a:buChar char="●"/>
            </a:pPr>
            <a:r>
              <a:rPr lang="en" sz="2400"/>
              <a:t>s2 = {v1}</a:t>
            </a:r>
            <a:endParaRPr sz="2400"/>
          </a:p>
          <a:p>
            <a:pPr marL="609585" indent="-457189">
              <a:lnSpc>
                <a:spcPct val="115000"/>
              </a:lnSpc>
              <a:buSzPts val="1800"/>
              <a:buChar char="●"/>
            </a:pPr>
            <a:r>
              <a:rPr lang="en" sz="2400"/>
              <a:t>s3 = {v2, v3}</a:t>
            </a:r>
            <a:endParaRPr sz="2400"/>
          </a:p>
          <a:p>
            <a:pPr marL="609585" indent="-457189">
              <a:lnSpc>
                <a:spcPct val="115000"/>
              </a:lnSpc>
              <a:buSzPts val="1800"/>
              <a:buChar char="●"/>
            </a:pPr>
            <a:r>
              <a:rPr lang="en" sz="2400"/>
              <a:t>s4 = {v3}</a:t>
            </a:r>
            <a:endParaRPr sz="2400"/>
          </a:p>
          <a:p>
            <a:pPr marL="609585" indent="-423323">
              <a:lnSpc>
                <a:spcPct val="115000"/>
              </a:lnSpc>
              <a:buSzPts val="1400"/>
              <a:buChar char="●"/>
            </a:pPr>
            <a:r>
              <a:rPr lang="en" sz="2400"/>
              <a:t>S5 = {v1, v2, v3}  </a:t>
            </a:r>
            <a:endParaRPr sz="2400"/>
          </a:p>
          <a:p>
            <a:pPr marL="609585">
              <a:lnSpc>
                <a:spcPct val="90000"/>
              </a:lnSpc>
              <a:spcBef>
                <a:spcPts val="933"/>
              </a:spcBef>
            </a:pPr>
            <a:endParaRPr sz="24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
        <p:nvSpPr>
          <p:cNvPr id="291" name="Google Shape;291;p49"/>
          <p:cNvSpPr/>
          <p:nvPr/>
        </p:nvSpPr>
        <p:spPr>
          <a:xfrm>
            <a:off x="7220633" y="5606333"/>
            <a:ext cx="4780000" cy="1251600"/>
          </a:xfrm>
          <a:prstGeom prst="wedgeRoundRectCallout">
            <a:avLst>
              <a:gd name="adj1" fmla="val -63842"/>
              <a:gd name="adj2" fmla="val -4769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rgbClr val="980000"/>
                </a:solidFill>
              </a:rPr>
              <a:t>Observations across a set of binary variables can be represented as sets!</a:t>
            </a:r>
            <a:endParaRPr sz="2400">
              <a:solidFill>
                <a:srgbClr val="980000"/>
              </a:solidFill>
            </a:endParaRPr>
          </a:p>
        </p:txBody>
      </p:sp>
      <p:sp>
        <p:nvSpPr>
          <p:cNvPr id="2" name="TextBox 1">
            <a:extLst>
              <a:ext uri="{FF2B5EF4-FFF2-40B4-BE49-F238E27FC236}">
                <a16:creationId xmlns:a16="http://schemas.microsoft.com/office/drawing/2014/main" id="{C3899E5A-7699-4D9A-BF1E-46B0C710698D}"/>
              </a:ext>
            </a:extLst>
          </p:cNvPr>
          <p:cNvSpPr txBox="1"/>
          <p:nvPr/>
        </p:nvSpPr>
        <p:spPr>
          <a:xfrm>
            <a:off x="2005158" y="3059668"/>
            <a:ext cx="2873479" cy="369332"/>
          </a:xfrm>
          <a:prstGeom prst="rect">
            <a:avLst/>
          </a:prstGeom>
          <a:noFill/>
        </p:spPr>
        <p:txBody>
          <a:bodyPr wrap="none" rtlCol="0">
            <a:spAutoFit/>
          </a:bodyPr>
          <a:lstStyle/>
          <a:p>
            <a:r>
              <a:rPr lang="en-US"/>
              <a:t>Gender    Smoker      Cancer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128E-41D1-4D73-9ED6-936FB796C5F8}"/>
              </a:ext>
            </a:extLst>
          </p:cNvPr>
          <p:cNvSpPr>
            <a:spLocks noGrp="1"/>
          </p:cNvSpPr>
          <p:nvPr>
            <p:ph type="title"/>
          </p:nvPr>
        </p:nvSpPr>
        <p:spPr>
          <a:xfrm>
            <a:off x="200996" y="130800"/>
            <a:ext cx="11360800" cy="763600"/>
          </a:xfrm>
        </p:spPr>
        <p:txBody>
          <a:bodyPr/>
          <a:lstStyle/>
          <a:p>
            <a:r>
              <a:rPr lang="en-US"/>
              <a:t>Example</a:t>
            </a:r>
          </a:p>
        </p:txBody>
      </p:sp>
      <p:pic>
        <p:nvPicPr>
          <p:cNvPr id="4" name="Picture 3">
            <a:extLst>
              <a:ext uri="{FF2B5EF4-FFF2-40B4-BE49-F238E27FC236}">
                <a16:creationId xmlns:a16="http://schemas.microsoft.com/office/drawing/2014/main" id="{24F6C2E2-6200-427F-AE43-F6754FF86323}"/>
              </a:ext>
            </a:extLst>
          </p:cNvPr>
          <p:cNvPicPr>
            <a:picLocks noChangeAspect="1"/>
          </p:cNvPicPr>
          <p:nvPr/>
        </p:nvPicPr>
        <p:blipFill>
          <a:blip r:embed="rId2"/>
          <a:stretch>
            <a:fillRect/>
          </a:stretch>
        </p:blipFill>
        <p:spPr>
          <a:xfrm>
            <a:off x="1538287" y="1152227"/>
            <a:ext cx="9115425" cy="1952625"/>
          </a:xfrm>
          <a:prstGeom prst="rect">
            <a:avLst/>
          </a:prstGeom>
        </p:spPr>
      </p:pic>
      <p:pic>
        <p:nvPicPr>
          <p:cNvPr id="5" name="Picture 4">
            <a:extLst>
              <a:ext uri="{FF2B5EF4-FFF2-40B4-BE49-F238E27FC236}">
                <a16:creationId xmlns:a16="http://schemas.microsoft.com/office/drawing/2014/main" id="{1033E4D0-6F6F-4CA3-AE8F-F77232F15A18}"/>
              </a:ext>
            </a:extLst>
          </p:cNvPr>
          <p:cNvPicPr>
            <a:picLocks noChangeAspect="1"/>
          </p:cNvPicPr>
          <p:nvPr/>
        </p:nvPicPr>
        <p:blipFill>
          <a:blip r:embed="rId3"/>
          <a:stretch>
            <a:fillRect/>
          </a:stretch>
        </p:blipFill>
        <p:spPr>
          <a:xfrm>
            <a:off x="1403091" y="3557205"/>
            <a:ext cx="9105900" cy="2990850"/>
          </a:xfrm>
          <a:prstGeom prst="rect">
            <a:avLst/>
          </a:prstGeom>
        </p:spPr>
      </p:pic>
    </p:spTree>
    <p:extLst>
      <p:ext uri="{BB962C8B-B14F-4D97-AF65-F5344CB8AC3E}">
        <p14:creationId xmlns:p14="http://schemas.microsoft.com/office/powerpoint/2010/main" val="26253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Jaccard Index (a.k.a. Jaccard Coefficient)</a:t>
            </a:r>
            <a:endParaRPr>
              <a:solidFill>
                <a:srgbClr val="1155CC"/>
              </a:solidFill>
            </a:endParaRPr>
          </a:p>
        </p:txBody>
      </p:sp>
      <p:pic>
        <p:nvPicPr>
          <p:cNvPr id="339" name="Google Shape;339;p58"/>
          <p:cNvPicPr preferRelativeResize="0"/>
          <p:nvPr/>
        </p:nvPicPr>
        <p:blipFill>
          <a:blip r:embed="rId3">
            <a:alphaModFix/>
          </a:blip>
          <a:stretch>
            <a:fillRect/>
          </a:stretch>
        </p:blipFill>
        <p:spPr>
          <a:xfrm>
            <a:off x="282433" y="1009534"/>
            <a:ext cx="4975736" cy="2798865"/>
          </a:xfrm>
          <a:prstGeom prst="rect">
            <a:avLst/>
          </a:prstGeom>
          <a:noFill/>
          <a:ln>
            <a:noFill/>
          </a:ln>
        </p:spPr>
      </p:pic>
      <p:sp>
        <p:nvSpPr>
          <p:cNvPr id="340" name="Google Shape;340;p58"/>
          <p:cNvSpPr/>
          <p:nvPr/>
        </p:nvSpPr>
        <p:spPr>
          <a:xfrm>
            <a:off x="853233" y="5239767"/>
            <a:ext cx="2827200" cy="958400"/>
          </a:xfrm>
          <a:prstGeom prst="wedgeRoundRectCallout">
            <a:avLst>
              <a:gd name="adj1" fmla="val 2543"/>
              <a:gd name="adj2" fmla="val -20777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solidFill>
                  <a:srgbClr val="980000"/>
                </a:solidFill>
              </a:rPr>
              <a:t>Set representation</a:t>
            </a:r>
            <a:endParaRPr sz="2400">
              <a:solidFill>
                <a:srgbClr val="980000"/>
              </a:solidFill>
            </a:endParaRPr>
          </a:p>
        </p:txBody>
      </p:sp>
      <p:sp>
        <p:nvSpPr>
          <p:cNvPr id="341" name="Google Shape;341;p58"/>
          <p:cNvSpPr/>
          <p:nvPr/>
        </p:nvSpPr>
        <p:spPr>
          <a:xfrm>
            <a:off x="6172667" y="1225600"/>
            <a:ext cx="3271600" cy="958400"/>
          </a:xfrm>
          <a:prstGeom prst="wedgeRoundRectCallout">
            <a:avLst>
              <a:gd name="adj1" fmla="val 11720"/>
              <a:gd name="adj2" fmla="val 15639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solidFill>
                  <a:srgbClr val="980000"/>
                </a:solidFill>
              </a:rPr>
              <a:t>Contingency table representation</a:t>
            </a:r>
            <a:endParaRPr sz="2400">
              <a:solidFill>
                <a:srgbClr val="980000"/>
              </a:solidFill>
            </a:endParaRPr>
          </a:p>
        </p:txBody>
      </p:sp>
      <p:pic>
        <p:nvPicPr>
          <p:cNvPr id="342" name="Google Shape;342;p58"/>
          <p:cNvPicPr preferRelativeResize="0"/>
          <p:nvPr/>
        </p:nvPicPr>
        <p:blipFill>
          <a:blip r:embed="rId4">
            <a:alphaModFix/>
          </a:blip>
          <a:stretch>
            <a:fillRect/>
          </a:stretch>
        </p:blipFill>
        <p:spPr>
          <a:xfrm>
            <a:off x="4607534" y="3229267"/>
            <a:ext cx="7437468" cy="345766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9"/>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Information Theoretic Measures of Assocation</a:t>
            </a:r>
            <a:endParaRPr>
              <a:solidFill>
                <a:srgbClr val="1155CC"/>
              </a:solidFill>
            </a:endParaRPr>
          </a:p>
        </p:txBody>
      </p:sp>
      <p:sp>
        <p:nvSpPr>
          <p:cNvPr id="348" name="Google Shape;348;p59"/>
          <p:cNvSpPr txBox="1"/>
          <p:nvPr/>
        </p:nvSpPr>
        <p:spPr>
          <a:xfrm>
            <a:off x="124200" y="897167"/>
            <a:ext cx="11518400" cy="5770000"/>
          </a:xfrm>
          <a:prstGeom prst="rect">
            <a:avLst/>
          </a:prstGeom>
          <a:noFill/>
          <a:ln>
            <a:noFill/>
          </a:ln>
        </p:spPr>
        <p:txBody>
          <a:bodyPr spcFirstLastPara="1" wrap="square" lIns="121900" tIns="121900" rIns="121900" bIns="121900" anchor="t" anchorCtr="0">
            <a:noAutofit/>
          </a:bodyPr>
          <a:lstStyle/>
          <a:p>
            <a:pPr marL="609585" indent="-507987">
              <a:lnSpc>
                <a:spcPct val="115000"/>
              </a:lnSpc>
              <a:spcBef>
                <a:spcPts val="400"/>
              </a:spcBef>
              <a:buSzPts val="2400"/>
              <a:buChar char="●"/>
            </a:pPr>
            <a:r>
              <a:rPr lang="en" sz="3200">
                <a:solidFill>
                  <a:schemeClr val="dk1"/>
                </a:solidFill>
              </a:rPr>
              <a:t>Information theory was developed in the context of communicating information</a:t>
            </a:r>
            <a:endParaRPr sz="3200">
              <a:solidFill>
                <a:srgbClr val="0C7B9C"/>
              </a:solidFill>
            </a:endParaRPr>
          </a:p>
          <a:p>
            <a:pPr marL="1219170" lvl="1" indent="-457189">
              <a:lnSpc>
                <a:spcPct val="115000"/>
              </a:lnSpc>
              <a:buSzPts val="1800"/>
              <a:buChar char="○"/>
            </a:pPr>
            <a:r>
              <a:rPr lang="en" sz="2400">
                <a:solidFill>
                  <a:schemeClr val="dk1"/>
                </a:solidFill>
              </a:rPr>
              <a:t>It turned out to be really useful in probabilistic modeling of associations as well</a:t>
            </a:r>
            <a:endParaRPr sz="2400">
              <a:solidFill>
                <a:schemeClr val="dk1"/>
              </a:solidFill>
            </a:endParaRPr>
          </a:p>
          <a:p>
            <a:pPr marL="1219170" lvl="1" indent="-457189">
              <a:lnSpc>
                <a:spcPct val="115000"/>
              </a:lnSpc>
              <a:buClr>
                <a:schemeClr val="dk1"/>
              </a:buClr>
              <a:buSzPts val="1800"/>
              <a:buChar char="○"/>
            </a:pPr>
            <a:r>
              <a:rPr lang="en" sz="2400">
                <a:solidFill>
                  <a:schemeClr val="dk1"/>
                </a:solidFill>
              </a:rPr>
              <a:t>Mutual information </a:t>
            </a:r>
            <a:endParaRPr sz="2400">
              <a:solidFill>
                <a:schemeClr val="dk1"/>
              </a:solidFill>
            </a:endParaRPr>
          </a:p>
          <a:p>
            <a:pPr marL="1219170" lvl="1" indent="-457189">
              <a:lnSpc>
                <a:spcPct val="115000"/>
              </a:lnSpc>
              <a:buClr>
                <a:schemeClr val="dk1"/>
              </a:buClr>
              <a:buSzPts val="1800"/>
              <a:buChar char="○"/>
            </a:pPr>
            <a:r>
              <a:rPr lang="en" sz="2400">
                <a:solidFill>
                  <a:schemeClr val="dk1"/>
                </a:solidFill>
              </a:rPr>
              <a:t>Maximal Information Coefficient (MIC) </a:t>
            </a:r>
            <a:endParaRPr sz="2400">
              <a:solidFill>
                <a:schemeClr val="dk1"/>
              </a:solidFill>
            </a:endParaRPr>
          </a:p>
          <a:p>
            <a:pPr marL="609585" indent="-507987">
              <a:lnSpc>
                <a:spcPct val="115000"/>
              </a:lnSpc>
              <a:buClr>
                <a:schemeClr val="dk1"/>
              </a:buClr>
              <a:buSzPts val="2400"/>
              <a:buChar char="●"/>
            </a:pPr>
            <a:r>
              <a:rPr lang="en" sz="3200">
                <a:solidFill>
                  <a:schemeClr val="dk1"/>
                </a:solidFill>
              </a:rPr>
              <a:t>Information-theoretic measures can naturally handle non-linear relationships</a:t>
            </a:r>
            <a:endParaRPr sz="3200">
              <a:solidFill>
                <a:schemeClr val="dk1"/>
              </a:solidFill>
            </a:endParaRPr>
          </a:p>
          <a:p>
            <a:pPr marL="1219170" lvl="1" indent="-457189">
              <a:lnSpc>
                <a:spcPct val="115000"/>
              </a:lnSpc>
              <a:buClr>
                <a:schemeClr val="dk1"/>
              </a:buClr>
              <a:buSzPts val="1800"/>
              <a:buChar char="○"/>
            </a:pPr>
            <a:r>
              <a:rPr lang="en" sz="2400">
                <a:solidFill>
                  <a:schemeClr val="dk1"/>
                </a:solidFill>
              </a:rPr>
              <a:t>Thus do not have a notion of “direction of the relationship”</a:t>
            </a:r>
            <a:endParaRPr sz="3200">
              <a:solidFill>
                <a:schemeClr val="dk1"/>
              </a:solidFill>
            </a:endParaRPr>
          </a:p>
          <a:p>
            <a:pPr marL="609585" indent="-507987">
              <a:lnSpc>
                <a:spcPct val="115000"/>
              </a:lnSpc>
              <a:buSzPts val="2400"/>
              <a:buChar char="●"/>
            </a:pPr>
            <a:r>
              <a:rPr lang="en" sz="3200">
                <a:solidFill>
                  <a:schemeClr val="dk1"/>
                </a:solidFill>
              </a:rPr>
              <a:t>Can be complicated and time intensive to compute</a:t>
            </a:r>
            <a:endParaRPr sz="3200"/>
          </a:p>
          <a:p>
            <a:pPr marL="609585">
              <a:lnSpc>
                <a:spcPct val="90000"/>
              </a:lnSpc>
              <a:spcBef>
                <a:spcPts val="933"/>
              </a:spcBef>
            </a:pPr>
            <a:endParaRPr sz="32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E835-C402-42E7-A4F0-21EB95A24351}"/>
              </a:ext>
            </a:extLst>
          </p:cNvPr>
          <p:cNvSpPr>
            <a:spLocks noGrp="1"/>
          </p:cNvSpPr>
          <p:nvPr>
            <p:ph type="title"/>
          </p:nvPr>
        </p:nvSpPr>
        <p:spPr>
          <a:xfrm>
            <a:off x="121986" y="131973"/>
            <a:ext cx="11360800" cy="763600"/>
          </a:xfrm>
        </p:spPr>
        <p:txBody>
          <a:bodyPr/>
          <a:lstStyle/>
          <a:p>
            <a:r>
              <a:rPr lang="en-US">
                <a:solidFill>
                  <a:schemeClr val="accent1"/>
                </a:solidFill>
              </a:rPr>
              <a:t>Entropy</a:t>
            </a:r>
          </a:p>
        </p:txBody>
      </p:sp>
      <p:sp>
        <p:nvSpPr>
          <p:cNvPr id="3" name="Text Placeholder 2">
            <a:extLst>
              <a:ext uri="{FF2B5EF4-FFF2-40B4-BE49-F238E27FC236}">
                <a16:creationId xmlns:a16="http://schemas.microsoft.com/office/drawing/2014/main" id="{6719DD2B-2AF2-4E82-B71F-4075B8A49739}"/>
              </a:ext>
            </a:extLst>
          </p:cNvPr>
          <p:cNvSpPr>
            <a:spLocks noGrp="1"/>
          </p:cNvSpPr>
          <p:nvPr>
            <p:ph type="body" idx="1"/>
          </p:nvPr>
        </p:nvSpPr>
        <p:spPr>
          <a:xfrm>
            <a:off x="298154" y="1310131"/>
            <a:ext cx="8980070" cy="5415896"/>
          </a:xfrm>
        </p:spPr>
        <p:txBody>
          <a:bodyPr/>
          <a:lstStyle/>
          <a:p>
            <a:r>
              <a:rPr lang="en-US"/>
              <a:t>Imagine two machines that produce alphabets ABCD</a:t>
            </a:r>
          </a:p>
          <a:p>
            <a:endParaRPr lang="en-US"/>
          </a:p>
          <a:p>
            <a:r>
              <a:rPr lang="en-US"/>
              <a:t>Which machine produce more information?</a:t>
            </a:r>
          </a:p>
          <a:p>
            <a:endParaRPr lang="en-US"/>
          </a:p>
          <a:p>
            <a:r>
              <a:rPr lang="en-US"/>
              <a:t>Shannon rephrase: If you had to predict the next symbol , what is the minimum number of Yes/No questions you would expect to ask?</a:t>
            </a:r>
          </a:p>
          <a:p>
            <a:endParaRPr lang="en-US"/>
          </a:p>
          <a:p>
            <a:endParaRPr lang="en-US"/>
          </a:p>
          <a:p>
            <a:r>
              <a:rPr lang="en-US"/>
              <a:t>The most efficient way is to divide the possibilities in half</a:t>
            </a:r>
          </a:p>
          <a:p>
            <a:endParaRPr lang="en-US"/>
          </a:p>
          <a:p>
            <a:endParaRPr lang="en-US"/>
          </a:p>
          <a:p>
            <a:endParaRPr lang="en-US"/>
          </a:p>
          <a:p>
            <a:endParaRPr lang="en-US"/>
          </a:p>
          <a:p>
            <a:endParaRPr lang="en-US"/>
          </a:p>
          <a:p>
            <a:endParaRPr lang="en-US"/>
          </a:p>
        </p:txBody>
      </p:sp>
      <p:grpSp>
        <p:nvGrpSpPr>
          <p:cNvPr id="16" name="Group 15">
            <a:extLst>
              <a:ext uri="{FF2B5EF4-FFF2-40B4-BE49-F238E27FC236}">
                <a16:creationId xmlns:a16="http://schemas.microsoft.com/office/drawing/2014/main" id="{748A5975-3720-41F2-B33F-FE2CCFFDC963}"/>
              </a:ext>
            </a:extLst>
          </p:cNvPr>
          <p:cNvGrpSpPr/>
          <p:nvPr/>
        </p:nvGrpSpPr>
        <p:grpSpPr>
          <a:xfrm>
            <a:off x="8919640" y="2424076"/>
            <a:ext cx="3112862" cy="3966049"/>
            <a:chOff x="8919640" y="2424076"/>
            <a:chExt cx="3112862" cy="3966049"/>
          </a:xfrm>
        </p:grpSpPr>
        <p:pic>
          <p:nvPicPr>
            <p:cNvPr id="4" name="Picture 3">
              <a:extLst>
                <a:ext uri="{FF2B5EF4-FFF2-40B4-BE49-F238E27FC236}">
                  <a16:creationId xmlns:a16="http://schemas.microsoft.com/office/drawing/2014/main" id="{FD22A594-2E59-4D3C-BB95-47612E2144D9}"/>
                </a:ext>
              </a:extLst>
            </p:cNvPr>
            <p:cNvPicPr>
              <a:picLocks noChangeAspect="1"/>
            </p:cNvPicPr>
            <p:nvPr/>
          </p:nvPicPr>
          <p:blipFill>
            <a:blip r:embed="rId2"/>
            <a:stretch>
              <a:fillRect/>
            </a:stretch>
          </p:blipFill>
          <p:spPr>
            <a:xfrm>
              <a:off x="10006622" y="2424076"/>
              <a:ext cx="2025880" cy="3966049"/>
            </a:xfrm>
            <a:prstGeom prst="rect">
              <a:avLst/>
            </a:prstGeom>
          </p:spPr>
        </p:pic>
        <p:sp>
          <p:nvSpPr>
            <p:cNvPr id="5" name="TextBox 4">
              <a:extLst>
                <a:ext uri="{FF2B5EF4-FFF2-40B4-BE49-F238E27FC236}">
                  <a16:creationId xmlns:a16="http://schemas.microsoft.com/office/drawing/2014/main" id="{FFA87F71-073E-47FD-823B-1F38884C8542}"/>
                </a:ext>
              </a:extLst>
            </p:cNvPr>
            <p:cNvSpPr txBox="1"/>
            <p:nvPr/>
          </p:nvSpPr>
          <p:spPr>
            <a:xfrm>
              <a:off x="8919640" y="2424076"/>
              <a:ext cx="1172116" cy="2862322"/>
            </a:xfrm>
            <a:prstGeom prst="rect">
              <a:avLst/>
            </a:prstGeom>
            <a:noFill/>
          </p:spPr>
          <p:txBody>
            <a:bodyPr wrap="none" rtlCol="0">
              <a:spAutoFit/>
            </a:bodyPr>
            <a:lstStyle/>
            <a:p>
              <a:r>
                <a:rPr lang="en-US"/>
                <a:t>Machine 1</a:t>
              </a:r>
            </a:p>
            <a:p>
              <a:endParaRPr lang="en-US"/>
            </a:p>
            <a:p>
              <a:endParaRPr lang="en-US"/>
            </a:p>
            <a:p>
              <a:endParaRPr lang="en-US"/>
            </a:p>
            <a:p>
              <a:endParaRPr lang="en-US"/>
            </a:p>
            <a:p>
              <a:endParaRPr lang="en-US"/>
            </a:p>
            <a:p>
              <a:endParaRPr lang="en-US"/>
            </a:p>
            <a:p>
              <a:endParaRPr lang="en-US"/>
            </a:p>
            <a:p>
              <a:endParaRPr lang="en-US"/>
            </a:p>
            <a:p>
              <a:r>
                <a:rPr lang="en-US"/>
                <a:t>Machine 2</a:t>
              </a:r>
            </a:p>
          </p:txBody>
        </p:sp>
      </p:grpSp>
      <p:grpSp>
        <p:nvGrpSpPr>
          <p:cNvPr id="15" name="Group 14">
            <a:extLst>
              <a:ext uri="{FF2B5EF4-FFF2-40B4-BE49-F238E27FC236}">
                <a16:creationId xmlns:a16="http://schemas.microsoft.com/office/drawing/2014/main" id="{A435F7F2-1CA6-4ADE-881A-A984FAD92E21}"/>
              </a:ext>
            </a:extLst>
          </p:cNvPr>
          <p:cNvGrpSpPr/>
          <p:nvPr/>
        </p:nvGrpSpPr>
        <p:grpSpPr>
          <a:xfrm>
            <a:off x="6387458" y="3823398"/>
            <a:ext cx="1398140" cy="1167403"/>
            <a:chOff x="6570338" y="4118995"/>
            <a:chExt cx="1398140" cy="1167403"/>
          </a:xfrm>
        </p:grpSpPr>
        <p:sp>
          <p:nvSpPr>
            <p:cNvPr id="6" name="TextBox 5">
              <a:extLst>
                <a:ext uri="{FF2B5EF4-FFF2-40B4-BE49-F238E27FC236}">
                  <a16:creationId xmlns:a16="http://schemas.microsoft.com/office/drawing/2014/main" id="{D81A9E78-A54F-4778-B32D-CBFD5C64E10D}"/>
                </a:ext>
              </a:extLst>
            </p:cNvPr>
            <p:cNvSpPr txBox="1"/>
            <p:nvPr/>
          </p:nvSpPr>
          <p:spPr>
            <a:xfrm>
              <a:off x="6597694" y="4118995"/>
              <a:ext cx="1305165" cy="369332"/>
            </a:xfrm>
            <a:prstGeom prst="rect">
              <a:avLst/>
            </a:prstGeom>
            <a:noFill/>
          </p:spPr>
          <p:txBody>
            <a:bodyPr wrap="none" rtlCol="0">
              <a:spAutoFit/>
            </a:bodyPr>
            <a:lstStyle/>
            <a:p>
              <a:r>
                <a:rPr lang="en-US"/>
                <a:t>Is it _____? </a:t>
              </a:r>
            </a:p>
          </p:txBody>
        </p:sp>
        <p:cxnSp>
          <p:nvCxnSpPr>
            <p:cNvPr id="8" name="Straight Arrow Connector 7">
              <a:extLst>
                <a:ext uri="{FF2B5EF4-FFF2-40B4-BE49-F238E27FC236}">
                  <a16:creationId xmlns:a16="http://schemas.microsoft.com/office/drawing/2014/main" id="{ED8FAD9E-AD71-4FF0-A270-4A9EFBAED481}"/>
                </a:ext>
              </a:extLst>
            </p:cNvPr>
            <p:cNvCxnSpPr/>
            <p:nvPr/>
          </p:nvCxnSpPr>
          <p:spPr>
            <a:xfrm flipH="1">
              <a:off x="6853806" y="4513277"/>
              <a:ext cx="369115" cy="511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E67D8E0-EB40-4203-A584-B66F3CF62015}"/>
                </a:ext>
              </a:extLst>
            </p:cNvPr>
            <p:cNvCxnSpPr>
              <a:cxnSpLocks/>
            </p:cNvCxnSpPr>
            <p:nvPr/>
          </p:nvCxnSpPr>
          <p:spPr>
            <a:xfrm>
              <a:off x="7250276" y="4513277"/>
              <a:ext cx="400484" cy="511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1D4EBEA-0018-43FF-B85F-23552835693F}"/>
                </a:ext>
              </a:extLst>
            </p:cNvPr>
            <p:cNvSpPr txBox="1"/>
            <p:nvPr/>
          </p:nvSpPr>
          <p:spPr>
            <a:xfrm>
              <a:off x="6570338" y="4917066"/>
              <a:ext cx="1398140" cy="369332"/>
            </a:xfrm>
            <a:prstGeom prst="rect">
              <a:avLst/>
            </a:prstGeom>
            <a:noFill/>
          </p:spPr>
          <p:txBody>
            <a:bodyPr wrap="none" rtlCol="0">
              <a:spAutoFit/>
            </a:bodyPr>
            <a:lstStyle/>
            <a:p>
              <a:r>
                <a:rPr lang="en-US"/>
                <a:t>Y                  N</a:t>
              </a:r>
            </a:p>
          </p:txBody>
        </p:sp>
      </p:grpSp>
    </p:spTree>
    <p:extLst>
      <p:ext uri="{BB962C8B-B14F-4D97-AF65-F5344CB8AC3E}">
        <p14:creationId xmlns:p14="http://schemas.microsoft.com/office/powerpoint/2010/main" val="19349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AC9D2-8130-48FA-902B-F94480433DB1}"/>
              </a:ext>
            </a:extLst>
          </p:cNvPr>
          <p:cNvSpPr>
            <a:spLocks noGrp="1"/>
          </p:cNvSpPr>
          <p:nvPr>
            <p:ph type="title"/>
          </p:nvPr>
        </p:nvSpPr>
        <p:spPr>
          <a:xfrm>
            <a:off x="163930" y="81639"/>
            <a:ext cx="11360800" cy="763600"/>
          </a:xfrm>
        </p:spPr>
        <p:txBody>
          <a:bodyPr/>
          <a:lstStyle/>
          <a:p>
            <a:r>
              <a:rPr lang="en-US">
                <a:solidFill>
                  <a:schemeClr val="accent1"/>
                </a:solidFill>
              </a:rPr>
              <a:t>Entropy</a:t>
            </a:r>
            <a:endParaRPr lang="en-US"/>
          </a:p>
        </p:txBody>
      </p:sp>
      <p:grpSp>
        <p:nvGrpSpPr>
          <p:cNvPr id="4" name="Group 3">
            <a:extLst>
              <a:ext uri="{FF2B5EF4-FFF2-40B4-BE49-F238E27FC236}">
                <a16:creationId xmlns:a16="http://schemas.microsoft.com/office/drawing/2014/main" id="{4219519D-7DC9-4DBD-A105-A8E81570CABE}"/>
              </a:ext>
            </a:extLst>
          </p:cNvPr>
          <p:cNvGrpSpPr/>
          <p:nvPr/>
        </p:nvGrpSpPr>
        <p:grpSpPr>
          <a:xfrm>
            <a:off x="8915208" y="670777"/>
            <a:ext cx="3112862" cy="3966049"/>
            <a:chOff x="8919640" y="2424076"/>
            <a:chExt cx="3112862" cy="3966049"/>
          </a:xfrm>
        </p:grpSpPr>
        <p:pic>
          <p:nvPicPr>
            <p:cNvPr id="5" name="Picture 4">
              <a:extLst>
                <a:ext uri="{FF2B5EF4-FFF2-40B4-BE49-F238E27FC236}">
                  <a16:creationId xmlns:a16="http://schemas.microsoft.com/office/drawing/2014/main" id="{5A4BD142-D07D-47AF-8620-1BAD4B480308}"/>
                </a:ext>
              </a:extLst>
            </p:cNvPr>
            <p:cNvPicPr>
              <a:picLocks noChangeAspect="1"/>
            </p:cNvPicPr>
            <p:nvPr/>
          </p:nvPicPr>
          <p:blipFill>
            <a:blip r:embed="rId2"/>
            <a:stretch>
              <a:fillRect/>
            </a:stretch>
          </p:blipFill>
          <p:spPr>
            <a:xfrm>
              <a:off x="10006622" y="2424076"/>
              <a:ext cx="2025880" cy="3966049"/>
            </a:xfrm>
            <a:prstGeom prst="rect">
              <a:avLst/>
            </a:prstGeom>
          </p:spPr>
        </p:pic>
        <p:sp>
          <p:nvSpPr>
            <p:cNvPr id="6" name="TextBox 5">
              <a:extLst>
                <a:ext uri="{FF2B5EF4-FFF2-40B4-BE49-F238E27FC236}">
                  <a16:creationId xmlns:a16="http://schemas.microsoft.com/office/drawing/2014/main" id="{6BC3E35C-A057-4CEF-8DE7-78EBA6501507}"/>
                </a:ext>
              </a:extLst>
            </p:cNvPr>
            <p:cNvSpPr txBox="1"/>
            <p:nvPr/>
          </p:nvSpPr>
          <p:spPr>
            <a:xfrm>
              <a:off x="8919640" y="2424076"/>
              <a:ext cx="1172116" cy="2862322"/>
            </a:xfrm>
            <a:prstGeom prst="rect">
              <a:avLst/>
            </a:prstGeom>
            <a:noFill/>
          </p:spPr>
          <p:txBody>
            <a:bodyPr wrap="none" rtlCol="0">
              <a:spAutoFit/>
            </a:bodyPr>
            <a:lstStyle/>
            <a:p>
              <a:r>
                <a:rPr lang="en-US"/>
                <a:t>Machine 1</a:t>
              </a:r>
            </a:p>
            <a:p>
              <a:endParaRPr lang="en-US"/>
            </a:p>
            <a:p>
              <a:endParaRPr lang="en-US"/>
            </a:p>
            <a:p>
              <a:endParaRPr lang="en-US"/>
            </a:p>
            <a:p>
              <a:endParaRPr lang="en-US"/>
            </a:p>
            <a:p>
              <a:endParaRPr lang="en-US"/>
            </a:p>
            <a:p>
              <a:endParaRPr lang="en-US"/>
            </a:p>
            <a:p>
              <a:endParaRPr lang="en-US"/>
            </a:p>
            <a:p>
              <a:endParaRPr lang="en-US"/>
            </a:p>
            <a:p>
              <a:r>
                <a:rPr lang="en-US"/>
                <a:t>Machine 2</a:t>
              </a:r>
            </a:p>
          </p:txBody>
        </p:sp>
      </p:grpSp>
      <p:pic>
        <p:nvPicPr>
          <p:cNvPr id="7" name="Picture 6">
            <a:extLst>
              <a:ext uri="{FF2B5EF4-FFF2-40B4-BE49-F238E27FC236}">
                <a16:creationId xmlns:a16="http://schemas.microsoft.com/office/drawing/2014/main" id="{B9A2BDDF-4A13-4701-9197-28E296F645F9}"/>
              </a:ext>
            </a:extLst>
          </p:cNvPr>
          <p:cNvPicPr>
            <a:picLocks noChangeAspect="1"/>
          </p:cNvPicPr>
          <p:nvPr/>
        </p:nvPicPr>
        <p:blipFill>
          <a:blip r:embed="rId3"/>
          <a:stretch>
            <a:fillRect/>
          </a:stretch>
        </p:blipFill>
        <p:spPr>
          <a:xfrm>
            <a:off x="1448725" y="1062780"/>
            <a:ext cx="2506780" cy="1711947"/>
          </a:xfrm>
          <a:prstGeom prst="rect">
            <a:avLst/>
          </a:prstGeom>
        </p:spPr>
      </p:pic>
      <p:pic>
        <p:nvPicPr>
          <p:cNvPr id="8" name="Picture 7">
            <a:extLst>
              <a:ext uri="{FF2B5EF4-FFF2-40B4-BE49-F238E27FC236}">
                <a16:creationId xmlns:a16="http://schemas.microsoft.com/office/drawing/2014/main" id="{523EACB8-B126-4B9B-A934-58C5D873CD4F}"/>
              </a:ext>
            </a:extLst>
          </p:cNvPr>
          <p:cNvPicPr>
            <a:picLocks noChangeAspect="1"/>
          </p:cNvPicPr>
          <p:nvPr/>
        </p:nvPicPr>
        <p:blipFill>
          <a:blip r:embed="rId4"/>
          <a:stretch>
            <a:fillRect/>
          </a:stretch>
        </p:blipFill>
        <p:spPr>
          <a:xfrm>
            <a:off x="982000" y="2758905"/>
            <a:ext cx="933450" cy="466725"/>
          </a:xfrm>
          <a:prstGeom prst="rect">
            <a:avLst/>
          </a:prstGeom>
        </p:spPr>
      </p:pic>
      <p:pic>
        <p:nvPicPr>
          <p:cNvPr id="9" name="Picture 8">
            <a:extLst>
              <a:ext uri="{FF2B5EF4-FFF2-40B4-BE49-F238E27FC236}">
                <a16:creationId xmlns:a16="http://schemas.microsoft.com/office/drawing/2014/main" id="{0DA36162-2BE6-4672-9351-36B2A3241206}"/>
              </a:ext>
            </a:extLst>
          </p:cNvPr>
          <p:cNvPicPr>
            <a:picLocks noChangeAspect="1"/>
          </p:cNvPicPr>
          <p:nvPr/>
        </p:nvPicPr>
        <p:blipFill>
          <a:blip r:embed="rId5"/>
          <a:stretch>
            <a:fillRect/>
          </a:stretch>
        </p:blipFill>
        <p:spPr>
          <a:xfrm>
            <a:off x="284522" y="3225630"/>
            <a:ext cx="2328406" cy="1487778"/>
          </a:xfrm>
          <a:prstGeom prst="rect">
            <a:avLst/>
          </a:prstGeom>
        </p:spPr>
      </p:pic>
      <p:sp>
        <p:nvSpPr>
          <p:cNvPr id="10" name="TextBox 9">
            <a:extLst>
              <a:ext uri="{FF2B5EF4-FFF2-40B4-BE49-F238E27FC236}">
                <a16:creationId xmlns:a16="http://schemas.microsoft.com/office/drawing/2014/main" id="{A049A0E3-C35B-4D46-B05B-9128574716E6}"/>
              </a:ext>
            </a:extLst>
          </p:cNvPr>
          <p:cNvSpPr txBox="1"/>
          <p:nvPr/>
        </p:nvSpPr>
        <p:spPr>
          <a:xfrm>
            <a:off x="4108178" y="1147243"/>
            <a:ext cx="5357108" cy="369332"/>
          </a:xfrm>
          <a:prstGeom prst="rect">
            <a:avLst/>
          </a:prstGeom>
          <a:noFill/>
        </p:spPr>
        <p:txBody>
          <a:bodyPr wrap="none" rtlCol="0">
            <a:spAutoFit/>
          </a:bodyPr>
          <a:lstStyle/>
          <a:p>
            <a:r>
              <a:rPr lang="en-US"/>
              <a:t>The uncertainty of machine 1 is 2 questions per symbol</a:t>
            </a:r>
          </a:p>
        </p:txBody>
      </p:sp>
      <p:pic>
        <p:nvPicPr>
          <p:cNvPr id="11" name="Picture 10">
            <a:extLst>
              <a:ext uri="{FF2B5EF4-FFF2-40B4-BE49-F238E27FC236}">
                <a16:creationId xmlns:a16="http://schemas.microsoft.com/office/drawing/2014/main" id="{2345AA01-002E-4F27-BB83-7B15FAFEAA17}"/>
              </a:ext>
            </a:extLst>
          </p:cNvPr>
          <p:cNvPicPr>
            <a:picLocks noChangeAspect="1"/>
          </p:cNvPicPr>
          <p:nvPr/>
        </p:nvPicPr>
        <p:blipFill>
          <a:blip r:embed="rId5"/>
          <a:stretch>
            <a:fillRect/>
          </a:stretch>
        </p:blipFill>
        <p:spPr>
          <a:xfrm>
            <a:off x="3156419" y="3225630"/>
            <a:ext cx="2328406" cy="1487778"/>
          </a:xfrm>
          <a:prstGeom prst="rect">
            <a:avLst/>
          </a:prstGeom>
        </p:spPr>
      </p:pic>
      <p:pic>
        <p:nvPicPr>
          <p:cNvPr id="12" name="Picture 11">
            <a:extLst>
              <a:ext uri="{FF2B5EF4-FFF2-40B4-BE49-F238E27FC236}">
                <a16:creationId xmlns:a16="http://schemas.microsoft.com/office/drawing/2014/main" id="{D775D553-4FB3-4C22-9B1C-D259B7C77AE4}"/>
              </a:ext>
            </a:extLst>
          </p:cNvPr>
          <p:cNvPicPr>
            <a:picLocks noChangeAspect="1"/>
          </p:cNvPicPr>
          <p:nvPr/>
        </p:nvPicPr>
        <p:blipFill>
          <a:blip r:embed="rId6"/>
          <a:stretch>
            <a:fillRect/>
          </a:stretch>
        </p:blipFill>
        <p:spPr>
          <a:xfrm>
            <a:off x="3445483" y="2777955"/>
            <a:ext cx="819150" cy="447675"/>
          </a:xfrm>
          <a:prstGeom prst="rect">
            <a:avLst/>
          </a:prstGeom>
        </p:spPr>
      </p:pic>
      <p:sp>
        <p:nvSpPr>
          <p:cNvPr id="13" name="Rectangle: Rounded Corners 12">
            <a:extLst>
              <a:ext uri="{FF2B5EF4-FFF2-40B4-BE49-F238E27FC236}">
                <a16:creationId xmlns:a16="http://schemas.microsoft.com/office/drawing/2014/main" id="{C2DC5E85-8A7D-4EC7-ADE7-4ED1884113BE}"/>
              </a:ext>
            </a:extLst>
          </p:cNvPr>
          <p:cNvSpPr/>
          <p:nvPr/>
        </p:nvSpPr>
        <p:spPr>
          <a:xfrm>
            <a:off x="4320622" y="3429000"/>
            <a:ext cx="395757" cy="33447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C</a:t>
            </a:r>
          </a:p>
        </p:txBody>
      </p:sp>
    </p:spTree>
    <p:extLst>
      <p:ext uri="{BB962C8B-B14F-4D97-AF65-F5344CB8AC3E}">
        <p14:creationId xmlns:p14="http://schemas.microsoft.com/office/powerpoint/2010/main" val="225514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E4E35-C46F-4599-9257-72ECF6B5FC39}"/>
              </a:ext>
            </a:extLst>
          </p:cNvPr>
          <p:cNvSpPr>
            <a:spLocks noGrp="1"/>
          </p:cNvSpPr>
          <p:nvPr>
            <p:ph type="title"/>
          </p:nvPr>
        </p:nvSpPr>
        <p:spPr>
          <a:xfrm>
            <a:off x="0" y="0"/>
            <a:ext cx="11360800" cy="763600"/>
          </a:xfrm>
        </p:spPr>
        <p:txBody>
          <a:bodyPr/>
          <a:lstStyle/>
          <a:p>
            <a:r>
              <a:rPr lang="en-US">
                <a:solidFill>
                  <a:schemeClr val="accent1"/>
                </a:solidFill>
              </a:rPr>
              <a:t>Entropy</a:t>
            </a:r>
            <a:endParaRPr lang="en-US"/>
          </a:p>
        </p:txBody>
      </p:sp>
      <p:grpSp>
        <p:nvGrpSpPr>
          <p:cNvPr id="4" name="Group 3">
            <a:extLst>
              <a:ext uri="{FF2B5EF4-FFF2-40B4-BE49-F238E27FC236}">
                <a16:creationId xmlns:a16="http://schemas.microsoft.com/office/drawing/2014/main" id="{17207F73-441E-4BC1-B3FD-F094EE71B993}"/>
              </a:ext>
            </a:extLst>
          </p:cNvPr>
          <p:cNvGrpSpPr/>
          <p:nvPr/>
        </p:nvGrpSpPr>
        <p:grpSpPr>
          <a:xfrm>
            <a:off x="8915208" y="670777"/>
            <a:ext cx="3112862" cy="3966049"/>
            <a:chOff x="8919640" y="2424076"/>
            <a:chExt cx="3112862" cy="3966049"/>
          </a:xfrm>
        </p:grpSpPr>
        <p:pic>
          <p:nvPicPr>
            <p:cNvPr id="5" name="Picture 4">
              <a:extLst>
                <a:ext uri="{FF2B5EF4-FFF2-40B4-BE49-F238E27FC236}">
                  <a16:creationId xmlns:a16="http://schemas.microsoft.com/office/drawing/2014/main" id="{0632A0E9-F965-450D-89B3-6888C6254234}"/>
                </a:ext>
              </a:extLst>
            </p:cNvPr>
            <p:cNvPicPr>
              <a:picLocks noChangeAspect="1"/>
            </p:cNvPicPr>
            <p:nvPr/>
          </p:nvPicPr>
          <p:blipFill>
            <a:blip r:embed="rId2"/>
            <a:stretch>
              <a:fillRect/>
            </a:stretch>
          </p:blipFill>
          <p:spPr>
            <a:xfrm>
              <a:off x="10006622" y="2424076"/>
              <a:ext cx="2025880" cy="3966049"/>
            </a:xfrm>
            <a:prstGeom prst="rect">
              <a:avLst/>
            </a:prstGeom>
          </p:spPr>
        </p:pic>
        <p:sp>
          <p:nvSpPr>
            <p:cNvPr id="6" name="TextBox 5">
              <a:extLst>
                <a:ext uri="{FF2B5EF4-FFF2-40B4-BE49-F238E27FC236}">
                  <a16:creationId xmlns:a16="http://schemas.microsoft.com/office/drawing/2014/main" id="{65456418-F8AF-4B11-9252-5BA4A0BCE59D}"/>
                </a:ext>
              </a:extLst>
            </p:cNvPr>
            <p:cNvSpPr txBox="1"/>
            <p:nvPr/>
          </p:nvSpPr>
          <p:spPr>
            <a:xfrm>
              <a:off x="8919640" y="2424076"/>
              <a:ext cx="1172116" cy="2862322"/>
            </a:xfrm>
            <a:prstGeom prst="rect">
              <a:avLst/>
            </a:prstGeom>
            <a:noFill/>
          </p:spPr>
          <p:txBody>
            <a:bodyPr wrap="none" rtlCol="0">
              <a:spAutoFit/>
            </a:bodyPr>
            <a:lstStyle/>
            <a:p>
              <a:r>
                <a:rPr lang="en-US"/>
                <a:t>Machine 1</a:t>
              </a:r>
            </a:p>
            <a:p>
              <a:endParaRPr lang="en-US"/>
            </a:p>
            <a:p>
              <a:endParaRPr lang="en-US"/>
            </a:p>
            <a:p>
              <a:endParaRPr lang="en-US"/>
            </a:p>
            <a:p>
              <a:endParaRPr lang="en-US"/>
            </a:p>
            <a:p>
              <a:endParaRPr lang="en-US"/>
            </a:p>
            <a:p>
              <a:endParaRPr lang="en-US"/>
            </a:p>
            <a:p>
              <a:endParaRPr lang="en-US"/>
            </a:p>
            <a:p>
              <a:endParaRPr lang="en-US"/>
            </a:p>
            <a:p>
              <a:r>
                <a:rPr lang="en-US"/>
                <a:t>Machine 2</a:t>
              </a:r>
            </a:p>
          </p:txBody>
        </p:sp>
      </p:grpSp>
      <p:pic>
        <p:nvPicPr>
          <p:cNvPr id="7" name="Picture 6">
            <a:extLst>
              <a:ext uri="{FF2B5EF4-FFF2-40B4-BE49-F238E27FC236}">
                <a16:creationId xmlns:a16="http://schemas.microsoft.com/office/drawing/2014/main" id="{8227D91E-6FDB-420B-A035-E071054129BE}"/>
              </a:ext>
            </a:extLst>
          </p:cNvPr>
          <p:cNvPicPr>
            <a:picLocks noChangeAspect="1"/>
          </p:cNvPicPr>
          <p:nvPr/>
        </p:nvPicPr>
        <p:blipFill>
          <a:blip r:embed="rId3"/>
          <a:stretch>
            <a:fillRect/>
          </a:stretch>
        </p:blipFill>
        <p:spPr>
          <a:xfrm>
            <a:off x="10048478" y="2243840"/>
            <a:ext cx="1979592" cy="566738"/>
          </a:xfrm>
          <a:prstGeom prst="rect">
            <a:avLst/>
          </a:prstGeom>
        </p:spPr>
      </p:pic>
      <p:pic>
        <p:nvPicPr>
          <p:cNvPr id="8" name="Picture 7">
            <a:extLst>
              <a:ext uri="{FF2B5EF4-FFF2-40B4-BE49-F238E27FC236}">
                <a16:creationId xmlns:a16="http://schemas.microsoft.com/office/drawing/2014/main" id="{109719E8-107B-45FC-893B-BCCE07B69122}"/>
              </a:ext>
            </a:extLst>
          </p:cNvPr>
          <p:cNvPicPr>
            <a:picLocks noChangeAspect="1"/>
          </p:cNvPicPr>
          <p:nvPr/>
        </p:nvPicPr>
        <p:blipFill>
          <a:blip r:embed="rId4"/>
          <a:stretch>
            <a:fillRect/>
          </a:stretch>
        </p:blipFill>
        <p:spPr>
          <a:xfrm>
            <a:off x="170997" y="763155"/>
            <a:ext cx="2937962" cy="2399468"/>
          </a:xfrm>
          <a:prstGeom prst="rect">
            <a:avLst/>
          </a:prstGeom>
        </p:spPr>
      </p:pic>
      <p:pic>
        <p:nvPicPr>
          <p:cNvPr id="9" name="Picture 8">
            <a:extLst>
              <a:ext uri="{FF2B5EF4-FFF2-40B4-BE49-F238E27FC236}">
                <a16:creationId xmlns:a16="http://schemas.microsoft.com/office/drawing/2014/main" id="{97DFF469-2A5F-4BC5-A86F-26A3CF45B98E}"/>
              </a:ext>
            </a:extLst>
          </p:cNvPr>
          <p:cNvPicPr>
            <a:picLocks noChangeAspect="1"/>
          </p:cNvPicPr>
          <p:nvPr/>
        </p:nvPicPr>
        <p:blipFill>
          <a:blip r:embed="rId5"/>
          <a:stretch>
            <a:fillRect/>
          </a:stretch>
        </p:blipFill>
        <p:spPr>
          <a:xfrm>
            <a:off x="1799446" y="2694398"/>
            <a:ext cx="1309513" cy="463366"/>
          </a:xfrm>
          <a:prstGeom prst="rect">
            <a:avLst/>
          </a:prstGeom>
        </p:spPr>
      </p:pic>
      <p:pic>
        <p:nvPicPr>
          <p:cNvPr id="10" name="Picture 9">
            <a:extLst>
              <a:ext uri="{FF2B5EF4-FFF2-40B4-BE49-F238E27FC236}">
                <a16:creationId xmlns:a16="http://schemas.microsoft.com/office/drawing/2014/main" id="{5B68F89B-3F1D-419B-B7D8-8B28E80E9C31}"/>
              </a:ext>
            </a:extLst>
          </p:cNvPr>
          <p:cNvPicPr>
            <a:picLocks noChangeAspect="1"/>
          </p:cNvPicPr>
          <p:nvPr/>
        </p:nvPicPr>
        <p:blipFill>
          <a:blip r:embed="rId6"/>
          <a:stretch>
            <a:fillRect/>
          </a:stretch>
        </p:blipFill>
        <p:spPr>
          <a:xfrm>
            <a:off x="1479365" y="2694398"/>
            <a:ext cx="2933700" cy="2409825"/>
          </a:xfrm>
          <a:prstGeom prst="rect">
            <a:avLst/>
          </a:prstGeom>
        </p:spPr>
      </p:pic>
      <p:pic>
        <p:nvPicPr>
          <p:cNvPr id="11" name="Picture 10">
            <a:extLst>
              <a:ext uri="{FF2B5EF4-FFF2-40B4-BE49-F238E27FC236}">
                <a16:creationId xmlns:a16="http://schemas.microsoft.com/office/drawing/2014/main" id="{719C9B8A-A195-41C4-A6A5-5A5566432B6E}"/>
              </a:ext>
            </a:extLst>
          </p:cNvPr>
          <p:cNvPicPr>
            <a:picLocks noChangeAspect="1"/>
          </p:cNvPicPr>
          <p:nvPr/>
        </p:nvPicPr>
        <p:blipFill>
          <a:blip r:embed="rId7"/>
          <a:stretch>
            <a:fillRect/>
          </a:stretch>
        </p:blipFill>
        <p:spPr>
          <a:xfrm>
            <a:off x="2728133" y="4963361"/>
            <a:ext cx="3155131" cy="1781175"/>
          </a:xfrm>
          <a:prstGeom prst="rect">
            <a:avLst/>
          </a:prstGeom>
        </p:spPr>
      </p:pic>
      <p:pic>
        <p:nvPicPr>
          <p:cNvPr id="12" name="Picture 11">
            <a:extLst>
              <a:ext uri="{FF2B5EF4-FFF2-40B4-BE49-F238E27FC236}">
                <a16:creationId xmlns:a16="http://schemas.microsoft.com/office/drawing/2014/main" id="{C24B1CEA-5BF6-4F26-A634-6A784149D3E1}"/>
              </a:ext>
            </a:extLst>
          </p:cNvPr>
          <p:cNvPicPr>
            <a:picLocks noChangeAspect="1"/>
          </p:cNvPicPr>
          <p:nvPr/>
        </p:nvPicPr>
        <p:blipFill>
          <a:blip r:embed="rId8"/>
          <a:stretch>
            <a:fillRect/>
          </a:stretch>
        </p:blipFill>
        <p:spPr>
          <a:xfrm>
            <a:off x="3479615" y="4420436"/>
            <a:ext cx="933450" cy="542925"/>
          </a:xfrm>
          <a:prstGeom prst="rect">
            <a:avLst/>
          </a:prstGeom>
        </p:spPr>
      </p:pic>
      <p:grpSp>
        <p:nvGrpSpPr>
          <p:cNvPr id="16" name="Group 15">
            <a:extLst>
              <a:ext uri="{FF2B5EF4-FFF2-40B4-BE49-F238E27FC236}">
                <a16:creationId xmlns:a16="http://schemas.microsoft.com/office/drawing/2014/main" id="{DC2C0F26-4C39-4F05-BAAB-2A226E9CA8C2}"/>
              </a:ext>
            </a:extLst>
          </p:cNvPr>
          <p:cNvGrpSpPr/>
          <p:nvPr/>
        </p:nvGrpSpPr>
        <p:grpSpPr>
          <a:xfrm>
            <a:off x="3255252" y="1239361"/>
            <a:ext cx="5827791" cy="593726"/>
            <a:chOff x="3255252" y="1239361"/>
            <a:chExt cx="5827791" cy="593726"/>
          </a:xfrm>
        </p:grpSpPr>
        <p:pic>
          <p:nvPicPr>
            <p:cNvPr id="14" name="Picture 13">
              <a:extLst>
                <a:ext uri="{FF2B5EF4-FFF2-40B4-BE49-F238E27FC236}">
                  <a16:creationId xmlns:a16="http://schemas.microsoft.com/office/drawing/2014/main" id="{ACBCB98B-3524-404C-823A-52DFC614F699}"/>
                </a:ext>
              </a:extLst>
            </p:cNvPr>
            <p:cNvPicPr>
              <a:picLocks noChangeAspect="1"/>
            </p:cNvPicPr>
            <p:nvPr/>
          </p:nvPicPr>
          <p:blipFill>
            <a:blip r:embed="rId9"/>
            <a:stretch>
              <a:fillRect/>
            </a:stretch>
          </p:blipFill>
          <p:spPr>
            <a:xfrm>
              <a:off x="4663916" y="1239361"/>
              <a:ext cx="4419127" cy="593726"/>
            </a:xfrm>
            <a:prstGeom prst="rect">
              <a:avLst/>
            </a:prstGeom>
          </p:spPr>
        </p:pic>
        <p:sp>
          <p:nvSpPr>
            <p:cNvPr id="15" name="TextBox 14">
              <a:extLst>
                <a:ext uri="{FF2B5EF4-FFF2-40B4-BE49-F238E27FC236}">
                  <a16:creationId xmlns:a16="http://schemas.microsoft.com/office/drawing/2014/main" id="{8352F227-8DC0-4477-8C7A-4F49A20E85E0}"/>
                </a:ext>
              </a:extLst>
            </p:cNvPr>
            <p:cNvSpPr txBox="1"/>
            <p:nvPr/>
          </p:nvSpPr>
          <p:spPr>
            <a:xfrm>
              <a:off x="3255252" y="1306525"/>
              <a:ext cx="1728999" cy="369332"/>
            </a:xfrm>
            <a:prstGeom prst="rect">
              <a:avLst/>
            </a:prstGeom>
            <a:noFill/>
          </p:spPr>
          <p:txBody>
            <a:bodyPr wrap="none" rtlCol="0">
              <a:spAutoFit/>
            </a:bodyPr>
            <a:lstStyle/>
            <a:p>
              <a:r>
                <a:rPr lang="en-US"/>
                <a:t># of questions = </a:t>
              </a: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A1DC95-9691-4AC9-BA7C-1DB9E1069679}"/>
                  </a:ext>
                </a:extLst>
              </p:cNvPr>
              <p:cNvSpPr txBox="1"/>
              <p:nvPr/>
            </p:nvSpPr>
            <p:spPr>
              <a:xfrm>
                <a:off x="4774131" y="2243840"/>
                <a:ext cx="50305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0.5∗1+0.125∗3+0.125∗3+0.25∗2=1.75</m:t>
                      </m:r>
                    </m:oMath>
                  </m:oMathPara>
                </a14:m>
                <a:endParaRPr lang="en-US"/>
              </a:p>
            </p:txBody>
          </p:sp>
        </mc:Choice>
        <mc:Fallback xmlns="">
          <p:sp>
            <p:nvSpPr>
              <p:cNvPr id="17" name="TextBox 16">
                <a:extLst>
                  <a:ext uri="{FF2B5EF4-FFF2-40B4-BE49-F238E27FC236}">
                    <a16:creationId xmlns:a16="http://schemas.microsoft.com/office/drawing/2014/main" id="{06A1DC95-9691-4AC9-BA7C-1DB9E1069679}"/>
                  </a:ext>
                </a:extLst>
              </p:cNvPr>
              <p:cNvSpPr txBox="1">
                <a:spLocks noRot="1" noChangeAspect="1" noMove="1" noResize="1" noEditPoints="1" noAdjustHandles="1" noChangeArrowheads="1" noChangeShapeType="1" noTextEdit="1"/>
              </p:cNvSpPr>
              <p:nvPr/>
            </p:nvSpPr>
            <p:spPr>
              <a:xfrm>
                <a:off x="4774131" y="2243840"/>
                <a:ext cx="5030544" cy="36933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873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B39F4-15E4-4F89-83A2-DEE2D2821896}"/>
              </a:ext>
            </a:extLst>
          </p:cNvPr>
          <p:cNvSpPr>
            <a:spLocks noGrp="1"/>
          </p:cNvSpPr>
          <p:nvPr>
            <p:ph type="title"/>
          </p:nvPr>
        </p:nvSpPr>
        <p:spPr>
          <a:xfrm>
            <a:off x="194219" y="208356"/>
            <a:ext cx="11360800" cy="763600"/>
          </a:xfrm>
        </p:spPr>
        <p:txBody>
          <a:bodyPr/>
          <a:lstStyle/>
          <a:p>
            <a:r>
              <a:rPr lang="en-US">
                <a:solidFill>
                  <a:schemeClr val="accent1"/>
                </a:solidFill>
              </a:rPr>
              <a:t>Entropy</a:t>
            </a:r>
            <a:endParaRPr lang="en-US"/>
          </a:p>
        </p:txBody>
      </p:sp>
      <p:grpSp>
        <p:nvGrpSpPr>
          <p:cNvPr id="4" name="Group 3">
            <a:extLst>
              <a:ext uri="{FF2B5EF4-FFF2-40B4-BE49-F238E27FC236}">
                <a16:creationId xmlns:a16="http://schemas.microsoft.com/office/drawing/2014/main" id="{653283F1-2218-436A-94DD-EF983FF45BD1}"/>
              </a:ext>
            </a:extLst>
          </p:cNvPr>
          <p:cNvGrpSpPr/>
          <p:nvPr/>
        </p:nvGrpSpPr>
        <p:grpSpPr>
          <a:xfrm>
            <a:off x="194219" y="1594802"/>
            <a:ext cx="3112862" cy="3966049"/>
            <a:chOff x="8919640" y="2424076"/>
            <a:chExt cx="3112862" cy="3966049"/>
          </a:xfrm>
        </p:grpSpPr>
        <p:pic>
          <p:nvPicPr>
            <p:cNvPr id="5" name="Picture 4">
              <a:extLst>
                <a:ext uri="{FF2B5EF4-FFF2-40B4-BE49-F238E27FC236}">
                  <a16:creationId xmlns:a16="http://schemas.microsoft.com/office/drawing/2014/main" id="{8FCDC7E1-DFAD-4368-A0AB-F0D9E27EDC42}"/>
                </a:ext>
              </a:extLst>
            </p:cNvPr>
            <p:cNvPicPr>
              <a:picLocks noChangeAspect="1"/>
            </p:cNvPicPr>
            <p:nvPr/>
          </p:nvPicPr>
          <p:blipFill>
            <a:blip r:embed="rId2"/>
            <a:stretch>
              <a:fillRect/>
            </a:stretch>
          </p:blipFill>
          <p:spPr>
            <a:xfrm>
              <a:off x="10006622" y="2424076"/>
              <a:ext cx="2025880" cy="3966049"/>
            </a:xfrm>
            <a:prstGeom prst="rect">
              <a:avLst/>
            </a:prstGeom>
          </p:spPr>
        </p:pic>
        <p:sp>
          <p:nvSpPr>
            <p:cNvPr id="6" name="TextBox 5">
              <a:extLst>
                <a:ext uri="{FF2B5EF4-FFF2-40B4-BE49-F238E27FC236}">
                  <a16:creationId xmlns:a16="http://schemas.microsoft.com/office/drawing/2014/main" id="{C5FF79F5-1D53-4733-8CB8-7C872976C563}"/>
                </a:ext>
              </a:extLst>
            </p:cNvPr>
            <p:cNvSpPr txBox="1"/>
            <p:nvPr/>
          </p:nvSpPr>
          <p:spPr>
            <a:xfrm>
              <a:off x="8919640" y="2424076"/>
              <a:ext cx="1172116" cy="2862322"/>
            </a:xfrm>
            <a:prstGeom prst="rect">
              <a:avLst/>
            </a:prstGeom>
            <a:noFill/>
          </p:spPr>
          <p:txBody>
            <a:bodyPr wrap="none" rtlCol="0">
              <a:spAutoFit/>
            </a:bodyPr>
            <a:lstStyle/>
            <a:p>
              <a:r>
                <a:rPr lang="en-US"/>
                <a:t>Machine 1</a:t>
              </a:r>
            </a:p>
            <a:p>
              <a:endParaRPr lang="en-US"/>
            </a:p>
            <a:p>
              <a:endParaRPr lang="en-US"/>
            </a:p>
            <a:p>
              <a:endParaRPr lang="en-US"/>
            </a:p>
            <a:p>
              <a:endParaRPr lang="en-US"/>
            </a:p>
            <a:p>
              <a:endParaRPr lang="en-US"/>
            </a:p>
            <a:p>
              <a:endParaRPr lang="en-US"/>
            </a:p>
            <a:p>
              <a:endParaRPr lang="en-US"/>
            </a:p>
            <a:p>
              <a:endParaRPr lang="en-US"/>
            </a:p>
            <a:p>
              <a:r>
                <a:rPr lang="en-US"/>
                <a:t>Machine 2</a:t>
              </a:r>
            </a:p>
          </p:txBody>
        </p:sp>
      </p:grpSp>
      <p:sp>
        <p:nvSpPr>
          <p:cNvPr id="7" name="TextBox 6">
            <a:extLst>
              <a:ext uri="{FF2B5EF4-FFF2-40B4-BE49-F238E27FC236}">
                <a16:creationId xmlns:a16="http://schemas.microsoft.com/office/drawing/2014/main" id="{48135814-53C3-4311-99F7-E203B2E8D1E3}"/>
              </a:ext>
            </a:extLst>
          </p:cNvPr>
          <p:cNvSpPr txBox="1"/>
          <p:nvPr/>
        </p:nvSpPr>
        <p:spPr>
          <a:xfrm>
            <a:off x="3532472" y="2117558"/>
            <a:ext cx="2637966" cy="2862322"/>
          </a:xfrm>
          <a:prstGeom prst="rect">
            <a:avLst/>
          </a:prstGeom>
          <a:noFill/>
        </p:spPr>
        <p:txBody>
          <a:bodyPr wrap="none" rtlCol="0">
            <a:spAutoFit/>
          </a:bodyPr>
          <a:lstStyle/>
          <a:p>
            <a:r>
              <a:rPr lang="en-US"/>
              <a:t>2 questions on average </a:t>
            </a:r>
          </a:p>
          <a:p>
            <a:endParaRPr lang="en-US"/>
          </a:p>
          <a:p>
            <a:endParaRPr lang="en-US"/>
          </a:p>
          <a:p>
            <a:endParaRPr lang="en-US"/>
          </a:p>
          <a:p>
            <a:endParaRPr lang="en-US"/>
          </a:p>
          <a:p>
            <a:endParaRPr lang="en-US"/>
          </a:p>
          <a:p>
            <a:endParaRPr lang="en-US"/>
          </a:p>
          <a:p>
            <a:endParaRPr lang="en-US"/>
          </a:p>
          <a:p>
            <a:endParaRPr lang="en-US"/>
          </a:p>
          <a:p>
            <a:r>
              <a:rPr lang="en-US"/>
              <a:t>1.75 questions on average</a:t>
            </a:r>
          </a:p>
        </p:txBody>
      </p:sp>
      <p:sp>
        <p:nvSpPr>
          <p:cNvPr id="8" name="TextBox 7">
            <a:extLst>
              <a:ext uri="{FF2B5EF4-FFF2-40B4-BE49-F238E27FC236}">
                <a16:creationId xmlns:a16="http://schemas.microsoft.com/office/drawing/2014/main" id="{4075EAA8-3EF1-483A-B7C2-96ED9E32D867}"/>
              </a:ext>
            </a:extLst>
          </p:cNvPr>
          <p:cNvSpPr txBox="1"/>
          <p:nvPr/>
        </p:nvSpPr>
        <p:spPr>
          <a:xfrm>
            <a:off x="3504241" y="1175425"/>
            <a:ext cx="3279103" cy="369332"/>
          </a:xfrm>
          <a:prstGeom prst="rect">
            <a:avLst/>
          </a:prstGeom>
          <a:noFill/>
        </p:spPr>
        <p:txBody>
          <a:bodyPr wrap="none" rtlCol="0">
            <a:spAutoFit/>
          </a:bodyPr>
          <a:lstStyle/>
          <a:p>
            <a:r>
              <a:rPr lang="en-US"/>
              <a:t>If you want to guess 100 symbols</a:t>
            </a:r>
          </a:p>
        </p:txBody>
      </p:sp>
      <p:sp>
        <p:nvSpPr>
          <p:cNvPr id="9" name="TextBox 8">
            <a:extLst>
              <a:ext uri="{FF2B5EF4-FFF2-40B4-BE49-F238E27FC236}">
                <a16:creationId xmlns:a16="http://schemas.microsoft.com/office/drawing/2014/main" id="{AC66F63E-FDD8-49C2-8830-6911E1955EC0}"/>
              </a:ext>
            </a:extLst>
          </p:cNvPr>
          <p:cNvSpPr txBox="1"/>
          <p:nvPr/>
        </p:nvSpPr>
        <p:spPr>
          <a:xfrm>
            <a:off x="3532472" y="2117558"/>
            <a:ext cx="2637966" cy="2862322"/>
          </a:xfrm>
          <a:prstGeom prst="rect">
            <a:avLst/>
          </a:prstGeom>
          <a:noFill/>
        </p:spPr>
        <p:txBody>
          <a:bodyPr wrap="none" rtlCol="0">
            <a:spAutoFit/>
          </a:bodyPr>
          <a:lstStyle/>
          <a:p>
            <a:r>
              <a:rPr lang="en-US"/>
              <a:t>200 questions on average </a:t>
            </a:r>
          </a:p>
          <a:p>
            <a:endParaRPr lang="en-US"/>
          </a:p>
          <a:p>
            <a:endParaRPr lang="en-US"/>
          </a:p>
          <a:p>
            <a:endParaRPr lang="en-US"/>
          </a:p>
          <a:p>
            <a:endParaRPr lang="en-US"/>
          </a:p>
          <a:p>
            <a:endParaRPr lang="en-US"/>
          </a:p>
          <a:p>
            <a:endParaRPr lang="en-US"/>
          </a:p>
          <a:p>
            <a:endParaRPr lang="en-US"/>
          </a:p>
          <a:p>
            <a:endParaRPr lang="en-US"/>
          </a:p>
          <a:p>
            <a:r>
              <a:rPr lang="en-US"/>
              <a:t>175 questions on average</a:t>
            </a:r>
          </a:p>
        </p:txBody>
      </p:sp>
      <p:sp>
        <p:nvSpPr>
          <p:cNvPr id="10" name="TextBox 9">
            <a:extLst>
              <a:ext uri="{FF2B5EF4-FFF2-40B4-BE49-F238E27FC236}">
                <a16:creationId xmlns:a16="http://schemas.microsoft.com/office/drawing/2014/main" id="{AE532067-9A9C-45F3-A75F-4B6A3B322658}"/>
              </a:ext>
            </a:extLst>
          </p:cNvPr>
          <p:cNvSpPr txBox="1"/>
          <p:nvPr/>
        </p:nvSpPr>
        <p:spPr>
          <a:xfrm>
            <a:off x="6556093" y="2690336"/>
            <a:ext cx="3988271" cy="1477328"/>
          </a:xfrm>
          <a:prstGeom prst="rect">
            <a:avLst/>
          </a:prstGeom>
          <a:noFill/>
        </p:spPr>
        <p:txBody>
          <a:bodyPr wrap="none" rtlCol="0">
            <a:spAutoFit/>
          </a:bodyPr>
          <a:lstStyle/>
          <a:p>
            <a:r>
              <a:rPr lang="en-US" dirty="0"/>
              <a:t>In Machine 2 less information is needed</a:t>
            </a:r>
          </a:p>
          <a:p>
            <a:endParaRPr lang="en-US" dirty="0"/>
          </a:p>
          <a:p>
            <a:r>
              <a:rPr lang="en-US" dirty="0"/>
              <a:t>Less surprise</a:t>
            </a:r>
          </a:p>
          <a:p>
            <a:endParaRPr lang="en-US" dirty="0"/>
          </a:p>
          <a:p>
            <a:r>
              <a:rPr lang="en-US" dirty="0"/>
              <a:t>Less uncertainty about its output</a:t>
            </a:r>
          </a:p>
        </p:txBody>
      </p:sp>
    </p:spTree>
    <p:extLst>
      <p:ext uri="{BB962C8B-B14F-4D97-AF65-F5344CB8AC3E}">
        <p14:creationId xmlns:p14="http://schemas.microsoft.com/office/powerpoint/2010/main" val="15408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BA610-1DE6-46BC-BD0A-9826F7BD21BB}"/>
              </a:ext>
            </a:extLst>
          </p:cNvPr>
          <p:cNvSpPr>
            <a:spLocks noGrp="1"/>
          </p:cNvSpPr>
          <p:nvPr>
            <p:ph type="title"/>
          </p:nvPr>
        </p:nvSpPr>
        <p:spPr/>
        <p:txBody>
          <a:bodyPr/>
          <a:lstStyle/>
          <a:p>
            <a:r>
              <a:rPr lang="en-US"/>
              <a:t>Surprise and Probability</a:t>
            </a:r>
          </a:p>
        </p:txBody>
      </p:sp>
      <p:pic>
        <p:nvPicPr>
          <p:cNvPr id="4" name="Picture 3">
            <a:extLst>
              <a:ext uri="{FF2B5EF4-FFF2-40B4-BE49-F238E27FC236}">
                <a16:creationId xmlns:a16="http://schemas.microsoft.com/office/drawing/2014/main" id="{66D4D631-5ED7-4CDC-ABAC-6D194199B7A3}"/>
              </a:ext>
            </a:extLst>
          </p:cNvPr>
          <p:cNvPicPr>
            <a:picLocks noChangeAspect="1"/>
          </p:cNvPicPr>
          <p:nvPr/>
        </p:nvPicPr>
        <p:blipFill>
          <a:blip r:embed="rId2"/>
          <a:stretch>
            <a:fillRect/>
          </a:stretch>
        </p:blipFill>
        <p:spPr>
          <a:xfrm>
            <a:off x="8949662" y="1139439"/>
            <a:ext cx="2105025" cy="5591175"/>
          </a:xfrm>
          <a:prstGeom prst="rect">
            <a:avLst/>
          </a:prstGeom>
        </p:spPr>
      </p:pic>
      <p:sp>
        <p:nvSpPr>
          <p:cNvPr id="5" name="TextBox 4">
            <a:extLst>
              <a:ext uri="{FF2B5EF4-FFF2-40B4-BE49-F238E27FC236}">
                <a16:creationId xmlns:a16="http://schemas.microsoft.com/office/drawing/2014/main" id="{41974A64-FD19-403B-9407-24FEE9EDFF62}"/>
              </a:ext>
            </a:extLst>
          </p:cNvPr>
          <p:cNvSpPr txBox="1"/>
          <p:nvPr/>
        </p:nvSpPr>
        <p:spPr>
          <a:xfrm>
            <a:off x="1758772" y="1828799"/>
            <a:ext cx="7031284" cy="369332"/>
          </a:xfrm>
          <a:prstGeom prst="rect">
            <a:avLst/>
          </a:prstGeom>
          <a:noFill/>
        </p:spPr>
        <p:txBody>
          <a:bodyPr wrap="none" rtlCol="0">
            <a:spAutoFit/>
          </a:bodyPr>
          <a:lstStyle/>
          <a:p>
            <a:r>
              <a:rPr lang="en-US"/>
              <a:t>When the probability of picking a blue chicken is low, the surprise is high </a:t>
            </a:r>
          </a:p>
        </p:txBody>
      </p:sp>
      <p:sp>
        <p:nvSpPr>
          <p:cNvPr id="6" name="TextBox 5">
            <a:extLst>
              <a:ext uri="{FF2B5EF4-FFF2-40B4-BE49-F238E27FC236}">
                <a16:creationId xmlns:a16="http://schemas.microsoft.com/office/drawing/2014/main" id="{47136067-4945-4F9A-8E1E-3EF2CEA4FAF0}"/>
              </a:ext>
            </a:extLst>
          </p:cNvPr>
          <p:cNvSpPr txBox="1"/>
          <p:nvPr/>
        </p:nvSpPr>
        <p:spPr>
          <a:xfrm>
            <a:off x="1918378" y="3674458"/>
            <a:ext cx="7051097" cy="369332"/>
          </a:xfrm>
          <a:prstGeom prst="rect">
            <a:avLst/>
          </a:prstGeom>
          <a:noFill/>
        </p:spPr>
        <p:txBody>
          <a:bodyPr wrap="none" rtlCol="0">
            <a:spAutoFit/>
          </a:bodyPr>
          <a:lstStyle/>
          <a:p>
            <a:r>
              <a:rPr lang="en-US"/>
              <a:t>When the probability of picking a blue chicken is high, the surprise is low </a:t>
            </a:r>
          </a:p>
        </p:txBody>
      </p:sp>
      <p:sp>
        <p:nvSpPr>
          <p:cNvPr id="7" name="TextBox 6">
            <a:extLst>
              <a:ext uri="{FF2B5EF4-FFF2-40B4-BE49-F238E27FC236}">
                <a16:creationId xmlns:a16="http://schemas.microsoft.com/office/drawing/2014/main" id="{A93A0D3B-FBDA-4344-A2CF-963877161DEF}"/>
              </a:ext>
            </a:extLst>
          </p:cNvPr>
          <p:cNvSpPr txBox="1"/>
          <p:nvPr/>
        </p:nvSpPr>
        <p:spPr>
          <a:xfrm>
            <a:off x="1067794" y="5088384"/>
            <a:ext cx="6257290" cy="646331"/>
          </a:xfrm>
          <a:prstGeom prst="rect">
            <a:avLst/>
          </a:prstGeom>
          <a:noFill/>
        </p:spPr>
        <p:txBody>
          <a:bodyPr wrap="none" rtlCol="0">
            <a:spAutoFit/>
          </a:bodyPr>
          <a:lstStyle/>
          <a:p>
            <a:r>
              <a:rPr lang="en-US"/>
              <a:t>There is an inverse relationship between probability and surprise</a:t>
            </a:r>
          </a:p>
          <a:p>
            <a:endParaRPr lang="en-US"/>
          </a:p>
        </p:txBody>
      </p:sp>
    </p:spTree>
    <p:extLst>
      <p:ext uri="{BB962C8B-B14F-4D97-AF65-F5344CB8AC3E}">
        <p14:creationId xmlns:p14="http://schemas.microsoft.com/office/powerpoint/2010/main" val="111477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75BA-8FEF-4212-A909-93AF7C5B8791}"/>
              </a:ext>
            </a:extLst>
          </p:cNvPr>
          <p:cNvSpPr>
            <a:spLocks noGrp="1"/>
          </p:cNvSpPr>
          <p:nvPr>
            <p:ph type="title"/>
          </p:nvPr>
        </p:nvSpPr>
        <p:spPr/>
        <p:txBody>
          <a:bodyPr/>
          <a:lstStyle/>
          <a:p>
            <a:r>
              <a:rPr lang="en-US">
                <a:solidFill>
                  <a:schemeClr val="accent1"/>
                </a:solidFill>
              </a:rPr>
              <a:t>Information of an Event</a:t>
            </a:r>
          </a:p>
        </p:txBody>
      </p:sp>
      <p:sp>
        <p:nvSpPr>
          <p:cNvPr id="3" name="Text Placeholder 2">
            <a:extLst>
              <a:ext uri="{FF2B5EF4-FFF2-40B4-BE49-F238E27FC236}">
                <a16:creationId xmlns:a16="http://schemas.microsoft.com/office/drawing/2014/main" id="{B7616DA0-6774-47C1-A328-AB03C5A032B2}"/>
              </a:ext>
            </a:extLst>
          </p:cNvPr>
          <p:cNvSpPr>
            <a:spLocks noGrp="1"/>
          </p:cNvSpPr>
          <p:nvPr>
            <p:ph type="body" idx="1"/>
          </p:nvPr>
        </p:nvSpPr>
        <p:spPr/>
        <p:txBody>
          <a:bodyPr/>
          <a:lstStyle/>
          <a:p>
            <a:pPr fontAlgn="base"/>
            <a:r>
              <a:rPr lang="en-US"/>
              <a:t>The intuition behind quantifying information is the idea of measuring how much surprise there is in an event. </a:t>
            </a:r>
          </a:p>
          <a:p>
            <a:pPr fontAlgn="base"/>
            <a:endParaRPr lang="en-US"/>
          </a:p>
          <a:p>
            <a:pPr fontAlgn="base"/>
            <a:r>
              <a:rPr lang="en-US"/>
              <a:t>Those events that are rare (low probability) are more surprising and therefore have more information than those events that are common (high probability).</a:t>
            </a:r>
          </a:p>
          <a:p>
            <a:pPr marL="152396" indent="0" fontAlgn="base">
              <a:buNone/>
            </a:pPr>
            <a:endParaRPr lang="en-US"/>
          </a:p>
          <a:p>
            <a:pPr fontAlgn="base"/>
            <a:r>
              <a:rPr lang="en-US" b="1"/>
              <a:t>Low Probability Event</a:t>
            </a:r>
            <a:r>
              <a:rPr lang="en-US"/>
              <a:t>: High Information (</a:t>
            </a:r>
            <a:r>
              <a:rPr lang="en-US" i="1"/>
              <a:t>surprising</a:t>
            </a:r>
            <a:r>
              <a:rPr lang="en-US"/>
              <a:t>).</a:t>
            </a:r>
          </a:p>
          <a:p>
            <a:pPr fontAlgn="base"/>
            <a:r>
              <a:rPr lang="en-US" b="1"/>
              <a:t>High Probability Event</a:t>
            </a:r>
            <a:r>
              <a:rPr lang="en-US"/>
              <a:t>: Low Information (</a:t>
            </a:r>
            <a:r>
              <a:rPr lang="en-US" i="1"/>
              <a:t>unsurprising</a:t>
            </a:r>
            <a:r>
              <a:rPr lang="en-US"/>
              <a:t>).</a:t>
            </a:r>
          </a:p>
          <a:p>
            <a:endParaRPr lang="en-US"/>
          </a:p>
        </p:txBody>
      </p:sp>
    </p:spTree>
    <p:extLst>
      <p:ext uri="{BB962C8B-B14F-4D97-AF65-F5344CB8AC3E}">
        <p14:creationId xmlns:p14="http://schemas.microsoft.com/office/powerpoint/2010/main" val="404513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3CAE-6E64-464C-87F6-C63BE6F2E0F4}"/>
              </a:ext>
            </a:extLst>
          </p:cNvPr>
          <p:cNvSpPr>
            <a:spLocks noGrp="1"/>
          </p:cNvSpPr>
          <p:nvPr>
            <p:ph type="title"/>
          </p:nvPr>
        </p:nvSpPr>
        <p:spPr>
          <a:xfrm>
            <a:off x="87126" y="2567"/>
            <a:ext cx="11360800" cy="763600"/>
          </a:xfrm>
        </p:spPr>
        <p:txBody>
          <a:bodyPr/>
          <a:lstStyle/>
          <a:p>
            <a:r>
              <a:rPr lang="en-US"/>
              <a:t>Measuring Surprise</a:t>
            </a:r>
          </a:p>
        </p:txBody>
      </p:sp>
      <p:sp>
        <p:nvSpPr>
          <p:cNvPr id="3" name="Text Placeholder 2">
            <a:extLst>
              <a:ext uri="{FF2B5EF4-FFF2-40B4-BE49-F238E27FC236}">
                <a16:creationId xmlns:a16="http://schemas.microsoft.com/office/drawing/2014/main" id="{BBA567D9-A1D2-4612-B803-E3E6CDC7BE20}"/>
              </a:ext>
            </a:extLst>
          </p:cNvPr>
          <p:cNvSpPr>
            <a:spLocks noGrp="1"/>
          </p:cNvSpPr>
          <p:nvPr>
            <p:ph type="body" idx="1"/>
          </p:nvPr>
        </p:nvSpPr>
        <p:spPr>
          <a:xfrm>
            <a:off x="246923" y="1151400"/>
            <a:ext cx="11871095" cy="5613384"/>
          </a:xfrm>
        </p:spPr>
        <p:txBody>
          <a:bodyPr/>
          <a:lstStyle/>
          <a:p>
            <a:r>
              <a:rPr lang="en-US"/>
              <a:t>Since there is a reverse relationship between probability and surprise, can we use surprise = 1 / probability?</a:t>
            </a:r>
          </a:p>
          <a:p>
            <a:endParaRPr lang="en-US"/>
          </a:p>
          <a:p>
            <a:r>
              <a:rPr lang="en-US"/>
              <a:t>Suppose you have an unfair coin which always turn to be head after flip</a:t>
            </a:r>
          </a:p>
          <a:p>
            <a:endParaRPr lang="en-US"/>
          </a:p>
          <a:p>
            <a:endParaRPr lang="en-US"/>
          </a:p>
        </p:txBody>
      </p:sp>
      <p:pic>
        <p:nvPicPr>
          <p:cNvPr id="4" name="Picture 3">
            <a:extLst>
              <a:ext uri="{FF2B5EF4-FFF2-40B4-BE49-F238E27FC236}">
                <a16:creationId xmlns:a16="http://schemas.microsoft.com/office/drawing/2014/main" id="{0166155C-E7AE-407B-A55D-540B5B51FAFA}"/>
              </a:ext>
            </a:extLst>
          </p:cNvPr>
          <p:cNvPicPr>
            <a:picLocks noChangeAspect="1"/>
          </p:cNvPicPr>
          <p:nvPr/>
        </p:nvPicPr>
        <p:blipFill>
          <a:blip r:embed="rId2"/>
          <a:stretch>
            <a:fillRect/>
          </a:stretch>
        </p:blipFill>
        <p:spPr>
          <a:xfrm>
            <a:off x="2015411" y="3111176"/>
            <a:ext cx="2914067" cy="1492571"/>
          </a:xfrm>
          <a:prstGeom prst="rect">
            <a:avLst/>
          </a:prstGeom>
        </p:spPr>
      </p:pic>
      <p:sp>
        <p:nvSpPr>
          <p:cNvPr id="5" name="TextBox 4">
            <a:extLst>
              <a:ext uri="{FF2B5EF4-FFF2-40B4-BE49-F238E27FC236}">
                <a16:creationId xmlns:a16="http://schemas.microsoft.com/office/drawing/2014/main" id="{3E6F869C-C5C4-45F0-B806-B84B99065887}"/>
              </a:ext>
            </a:extLst>
          </p:cNvPr>
          <p:cNvSpPr txBox="1"/>
          <p:nvPr/>
        </p:nvSpPr>
        <p:spPr>
          <a:xfrm>
            <a:off x="5561045" y="3111176"/>
            <a:ext cx="3478581" cy="369332"/>
          </a:xfrm>
          <a:prstGeom prst="rect">
            <a:avLst/>
          </a:prstGeom>
          <a:noFill/>
        </p:spPr>
        <p:txBody>
          <a:bodyPr wrap="none" rtlCol="0">
            <a:spAutoFit/>
          </a:bodyPr>
          <a:lstStyle/>
          <a:p>
            <a:r>
              <a:rPr lang="en-US"/>
              <a:t>But we wanted the surprise to be 0</a:t>
            </a:r>
          </a:p>
        </p:txBody>
      </p:sp>
      <p:pic>
        <p:nvPicPr>
          <p:cNvPr id="6" name="Picture 5">
            <a:extLst>
              <a:ext uri="{FF2B5EF4-FFF2-40B4-BE49-F238E27FC236}">
                <a16:creationId xmlns:a16="http://schemas.microsoft.com/office/drawing/2014/main" id="{226D7820-7061-41B7-BD39-75FB20D5AAAF}"/>
              </a:ext>
            </a:extLst>
          </p:cNvPr>
          <p:cNvPicPr>
            <a:picLocks noChangeAspect="1"/>
          </p:cNvPicPr>
          <p:nvPr/>
        </p:nvPicPr>
        <p:blipFill>
          <a:blip r:embed="rId3"/>
          <a:stretch>
            <a:fillRect/>
          </a:stretch>
        </p:blipFill>
        <p:spPr>
          <a:xfrm>
            <a:off x="1528670" y="5081236"/>
            <a:ext cx="5218360" cy="1415645"/>
          </a:xfrm>
          <a:prstGeom prst="rect">
            <a:avLst/>
          </a:prstGeom>
        </p:spPr>
      </p:pic>
      <p:grpSp>
        <p:nvGrpSpPr>
          <p:cNvPr id="10" name="Group 9">
            <a:extLst>
              <a:ext uri="{FF2B5EF4-FFF2-40B4-BE49-F238E27FC236}">
                <a16:creationId xmlns:a16="http://schemas.microsoft.com/office/drawing/2014/main" id="{7EC232E0-711B-4D64-B375-40055DDC6D55}"/>
              </a:ext>
            </a:extLst>
          </p:cNvPr>
          <p:cNvGrpSpPr/>
          <p:nvPr/>
        </p:nvGrpSpPr>
        <p:grpSpPr>
          <a:xfrm>
            <a:off x="7645330" y="3720575"/>
            <a:ext cx="3018000" cy="2776306"/>
            <a:chOff x="7645330" y="3720575"/>
            <a:chExt cx="3018000" cy="2776306"/>
          </a:xfrm>
        </p:grpSpPr>
        <p:pic>
          <p:nvPicPr>
            <p:cNvPr id="7" name="Picture 6">
              <a:extLst>
                <a:ext uri="{FF2B5EF4-FFF2-40B4-BE49-F238E27FC236}">
                  <a16:creationId xmlns:a16="http://schemas.microsoft.com/office/drawing/2014/main" id="{3A104AF8-859A-4D39-B5E5-9B339726FBE4}"/>
                </a:ext>
              </a:extLst>
            </p:cNvPr>
            <p:cNvPicPr>
              <a:picLocks noChangeAspect="1"/>
            </p:cNvPicPr>
            <p:nvPr/>
          </p:nvPicPr>
          <p:blipFill>
            <a:blip r:embed="rId4"/>
            <a:stretch>
              <a:fillRect/>
            </a:stretch>
          </p:blipFill>
          <p:spPr>
            <a:xfrm>
              <a:off x="7645330" y="3720575"/>
              <a:ext cx="2788591" cy="2776306"/>
            </a:xfrm>
            <a:prstGeom prst="rect">
              <a:avLst/>
            </a:prstGeom>
          </p:spPr>
        </p:pic>
        <p:sp>
          <p:nvSpPr>
            <p:cNvPr id="8" name="Rectangle: Rounded Corners 7">
              <a:extLst>
                <a:ext uri="{FF2B5EF4-FFF2-40B4-BE49-F238E27FC236}">
                  <a16:creationId xmlns:a16="http://schemas.microsoft.com/office/drawing/2014/main" id="{215E26BA-1FD3-47BE-B988-0C4716CF6034}"/>
                </a:ext>
              </a:extLst>
            </p:cNvPr>
            <p:cNvSpPr/>
            <p:nvPr/>
          </p:nvSpPr>
          <p:spPr>
            <a:xfrm>
              <a:off x="10253709" y="4793942"/>
              <a:ext cx="409621" cy="28729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0ADFD3-4B54-4F83-9760-D6004FDEC315}"/>
                </a:ext>
              </a:extLst>
            </p:cNvPr>
            <p:cNvSpPr/>
            <p:nvPr/>
          </p:nvSpPr>
          <p:spPr>
            <a:xfrm>
              <a:off x="10005134" y="5469677"/>
              <a:ext cx="619691" cy="68492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2394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3CAE-6E64-464C-87F6-C63BE6F2E0F4}"/>
              </a:ext>
            </a:extLst>
          </p:cNvPr>
          <p:cNvSpPr>
            <a:spLocks noGrp="1"/>
          </p:cNvSpPr>
          <p:nvPr>
            <p:ph type="title"/>
          </p:nvPr>
        </p:nvSpPr>
        <p:spPr>
          <a:xfrm>
            <a:off x="87126" y="2567"/>
            <a:ext cx="11360800" cy="763600"/>
          </a:xfrm>
        </p:spPr>
        <p:txBody>
          <a:bodyPr/>
          <a:lstStyle/>
          <a:p>
            <a:r>
              <a:rPr lang="en-US"/>
              <a:t>Measuring Surprise</a:t>
            </a:r>
          </a:p>
        </p:txBody>
      </p:sp>
      <p:sp>
        <p:nvSpPr>
          <p:cNvPr id="3" name="Text Placeholder 2">
            <a:extLst>
              <a:ext uri="{FF2B5EF4-FFF2-40B4-BE49-F238E27FC236}">
                <a16:creationId xmlns:a16="http://schemas.microsoft.com/office/drawing/2014/main" id="{BBA567D9-A1D2-4612-B803-E3E6CDC7BE20}"/>
              </a:ext>
            </a:extLst>
          </p:cNvPr>
          <p:cNvSpPr>
            <a:spLocks noGrp="1"/>
          </p:cNvSpPr>
          <p:nvPr>
            <p:ph type="body" idx="1"/>
          </p:nvPr>
        </p:nvSpPr>
        <p:spPr>
          <a:xfrm>
            <a:off x="246923" y="1151400"/>
            <a:ext cx="11871095" cy="5613384"/>
          </a:xfrm>
        </p:spPr>
        <p:txBody>
          <a:bodyPr/>
          <a:lstStyle/>
          <a:p>
            <a:endParaRPr lang="en-US"/>
          </a:p>
        </p:txBody>
      </p:sp>
      <p:grpSp>
        <p:nvGrpSpPr>
          <p:cNvPr id="13" name="Group 12">
            <a:extLst>
              <a:ext uri="{FF2B5EF4-FFF2-40B4-BE49-F238E27FC236}">
                <a16:creationId xmlns:a16="http://schemas.microsoft.com/office/drawing/2014/main" id="{BEFE4B10-C76A-409C-AA52-FC96F2BAC2DA}"/>
              </a:ext>
            </a:extLst>
          </p:cNvPr>
          <p:cNvGrpSpPr/>
          <p:nvPr/>
        </p:nvGrpSpPr>
        <p:grpSpPr>
          <a:xfrm>
            <a:off x="1080255" y="1065813"/>
            <a:ext cx="8738448" cy="2363187"/>
            <a:chOff x="1026989" y="3570054"/>
            <a:chExt cx="8738448" cy="2363187"/>
          </a:xfrm>
        </p:grpSpPr>
        <p:pic>
          <p:nvPicPr>
            <p:cNvPr id="11" name="Picture 10">
              <a:extLst>
                <a:ext uri="{FF2B5EF4-FFF2-40B4-BE49-F238E27FC236}">
                  <a16:creationId xmlns:a16="http://schemas.microsoft.com/office/drawing/2014/main" id="{F9C1B0A5-C9D1-44CB-967E-C33DD0AB2DC2}"/>
                </a:ext>
              </a:extLst>
            </p:cNvPr>
            <p:cNvPicPr>
              <a:picLocks noChangeAspect="1"/>
            </p:cNvPicPr>
            <p:nvPr/>
          </p:nvPicPr>
          <p:blipFill>
            <a:blip r:embed="rId2"/>
            <a:stretch>
              <a:fillRect/>
            </a:stretch>
          </p:blipFill>
          <p:spPr>
            <a:xfrm>
              <a:off x="1026989" y="3570054"/>
              <a:ext cx="8418852" cy="2363187"/>
            </a:xfrm>
            <a:prstGeom prst="rect">
              <a:avLst/>
            </a:prstGeom>
          </p:spPr>
        </p:pic>
        <p:sp>
          <p:nvSpPr>
            <p:cNvPr id="12" name="Rectangle: Rounded Corners 11">
              <a:extLst>
                <a:ext uri="{FF2B5EF4-FFF2-40B4-BE49-F238E27FC236}">
                  <a16:creationId xmlns:a16="http://schemas.microsoft.com/office/drawing/2014/main" id="{616FE81B-8705-4A55-BBC9-D69544E54BA1}"/>
                </a:ext>
              </a:extLst>
            </p:cNvPr>
            <p:cNvSpPr/>
            <p:nvPr/>
          </p:nvSpPr>
          <p:spPr>
            <a:xfrm>
              <a:off x="9348186" y="5131293"/>
              <a:ext cx="417251" cy="443884"/>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60E742F1-328D-43F4-9DD2-B07AABBA93DD}"/>
              </a:ext>
            </a:extLst>
          </p:cNvPr>
          <p:cNvPicPr>
            <a:picLocks noChangeAspect="1"/>
          </p:cNvPicPr>
          <p:nvPr/>
        </p:nvPicPr>
        <p:blipFill>
          <a:blip r:embed="rId3"/>
          <a:stretch>
            <a:fillRect/>
          </a:stretch>
        </p:blipFill>
        <p:spPr>
          <a:xfrm>
            <a:off x="562068" y="3958092"/>
            <a:ext cx="2705100" cy="1485900"/>
          </a:xfrm>
          <a:prstGeom prst="rect">
            <a:avLst/>
          </a:prstGeom>
        </p:spPr>
      </p:pic>
      <p:pic>
        <p:nvPicPr>
          <p:cNvPr id="15" name="Picture 14">
            <a:extLst>
              <a:ext uri="{FF2B5EF4-FFF2-40B4-BE49-F238E27FC236}">
                <a16:creationId xmlns:a16="http://schemas.microsoft.com/office/drawing/2014/main" id="{545441E7-EA78-4CA9-90FF-AF7B20714097}"/>
              </a:ext>
            </a:extLst>
          </p:cNvPr>
          <p:cNvPicPr>
            <a:picLocks noChangeAspect="1"/>
          </p:cNvPicPr>
          <p:nvPr/>
        </p:nvPicPr>
        <p:blipFill>
          <a:blip r:embed="rId4"/>
          <a:stretch>
            <a:fillRect/>
          </a:stretch>
        </p:blipFill>
        <p:spPr>
          <a:xfrm>
            <a:off x="3828818" y="3980602"/>
            <a:ext cx="4410075" cy="1009650"/>
          </a:xfrm>
          <a:prstGeom prst="rect">
            <a:avLst/>
          </a:prstGeom>
        </p:spPr>
      </p:pic>
      <p:pic>
        <p:nvPicPr>
          <p:cNvPr id="16" name="Picture 15">
            <a:extLst>
              <a:ext uri="{FF2B5EF4-FFF2-40B4-BE49-F238E27FC236}">
                <a16:creationId xmlns:a16="http://schemas.microsoft.com/office/drawing/2014/main" id="{4C3B51E7-5DD2-4643-8496-551351593F1B}"/>
              </a:ext>
            </a:extLst>
          </p:cNvPr>
          <p:cNvPicPr>
            <a:picLocks noChangeAspect="1"/>
          </p:cNvPicPr>
          <p:nvPr/>
        </p:nvPicPr>
        <p:blipFill>
          <a:blip r:embed="rId5"/>
          <a:stretch>
            <a:fillRect/>
          </a:stretch>
        </p:blipFill>
        <p:spPr>
          <a:xfrm>
            <a:off x="5150481" y="4904652"/>
            <a:ext cx="6010275" cy="714375"/>
          </a:xfrm>
          <a:prstGeom prst="rect">
            <a:avLst/>
          </a:prstGeom>
        </p:spPr>
      </p:pic>
      <p:pic>
        <p:nvPicPr>
          <p:cNvPr id="17" name="Picture 16">
            <a:extLst>
              <a:ext uri="{FF2B5EF4-FFF2-40B4-BE49-F238E27FC236}">
                <a16:creationId xmlns:a16="http://schemas.microsoft.com/office/drawing/2014/main" id="{C36EBDDC-42E0-40F6-9795-8612A74D3843}"/>
              </a:ext>
            </a:extLst>
          </p:cNvPr>
          <p:cNvPicPr>
            <a:picLocks noChangeAspect="1"/>
          </p:cNvPicPr>
          <p:nvPr/>
        </p:nvPicPr>
        <p:blipFill>
          <a:blip r:embed="rId6"/>
          <a:stretch>
            <a:fillRect/>
          </a:stretch>
        </p:blipFill>
        <p:spPr>
          <a:xfrm>
            <a:off x="5150481" y="5619027"/>
            <a:ext cx="4102731" cy="1176632"/>
          </a:xfrm>
          <a:prstGeom prst="rect">
            <a:avLst/>
          </a:prstGeom>
        </p:spPr>
      </p:pic>
      <p:cxnSp>
        <p:nvCxnSpPr>
          <p:cNvPr id="19" name="Straight Arrow Connector 18">
            <a:extLst>
              <a:ext uri="{FF2B5EF4-FFF2-40B4-BE49-F238E27FC236}">
                <a16:creationId xmlns:a16="http://schemas.microsoft.com/office/drawing/2014/main" id="{4EBA5209-2877-48D2-B9B1-7F72F175DF43}"/>
              </a:ext>
            </a:extLst>
          </p:cNvPr>
          <p:cNvCxnSpPr/>
          <p:nvPr/>
        </p:nvCxnSpPr>
        <p:spPr>
          <a:xfrm flipV="1">
            <a:off x="6033855" y="1899821"/>
            <a:ext cx="2612995" cy="4465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330D2D-E626-4EA3-A86C-EE28F4AFBE6D}"/>
              </a:ext>
            </a:extLst>
          </p:cNvPr>
          <p:cNvCxnSpPr>
            <a:cxnSpLocks/>
          </p:cNvCxnSpPr>
          <p:nvPr/>
        </p:nvCxnSpPr>
        <p:spPr>
          <a:xfrm flipV="1">
            <a:off x="6604986" y="1953348"/>
            <a:ext cx="2223118" cy="4411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86EAF73-2AFA-4C79-B9BC-E819C7919BDC}"/>
              </a:ext>
            </a:extLst>
          </p:cNvPr>
          <p:cNvCxnSpPr>
            <a:cxnSpLocks/>
          </p:cNvCxnSpPr>
          <p:nvPr/>
        </p:nvCxnSpPr>
        <p:spPr>
          <a:xfrm flipV="1">
            <a:off x="7201846" y="3275861"/>
            <a:ext cx="1698641" cy="314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1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79E8-8728-4F30-9044-9A34F54872D3}"/>
              </a:ext>
            </a:extLst>
          </p:cNvPr>
          <p:cNvSpPr>
            <a:spLocks noGrp="1"/>
          </p:cNvSpPr>
          <p:nvPr>
            <p:ph type="title"/>
          </p:nvPr>
        </p:nvSpPr>
        <p:spPr>
          <a:xfrm>
            <a:off x="122637" y="202749"/>
            <a:ext cx="11360800" cy="763600"/>
          </a:xfrm>
        </p:spPr>
        <p:txBody>
          <a:bodyPr/>
          <a:lstStyle/>
          <a:p>
            <a:r>
              <a:rPr lang="en-US"/>
              <a:t>Measuring Surprise</a:t>
            </a:r>
          </a:p>
        </p:txBody>
      </p:sp>
      <p:sp>
        <p:nvSpPr>
          <p:cNvPr id="3" name="Text Placeholder 2">
            <a:extLst>
              <a:ext uri="{FF2B5EF4-FFF2-40B4-BE49-F238E27FC236}">
                <a16:creationId xmlns:a16="http://schemas.microsoft.com/office/drawing/2014/main" id="{7518F512-1C3D-4A4F-9262-88DA9FDD75B8}"/>
              </a:ext>
            </a:extLst>
          </p:cNvPr>
          <p:cNvSpPr>
            <a:spLocks noGrp="1"/>
          </p:cNvSpPr>
          <p:nvPr>
            <p:ph type="body" idx="1"/>
          </p:nvPr>
        </p:nvSpPr>
        <p:spPr>
          <a:xfrm>
            <a:off x="122637" y="1608673"/>
            <a:ext cx="11360800" cy="4555200"/>
          </a:xfrm>
        </p:spPr>
        <p:txBody>
          <a:bodyPr/>
          <a:lstStyle/>
          <a:p>
            <a:r>
              <a:rPr lang="en-US"/>
              <a:t>We want to estimate the total surprise after flipping the coin 100 times</a:t>
            </a:r>
          </a:p>
        </p:txBody>
      </p:sp>
      <p:grpSp>
        <p:nvGrpSpPr>
          <p:cNvPr id="6" name="Group 5">
            <a:extLst>
              <a:ext uri="{FF2B5EF4-FFF2-40B4-BE49-F238E27FC236}">
                <a16:creationId xmlns:a16="http://schemas.microsoft.com/office/drawing/2014/main" id="{E6B77448-8077-40CA-95DE-FEC40D0CFA50}"/>
              </a:ext>
            </a:extLst>
          </p:cNvPr>
          <p:cNvGrpSpPr/>
          <p:nvPr/>
        </p:nvGrpSpPr>
        <p:grpSpPr>
          <a:xfrm>
            <a:off x="8867284" y="-121600"/>
            <a:ext cx="3202079" cy="1775534"/>
            <a:chOff x="791223" y="1339603"/>
            <a:chExt cx="5105400" cy="2705100"/>
          </a:xfrm>
        </p:grpSpPr>
        <p:pic>
          <p:nvPicPr>
            <p:cNvPr id="4" name="Picture 3">
              <a:extLst>
                <a:ext uri="{FF2B5EF4-FFF2-40B4-BE49-F238E27FC236}">
                  <a16:creationId xmlns:a16="http://schemas.microsoft.com/office/drawing/2014/main" id="{7452E9F5-BD97-47F7-87BF-CBEA24E25AD6}"/>
                </a:ext>
              </a:extLst>
            </p:cNvPr>
            <p:cNvPicPr>
              <a:picLocks noChangeAspect="1"/>
            </p:cNvPicPr>
            <p:nvPr/>
          </p:nvPicPr>
          <p:blipFill>
            <a:blip r:embed="rId2"/>
            <a:stretch>
              <a:fillRect/>
            </a:stretch>
          </p:blipFill>
          <p:spPr>
            <a:xfrm>
              <a:off x="791223" y="1339603"/>
              <a:ext cx="5105400" cy="2705100"/>
            </a:xfrm>
            <a:prstGeom prst="rect">
              <a:avLst/>
            </a:prstGeom>
          </p:spPr>
        </p:pic>
        <p:sp>
          <p:nvSpPr>
            <p:cNvPr id="5" name="Rectangle: Rounded Corners 4">
              <a:extLst>
                <a:ext uri="{FF2B5EF4-FFF2-40B4-BE49-F238E27FC236}">
                  <a16:creationId xmlns:a16="http://schemas.microsoft.com/office/drawing/2014/main" id="{F54EC9AA-5027-4E76-BDF4-241CB9B010F7}"/>
                </a:ext>
              </a:extLst>
            </p:cNvPr>
            <p:cNvSpPr/>
            <p:nvPr/>
          </p:nvSpPr>
          <p:spPr>
            <a:xfrm>
              <a:off x="849086" y="1536633"/>
              <a:ext cx="1548881" cy="7636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D9402B72-695F-48AB-B1D1-0793C4208C6B}"/>
              </a:ext>
            </a:extLst>
          </p:cNvPr>
          <p:cNvPicPr>
            <a:picLocks noChangeAspect="1"/>
          </p:cNvPicPr>
          <p:nvPr/>
        </p:nvPicPr>
        <p:blipFill>
          <a:blip r:embed="rId3"/>
          <a:stretch>
            <a:fillRect/>
          </a:stretch>
        </p:blipFill>
        <p:spPr>
          <a:xfrm>
            <a:off x="833160" y="2324219"/>
            <a:ext cx="2695575" cy="1990725"/>
          </a:xfrm>
          <a:prstGeom prst="rect">
            <a:avLst/>
          </a:prstGeom>
        </p:spPr>
      </p:pic>
      <p:pic>
        <p:nvPicPr>
          <p:cNvPr id="8" name="Picture 7">
            <a:extLst>
              <a:ext uri="{FF2B5EF4-FFF2-40B4-BE49-F238E27FC236}">
                <a16:creationId xmlns:a16="http://schemas.microsoft.com/office/drawing/2014/main" id="{DC67D437-3E8A-4BA9-A453-F08F3E3495B4}"/>
              </a:ext>
            </a:extLst>
          </p:cNvPr>
          <p:cNvPicPr>
            <a:picLocks noChangeAspect="1"/>
          </p:cNvPicPr>
          <p:nvPr/>
        </p:nvPicPr>
        <p:blipFill>
          <a:blip r:embed="rId4"/>
          <a:stretch>
            <a:fillRect/>
          </a:stretch>
        </p:blipFill>
        <p:spPr>
          <a:xfrm>
            <a:off x="4339608" y="2343269"/>
            <a:ext cx="2571750" cy="1971675"/>
          </a:xfrm>
          <a:prstGeom prst="rect">
            <a:avLst/>
          </a:prstGeom>
        </p:spPr>
      </p:pic>
      <p:sp>
        <p:nvSpPr>
          <p:cNvPr id="9" name="TextBox 8">
            <a:extLst>
              <a:ext uri="{FF2B5EF4-FFF2-40B4-BE49-F238E27FC236}">
                <a16:creationId xmlns:a16="http://schemas.microsoft.com/office/drawing/2014/main" id="{2DDBC425-5046-45AE-9984-229A7E760A19}"/>
              </a:ext>
            </a:extLst>
          </p:cNvPr>
          <p:cNvSpPr txBox="1"/>
          <p:nvPr/>
        </p:nvSpPr>
        <p:spPr>
          <a:xfrm>
            <a:off x="865994" y="4309210"/>
            <a:ext cx="2467992" cy="923330"/>
          </a:xfrm>
          <a:prstGeom prst="rect">
            <a:avLst/>
          </a:prstGeom>
          <a:noFill/>
        </p:spPr>
        <p:txBody>
          <a:bodyPr wrap="square" rtlCol="0">
            <a:spAutoFit/>
          </a:bodyPr>
          <a:lstStyle/>
          <a:p>
            <a:r>
              <a:rPr lang="en-US"/>
              <a:t>How much surprise from getting head in 100 flip</a:t>
            </a:r>
          </a:p>
        </p:txBody>
      </p:sp>
      <p:sp>
        <p:nvSpPr>
          <p:cNvPr id="10" name="TextBox 9">
            <a:extLst>
              <a:ext uri="{FF2B5EF4-FFF2-40B4-BE49-F238E27FC236}">
                <a16:creationId xmlns:a16="http://schemas.microsoft.com/office/drawing/2014/main" id="{6882D8E7-615B-4F8B-89AF-5E436FBE3C1B}"/>
              </a:ext>
            </a:extLst>
          </p:cNvPr>
          <p:cNvSpPr txBox="1"/>
          <p:nvPr/>
        </p:nvSpPr>
        <p:spPr>
          <a:xfrm>
            <a:off x="4198508" y="4401431"/>
            <a:ext cx="2467992" cy="923330"/>
          </a:xfrm>
          <a:prstGeom prst="rect">
            <a:avLst/>
          </a:prstGeom>
          <a:noFill/>
        </p:spPr>
        <p:txBody>
          <a:bodyPr wrap="square" rtlCol="0">
            <a:spAutoFit/>
          </a:bodyPr>
          <a:lstStyle/>
          <a:p>
            <a:r>
              <a:rPr lang="en-US"/>
              <a:t>How much surprise from getting tail in 100 flip</a:t>
            </a:r>
          </a:p>
        </p:txBody>
      </p:sp>
      <p:pic>
        <p:nvPicPr>
          <p:cNvPr id="11" name="Picture 10">
            <a:extLst>
              <a:ext uri="{FF2B5EF4-FFF2-40B4-BE49-F238E27FC236}">
                <a16:creationId xmlns:a16="http://schemas.microsoft.com/office/drawing/2014/main" id="{8B2E3A57-67F5-4CB2-84FE-C223C96AE05A}"/>
              </a:ext>
            </a:extLst>
          </p:cNvPr>
          <p:cNvPicPr>
            <a:picLocks noChangeAspect="1"/>
          </p:cNvPicPr>
          <p:nvPr/>
        </p:nvPicPr>
        <p:blipFill>
          <a:blip r:embed="rId5"/>
          <a:stretch>
            <a:fillRect/>
          </a:stretch>
        </p:blipFill>
        <p:spPr>
          <a:xfrm>
            <a:off x="814018" y="2178125"/>
            <a:ext cx="6877050" cy="2247900"/>
          </a:xfrm>
          <a:prstGeom prst="rect">
            <a:avLst/>
          </a:prstGeom>
        </p:spPr>
      </p:pic>
      <p:sp>
        <p:nvSpPr>
          <p:cNvPr id="12" name="TextBox 11">
            <a:extLst>
              <a:ext uri="{FF2B5EF4-FFF2-40B4-BE49-F238E27FC236}">
                <a16:creationId xmlns:a16="http://schemas.microsoft.com/office/drawing/2014/main" id="{525F7B98-A624-40DB-B67F-C1ED481FE48B}"/>
              </a:ext>
            </a:extLst>
          </p:cNvPr>
          <p:cNvSpPr txBox="1"/>
          <p:nvPr/>
        </p:nvSpPr>
        <p:spPr>
          <a:xfrm>
            <a:off x="8109923" y="2563411"/>
            <a:ext cx="3373514" cy="2031325"/>
          </a:xfrm>
          <a:prstGeom prst="rect">
            <a:avLst/>
          </a:prstGeom>
          <a:noFill/>
        </p:spPr>
        <p:txBody>
          <a:bodyPr wrap="square" rtlCol="0">
            <a:spAutoFit/>
          </a:bodyPr>
          <a:lstStyle/>
          <a:p>
            <a:r>
              <a:rPr lang="en-US"/>
              <a:t>If we divide the amount of surprise in 100 flip to 100, we get the average amount of surprise every time we flip the coin</a:t>
            </a:r>
          </a:p>
          <a:p>
            <a:endParaRPr lang="en-US"/>
          </a:p>
          <a:p>
            <a:r>
              <a:rPr lang="en-US"/>
              <a:t>46.7 / 100 = 0.467</a:t>
            </a:r>
          </a:p>
          <a:p>
            <a:endParaRPr lang="en-US"/>
          </a:p>
        </p:txBody>
      </p:sp>
      <p:sp>
        <p:nvSpPr>
          <p:cNvPr id="13" name="TextBox 12">
            <a:extLst>
              <a:ext uri="{FF2B5EF4-FFF2-40B4-BE49-F238E27FC236}">
                <a16:creationId xmlns:a16="http://schemas.microsoft.com/office/drawing/2014/main" id="{9767830B-432B-4295-B120-7863853C6AF6}"/>
              </a:ext>
            </a:extLst>
          </p:cNvPr>
          <p:cNvSpPr txBox="1"/>
          <p:nvPr/>
        </p:nvSpPr>
        <p:spPr>
          <a:xfrm>
            <a:off x="7918355" y="4537106"/>
            <a:ext cx="4273645" cy="1200329"/>
          </a:xfrm>
          <a:prstGeom prst="rect">
            <a:avLst/>
          </a:prstGeom>
          <a:noFill/>
        </p:spPr>
        <p:txBody>
          <a:bodyPr wrap="square" rtlCol="0">
            <a:spAutoFit/>
          </a:bodyPr>
          <a:lstStyle/>
          <a:p>
            <a:r>
              <a:rPr lang="en-US" sz="2400" b="1">
                <a:solidFill>
                  <a:srgbClr val="FF0000"/>
                </a:solidFill>
              </a:rPr>
              <a:t>This is the Entropy of the coin =</a:t>
            </a:r>
          </a:p>
          <a:p>
            <a:r>
              <a:rPr lang="en-US" sz="2400" b="1">
                <a:solidFill>
                  <a:srgbClr val="FF0000"/>
                </a:solidFill>
              </a:rPr>
              <a:t>The expected surprise every time we flip the coin = 0.47</a:t>
            </a:r>
          </a:p>
        </p:txBody>
      </p:sp>
      <p:pic>
        <p:nvPicPr>
          <p:cNvPr id="15" name="Picture 14">
            <a:extLst>
              <a:ext uri="{FF2B5EF4-FFF2-40B4-BE49-F238E27FC236}">
                <a16:creationId xmlns:a16="http://schemas.microsoft.com/office/drawing/2014/main" id="{AD83A5C4-FF1A-4F0F-B992-FC2BCDC40728}"/>
              </a:ext>
            </a:extLst>
          </p:cNvPr>
          <p:cNvPicPr>
            <a:picLocks noChangeAspect="1"/>
          </p:cNvPicPr>
          <p:nvPr/>
        </p:nvPicPr>
        <p:blipFill>
          <a:blip r:embed="rId6"/>
          <a:stretch>
            <a:fillRect/>
          </a:stretch>
        </p:blipFill>
        <p:spPr>
          <a:xfrm>
            <a:off x="938133" y="5460436"/>
            <a:ext cx="6980222" cy="1300777"/>
          </a:xfrm>
          <a:prstGeom prst="rect">
            <a:avLst/>
          </a:prstGeom>
        </p:spPr>
      </p:pic>
      <p:pic>
        <p:nvPicPr>
          <p:cNvPr id="16" name="Picture 15">
            <a:extLst>
              <a:ext uri="{FF2B5EF4-FFF2-40B4-BE49-F238E27FC236}">
                <a16:creationId xmlns:a16="http://schemas.microsoft.com/office/drawing/2014/main" id="{F10C2576-F0D2-4FAC-8240-63532A5994C1}"/>
              </a:ext>
            </a:extLst>
          </p:cNvPr>
          <p:cNvPicPr>
            <a:picLocks noChangeAspect="1"/>
          </p:cNvPicPr>
          <p:nvPr/>
        </p:nvPicPr>
        <p:blipFill>
          <a:blip r:embed="rId7"/>
          <a:stretch>
            <a:fillRect/>
          </a:stretch>
        </p:blipFill>
        <p:spPr>
          <a:xfrm>
            <a:off x="8755407" y="5798906"/>
            <a:ext cx="3082311" cy="1007291"/>
          </a:xfrm>
          <a:prstGeom prst="rect">
            <a:avLst/>
          </a:prstGeom>
        </p:spPr>
      </p:pic>
    </p:spTree>
    <p:extLst>
      <p:ext uri="{BB962C8B-B14F-4D97-AF65-F5344CB8AC3E}">
        <p14:creationId xmlns:p14="http://schemas.microsoft.com/office/powerpoint/2010/main" val="426400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0"/>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Shannon Entropy</a:t>
            </a:r>
            <a:endParaRPr>
              <a:solidFill>
                <a:srgbClr val="1155CC"/>
              </a:solidFill>
            </a:endParaRPr>
          </a:p>
        </p:txBody>
      </p:sp>
      <p:pic>
        <p:nvPicPr>
          <p:cNvPr id="354" name="Google Shape;354;p60"/>
          <p:cNvPicPr preferRelativeResize="0"/>
          <p:nvPr/>
        </p:nvPicPr>
        <p:blipFill>
          <a:blip r:embed="rId3">
            <a:alphaModFix/>
          </a:blip>
          <a:stretch>
            <a:fillRect/>
          </a:stretch>
        </p:blipFill>
        <p:spPr>
          <a:xfrm>
            <a:off x="341467" y="985333"/>
            <a:ext cx="9107040" cy="5757635"/>
          </a:xfrm>
          <a:prstGeom prst="rect">
            <a:avLst/>
          </a:prstGeom>
          <a:noFill/>
          <a:ln>
            <a:noFill/>
          </a:ln>
        </p:spPr>
      </p:pic>
      <p:pic>
        <p:nvPicPr>
          <p:cNvPr id="2" name="Picture 1">
            <a:extLst>
              <a:ext uri="{FF2B5EF4-FFF2-40B4-BE49-F238E27FC236}">
                <a16:creationId xmlns:a16="http://schemas.microsoft.com/office/drawing/2014/main" id="{79D59BF0-52FB-453F-A3C6-61A8D034F914}"/>
              </a:ext>
            </a:extLst>
          </p:cNvPr>
          <p:cNvPicPr>
            <a:picLocks noChangeAspect="1"/>
          </p:cNvPicPr>
          <p:nvPr/>
        </p:nvPicPr>
        <p:blipFill>
          <a:blip r:embed="rId4"/>
          <a:stretch>
            <a:fillRect/>
          </a:stretch>
        </p:blipFill>
        <p:spPr>
          <a:xfrm>
            <a:off x="8183643" y="305802"/>
            <a:ext cx="3801814" cy="3002882"/>
          </a:xfrm>
          <a:prstGeom prst="rect">
            <a:avLst/>
          </a:prstGeom>
        </p:spPr>
      </p:pic>
      <p:sp>
        <p:nvSpPr>
          <p:cNvPr id="3" name="Oval 2">
            <a:extLst>
              <a:ext uri="{FF2B5EF4-FFF2-40B4-BE49-F238E27FC236}">
                <a16:creationId xmlns:a16="http://schemas.microsoft.com/office/drawing/2014/main" id="{33B7615F-312B-4BD8-A5BF-814397CF3032}"/>
              </a:ext>
            </a:extLst>
          </p:cNvPr>
          <p:cNvSpPr/>
          <p:nvPr/>
        </p:nvSpPr>
        <p:spPr>
          <a:xfrm>
            <a:off x="5573026" y="3583004"/>
            <a:ext cx="1154631" cy="6978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1BCAE9C-FFCE-4E36-9E4C-68C6B6A776DB}"/>
              </a:ext>
            </a:extLst>
          </p:cNvPr>
          <p:cNvSpPr txBox="1"/>
          <p:nvPr/>
        </p:nvSpPr>
        <p:spPr>
          <a:xfrm>
            <a:off x="6439301" y="3368842"/>
            <a:ext cx="1296830" cy="369332"/>
          </a:xfrm>
          <a:prstGeom prst="rect">
            <a:avLst/>
          </a:prstGeom>
          <a:noFill/>
        </p:spPr>
        <p:txBody>
          <a:bodyPr wrap="none" rtlCol="0">
            <a:spAutoFit/>
          </a:bodyPr>
          <a:lstStyle/>
          <a:p>
            <a:r>
              <a:rPr lang="en-US">
                <a:solidFill>
                  <a:schemeClr val="accent2"/>
                </a:solidFill>
              </a:rPr>
              <a:t>Information</a:t>
            </a:r>
          </a:p>
        </p:txBody>
      </p:sp>
      <p:pic>
        <p:nvPicPr>
          <p:cNvPr id="10" name="Google Shape;355;p60">
            <a:extLst>
              <a:ext uri="{FF2B5EF4-FFF2-40B4-BE49-F238E27FC236}">
                <a16:creationId xmlns:a16="http://schemas.microsoft.com/office/drawing/2014/main" id="{B492C7E0-88F4-40D3-B600-094312000552}"/>
              </a:ext>
            </a:extLst>
          </p:cNvPr>
          <p:cNvPicPr preferRelativeResize="0"/>
          <p:nvPr/>
        </p:nvPicPr>
        <p:blipFill>
          <a:blip r:embed="rId5">
            <a:alphaModFix/>
          </a:blip>
          <a:stretch>
            <a:fillRect/>
          </a:stretch>
        </p:blipFill>
        <p:spPr>
          <a:xfrm>
            <a:off x="8183643" y="133567"/>
            <a:ext cx="4008357" cy="3370029"/>
          </a:xfrm>
          <a:prstGeom prst="rect">
            <a:avLst/>
          </a:prstGeom>
          <a:noFill/>
          <a:ln>
            <a:noFill/>
          </a:ln>
        </p:spPr>
      </p:pic>
      <p:sp>
        <p:nvSpPr>
          <p:cNvPr id="11" name="Google Shape;356;p60">
            <a:extLst>
              <a:ext uri="{FF2B5EF4-FFF2-40B4-BE49-F238E27FC236}">
                <a16:creationId xmlns:a16="http://schemas.microsoft.com/office/drawing/2014/main" id="{DE51AE47-7097-4C08-8977-CDFA0B3332AF}"/>
              </a:ext>
            </a:extLst>
          </p:cNvPr>
          <p:cNvSpPr/>
          <p:nvPr/>
        </p:nvSpPr>
        <p:spPr>
          <a:xfrm>
            <a:off x="8729889" y="3628484"/>
            <a:ext cx="3462111" cy="1304704"/>
          </a:xfrm>
          <a:prstGeom prst="wedgeRoundRectCallout">
            <a:avLst>
              <a:gd name="adj1" fmla="val -21429"/>
              <a:gd name="adj2" fmla="val -8565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980000"/>
                </a:solidFill>
              </a:rPr>
              <a:t>The entropy of a Bernoulli random variable as a function of </a:t>
            </a:r>
            <a:r>
              <a:rPr lang="en" sz="1800" i="1">
                <a:solidFill>
                  <a:srgbClr val="980000"/>
                </a:solidFill>
              </a:rPr>
              <a:t>p</a:t>
            </a:r>
            <a:endParaRPr sz="1800" i="1">
              <a:solidFill>
                <a:srgbClr val="980000"/>
              </a:solidFill>
            </a:endParaRPr>
          </a:p>
        </p:txBody>
      </p:sp>
      <p:grpSp>
        <p:nvGrpSpPr>
          <p:cNvPr id="13" name="Group 12">
            <a:extLst>
              <a:ext uri="{FF2B5EF4-FFF2-40B4-BE49-F238E27FC236}">
                <a16:creationId xmlns:a16="http://schemas.microsoft.com/office/drawing/2014/main" id="{C81ED061-5630-4513-A2B7-59AD9BDA7E93}"/>
              </a:ext>
            </a:extLst>
          </p:cNvPr>
          <p:cNvGrpSpPr/>
          <p:nvPr/>
        </p:nvGrpSpPr>
        <p:grpSpPr>
          <a:xfrm>
            <a:off x="9076532" y="1919665"/>
            <a:ext cx="3115468" cy="3807549"/>
            <a:chOff x="9076532" y="1919665"/>
            <a:chExt cx="3115468" cy="3807549"/>
          </a:xfrm>
        </p:grpSpPr>
        <p:sp>
          <p:nvSpPr>
            <p:cNvPr id="5" name="TextBox 4">
              <a:extLst>
                <a:ext uri="{FF2B5EF4-FFF2-40B4-BE49-F238E27FC236}">
                  <a16:creationId xmlns:a16="http://schemas.microsoft.com/office/drawing/2014/main" id="{AD85A120-D66B-4686-873D-9BCED5A8C246}"/>
                </a:ext>
              </a:extLst>
            </p:cNvPr>
            <p:cNvSpPr txBox="1"/>
            <p:nvPr/>
          </p:nvSpPr>
          <p:spPr>
            <a:xfrm>
              <a:off x="9076532" y="5080883"/>
              <a:ext cx="3115468" cy="646331"/>
            </a:xfrm>
            <a:prstGeom prst="rect">
              <a:avLst/>
            </a:prstGeom>
            <a:noFill/>
          </p:spPr>
          <p:txBody>
            <a:bodyPr wrap="none" rtlCol="0">
              <a:spAutoFit/>
            </a:bodyPr>
            <a:lstStyle/>
            <a:p>
              <a:r>
                <a:rPr lang="en-US"/>
                <a:t>Less uncertainty</a:t>
              </a:r>
            </a:p>
            <a:p>
              <a:r>
                <a:rPr lang="en-US"/>
                <a:t>We can predict outcome better</a:t>
              </a:r>
            </a:p>
          </p:txBody>
        </p:sp>
        <p:cxnSp>
          <p:nvCxnSpPr>
            <p:cNvPr id="8" name="Straight Arrow Connector 7">
              <a:extLst>
                <a:ext uri="{FF2B5EF4-FFF2-40B4-BE49-F238E27FC236}">
                  <a16:creationId xmlns:a16="http://schemas.microsoft.com/office/drawing/2014/main" id="{B15A7934-30B0-4967-989D-E023F02453AE}"/>
                </a:ext>
              </a:extLst>
            </p:cNvPr>
            <p:cNvCxnSpPr>
              <a:stCxn id="5" idx="0"/>
            </p:cNvCxnSpPr>
            <p:nvPr/>
          </p:nvCxnSpPr>
          <p:spPr>
            <a:xfrm flipV="1">
              <a:off x="10634266" y="2107933"/>
              <a:ext cx="954551" cy="2972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3AEBA80-23C5-4786-9762-5735D023403D}"/>
                </a:ext>
              </a:extLst>
            </p:cNvPr>
            <p:cNvCxnSpPr>
              <a:cxnSpLocks/>
              <a:stCxn id="5" idx="0"/>
            </p:cNvCxnSpPr>
            <p:nvPr/>
          </p:nvCxnSpPr>
          <p:spPr>
            <a:xfrm flipH="1" flipV="1">
              <a:off x="9475468" y="1919665"/>
              <a:ext cx="1158798" cy="316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1"/>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Entropy: Examples</a:t>
            </a:r>
            <a:endParaRPr>
              <a:solidFill>
                <a:srgbClr val="1155CC"/>
              </a:solidFill>
            </a:endParaRPr>
          </a:p>
        </p:txBody>
      </p:sp>
      <p:pic>
        <p:nvPicPr>
          <p:cNvPr id="362" name="Google Shape;362;p61"/>
          <p:cNvPicPr preferRelativeResize="0"/>
          <p:nvPr/>
        </p:nvPicPr>
        <p:blipFill>
          <a:blip r:embed="rId3">
            <a:alphaModFix/>
          </a:blip>
          <a:stretch>
            <a:fillRect/>
          </a:stretch>
        </p:blipFill>
        <p:spPr>
          <a:xfrm>
            <a:off x="341467" y="1100367"/>
            <a:ext cx="8849437" cy="5554435"/>
          </a:xfrm>
          <a:prstGeom prst="rect">
            <a:avLst/>
          </a:prstGeom>
          <a:noFill/>
          <a:ln>
            <a:noFill/>
          </a:ln>
        </p:spPr>
      </p:pic>
      <p:pic>
        <p:nvPicPr>
          <p:cNvPr id="2" name="Picture 1">
            <a:extLst>
              <a:ext uri="{FF2B5EF4-FFF2-40B4-BE49-F238E27FC236}">
                <a16:creationId xmlns:a16="http://schemas.microsoft.com/office/drawing/2014/main" id="{901D8320-7977-45F7-9F5E-AA8DC78580F5}"/>
              </a:ext>
            </a:extLst>
          </p:cNvPr>
          <p:cNvPicPr>
            <a:picLocks noChangeAspect="1"/>
          </p:cNvPicPr>
          <p:nvPr/>
        </p:nvPicPr>
        <p:blipFill>
          <a:blip r:embed="rId4"/>
          <a:stretch>
            <a:fillRect/>
          </a:stretch>
        </p:blipFill>
        <p:spPr>
          <a:xfrm>
            <a:off x="909487" y="2288256"/>
            <a:ext cx="5298808" cy="22814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2"/>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Computing Entropy From A Sample</a:t>
            </a:r>
            <a:endParaRPr>
              <a:solidFill>
                <a:srgbClr val="1155CC"/>
              </a:solidFill>
            </a:endParaRPr>
          </a:p>
        </p:txBody>
      </p:sp>
      <p:pic>
        <p:nvPicPr>
          <p:cNvPr id="368" name="Google Shape;368;p62"/>
          <p:cNvPicPr preferRelativeResize="0"/>
          <p:nvPr/>
        </p:nvPicPr>
        <p:blipFill>
          <a:blip r:embed="rId3">
            <a:alphaModFix/>
          </a:blip>
          <a:stretch>
            <a:fillRect/>
          </a:stretch>
        </p:blipFill>
        <p:spPr>
          <a:xfrm>
            <a:off x="203201" y="1100368"/>
            <a:ext cx="7662089" cy="55544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3"/>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Distribution of Hair Colors </a:t>
            </a:r>
            <a:endParaRPr>
              <a:solidFill>
                <a:srgbClr val="1155CC"/>
              </a:solidFill>
            </a:endParaRPr>
          </a:p>
        </p:txBody>
      </p:sp>
      <p:pic>
        <p:nvPicPr>
          <p:cNvPr id="374" name="Google Shape;374;p63"/>
          <p:cNvPicPr preferRelativeResize="0"/>
          <p:nvPr/>
        </p:nvPicPr>
        <p:blipFill>
          <a:blip r:embed="rId3">
            <a:alphaModFix/>
          </a:blip>
          <a:stretch>
            <a:fillRect/>
          </a:stretch>
        </p:blipFill>
        <p:spPr>
          <a:xfrm>
            <a:off x="215967" y="1100368"/>
            <a:ext cx="9053181" cy="5554433"/>
          </a:xfrm>
          <a:prstGeom prst="rect">
            <a:avLst/>
          </a:prstGeom>
          <a:noFill/>
          <a:ln>
            <a:noFill/>
          </a:ln>
        </p:spPr>
      </p:pic>
      <p:sp>
        <p:nvSpPr>
          <p:cNvPr id="2" name="Rectangle: Rounded Corners 1">
            <a:extLst>
              <a:ext uri="{FF2B5EF4-FFF2-40B4-BE49-F238E27FC236}">
                <a16:creationId xmlns:a16="http://schemas.microsoft.com/office/drawing/2014/main" id="{6E0E2DEA-CC91-4068-8DEF-319C5152C6EA}"/>
              </a:ext>
            </a:extLst>
          </p:cNvPr>
          <p:cNvSpPr/>
          <p:nvPr/>
        </p:nvSpPr>
        <p:spPr>
          <a:xfrm>
            <a:off x="3793909" y="1100367"/>
            <a:ext cx="3649211" cy="307734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B06E84F-28C8-43FA-B9C0-671ACD968139}"/>
              </a:ext>
            </a:extLst>
          </p:cNvPr>
          <p:cNvSpPr/>
          <p:nvPr/>
        </p:nvSpPr>
        <p:spPr>
          <a:xfrm>
            <a:off x="5243119" y="1100368"/>
            <a:ext cx="2576819" cy="307734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064DB-5B4F-4A9A-A272-12EA967E9542}"/>
              </a:ext>
            </a:extLst>
          </p:cNvPr>
          <p:cNvSpPr>
            <a:spLocks noGrp="1"/>
          </p:cNvSpPr>
          <p:nvPr>
            <p:ph type="title"/>
          </p:nvPr>
        </p:nvSpPr>
        <p:spPr>
          <a:xfrm>
            <a:off x="149270" y="122851"/>
            <a:ext cx="11360800" cy="763600"/>
          </a:xfrm>
        </p:spPr>
        <p:txBody>
          <a:bodyPr/>
          <a:lstStyle/>
          <a:p>
            <a:r>
              <a:rPr lang="en-US"/>
              <a:t>Calculating Entropy</a:t>
            </a:r>
          </a:p>
        </p:txBody>
      </p:sp>
      <p:pic>
        <p:nvPicPr>
          <p:cNvPr id="4" name="Picture 3">
            <a:extLst>
              <a:ext uri="{FF2B5EF4-FFF2-40B4-BE49-F238E27FC236}">
                <a16:creationId xmlns:a16="http://schemas.microsoft.com/office/drawing/2014/main" id="{AEDE8DFC-E0BA-4EFB-912E-6DB026427FB2}"/>
              </a:ext>
            </a:extLst>
          </p:cNvPr>
          <p:cNvPicPr>
            <a:picLocks noChangeAspect="1"/>
          </p:cNvPicPr>
          <p:nvPr/>
        </p:nvPicPr>
        <p:blipFill>
          <a:blip r:embed="rId2"/>
          <a:stretch>
            <a:fillRect/>
          </a:stretch>
        </p:blipFill>
        <p:spPr>
          <a:xfrm>
            <a:off x="9295891" y="802087"/>
            <a:ext cx="2105025" cy="5591175"/>
          </a:xfrm>
          <a:prstGeom prst="rect">
            <a:avLst/>
          </a:prstGeom>
        </p:spPr>
      </p:pic>
      <p:pic>
        <p:nvPicPr>
          <p:cNvPr id="5" name="Picture 4">
            <a:extLst>
              <a:ext uri="{FF2B5EF4-FFF2-40B4-BE49-F238E27FC236}">
                <a16:creationId xmlns:a16="http://schemas.microsoft.com/office/drawing/2014/main" id="{C9360563-D839-4741-9ECD-EF3C8F3F4363}"/>
              </a:ext>
            </a:extLst>
          </p:cNvPr>
          <p:cNvPicPr>
            <a:picLocks noChangeAspect="1"/>
          </p:cNvPicPr>
          <p:nvPr/>
        </p:nvPicPr>
        <p:blipFill>
          <a:blip r:embed="rId3"/>
          <a:stretch>
            <a:fillRect/>
          </a:stretch>
        </p:blipFill>
        <p:spPr>
          <a:xfrm>
            <a:off x="791084" y="1304147"/>
            <a:ext cx="6400800" cy="3409950"/>
          </a:xfrm>
          <a:prstGeom prst="rect">
            <a:avLst/>
          </a:prstGeom>
        </p:spPr>
      </p:pic>
      <p:cxnSp>
        <p:nvCxnSpPr>
          <p:cNvPr id="7" name="Straight Arrow Connector 6">
            <a:extLst>
              <a:ext uri="{FF2B5EF4-FFF2-40B4-BE49-F238E27FC236}">
                <a16:creationId xmlns:a16="http://schemas.microsoft.com/office/drawing/2014/main" id="{579BBFE5-75C0-4471-AF1A-CE58161D4515}"/>
              </a:ext>
            </a:extLst>
          </p:cNvPr>
          <p:cNvCxnSpPr/>
          <p:nvPr/>
        </p:nvCxnSpPr>
        <p:spPr>
          <a:xfrm flipH="1">
            <a:off x="7268547" y="1716833"/>
            <a:ext cx="2027344" cy="5038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23D57822-0D28-4E60-99CE-0E72032AE13A}"/>
              </a:ext>
            </a:extLst>
          </p:cNvPr>
          <p:cNvPicPr>
            <a:picLocks noChangeAspect="1"/>
          </p:cNvPicPr>
          <p:nvPr/>
        </p:nvPicPr>
        <p:blipFill>
          <a:blip r:embed="rId4"/>
          <a:stretch>
            <a:fillRect/>
          </a:stretch>
        </p:blipFill>
        <p:spPr>
          <a:xfrm>
            <a:off x="792708" y="1275572"/>
            <a:ext cx="7134225" cy="3438525"/>
          </a:xfrm>
          <a:prstGeom prst="rect">
            <a:avLst/>
          </a:prstGeom>
        </p:spPr>
      </p:pic>
      <p:cxnSp>
        <p:nvCxnSpPr>
          <p:cNvPr id="9" name="Straight Arrow Connector 8">
            <a:extLst>
              <a:ext uri="{FF2B5EF4-FFF2-40B4-BE49-F238E27FC236}">
                <a16:creationId xmlns:a16="http://schemas.microsoft.com/office/drawing/2014/main" id="{59D2EFD2-62C2-4FA6-9743-F7D78DCD6F02}"/>
              </a:ext>
            </a:extLst>
          </p:cNvPr>
          <p:cNvCxnSpPr>
            <a:cxnSpLocks/>
          </p:cNvCxnSpPr>
          <p:nvPr/>
        </p:nvCxnSpPr>
        <p:spPr>
          <a:xfrm flipH="1" flipV="1">
            <a:off x="6667130" y="2220686"/>
            <a:ext cx="2519607" cy="15824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A06936C-5073-45EA-84F6-151F21459926}"/>
              </a:ext>
            </a:extLst>
          </p:cNvPr>
          <p:cNvSpPr txBox="1"/>
          <p:nvPr/>
        </p:nvSpPr>
        <p:spPr>
          <a:xfrm>
            <a:off x="1003646" y="5469932"/>
            <a:ext cx="5975675" cy="923330"/>
          </a:xfrm>
          <a:prstGeom prst="rect">
            <a:avLst/>
          </a:prstGeom>
          <a:noFill/>
        </p:spPr>
        <p:txBody>
          <a:bodyPr wrap="none" rtlCol="0">
            <a:spAutoFit/>
          </a:bodyPr>
          <a:lstStyle/>
          <a:p>
            <a:r>
              <a:rPr lang="en-US"/>
              <a:t>Surprise associated with picking up a orange chicken is low</a:t>
            </a:r>
          </a:p>
          <a:p>
            <a:r>
              <a:rPr lang="en-US"/>
              <a:t>But the probability of picking up a orange chicken is high</a:t>
            </a:r>
          </a:p>
          <a:p>
            <a:r>
              <a:rPr lang="en-US"/>
              <a:t>So the total entropy is closer to the surprise of orange chicken</a:t>
            </a:r>
          </a:p>
        </p:txBody>
      </p:sp>
      <p:sp>
        <p:nvSpPr>
          <p:cNvPr id="12" name="TextBox 11">
            <a:extLst>
              <a:ext uri="{FF2B5EF4-FFF2-40B4-BE49-F238E27FC236}">
                <a16:creationId xmlns:a16="http://schemas.microsoft.com/office/drawing/2014/main" id="{7EFDBE48-3219-4E12-A9E8-11CBCEAFEE69}"/>
              </a:ext>
            </a:extLst>
          </p:cNvPr>
          <p:cNvSpPr txBox="1"/>
          <p:nvPr/>
        </p:nvSpPr>
        <p:spPr>
          <a:xfrm>
            <a:off x="892566" y="5448133"/>
            <a:ext cx="6462731" cy="923330"/>
          </a:xfrm>
          <a:prstGeom prst="rect">
            <a:avLst/>
          </a:prstGeom>
          <a:noFill/>
        </p:spPr>
        <p:txBody>
          <a:bodyPr wrap="none" rtlCol="0">
            <a:spAutoFit/>
          </a:bodyPr>
          <a:lstStyle/>
          <a:p>
            <a:r>
              <a:rPr lang="en-US"/>
              <a:t>Surprise associated with picking up a orange chicken is high</a:t>
            </a:r>
          </a:p>
          <a:p>
            <a:r>
              <a:rPr lang="en-US"/>
              <a:t>But the probability of picking up a orange chicken is low</a:t>
            </a:r>
          </a:p>
          <a:p>
            <a:r>
              <a:rPr lang="en-US"/>
              <a:t>So the total entropy is closer to the surprise of picking blue chicken</a:t>
            </a:r>
          </a:p>
        </p:txBody>
      </p:sp>
      <p:pic>
        <p:nvPicPr>
          <p:cNvPr id="13" name="Picture 12">
            <a:extLst>
              <a:ext uri="{FF2B5EF4-FFF2-40B4-BE49-F238E27FC236}">
                <a16:creationId xmlns:a16="http://schemas.microsoft.com/office/drawing/2014/main" id="{8015FE4F-525F-41BC-8FF5-7446F557BA83}"/>
              </a:ext>
            </a:extLst>
          </p:cNvPr>
          <p:cNvPicPr>
            <a:picLocks noChangeAspect="1"/>
          </p:cNvPicPr>
          <p:nvPr/>
        </p:nvPicPr>
        <p:blipFill>
          <a:blip r:embed="rId5"/>
          <a:stretch>
            <a:fillRect/>
          </a:stretch>
        </p:blipFill>
        <p:spPr>
          <a:xfrm>
            <a:off x="791084" y="1160796"/>
            <a:ext cx="6838950" cy="3381375"/>
          </a:xfrm>
          <a:prstGeom prst="rect">
            <a:avLst/>
          </a:prstGeom>
        </p:spPr>
      </p:pic>
      <p:cxnSp>
        <p:nvCxnSpPr>
          <p:cNvPr id="14" name="Straight Arrow Connector 13">
            <a:extLst>
              <a:ext uri="{FF2B5EF4-FFF2-40B4-BE49-F238E27FC236}">
                <a16:creationId xmlns:a16="http://schemas.microsoft.com/office/drawing/2014/main" id="{A3667EBA-47BA-4EE2-A9A2-ECD68231A461}"/>
              </a:ext>
            </a:extLst>
          </p:cNvPr>
          <p:cNvCxnSpPr>
            <a:cxnSpLocks/>
          </p:cNvCxnSpPr>
          <p:nvPr/>
        </p:nvCxnSpPr>
        <p:spPr>
          <a:xfrm flipH="1" flipV="1">
            <a:off x="6721707" y="3981333"/>
            <a:ext cx="2519607" cy="15824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E2F697B-54DA-4F99-8BE9-E66EFC11B75E}"/>
              </a:ext>
            </a:extLst>
          </p:cNvPr>
          <p:cNvSpPr txBox="1"/>
          <p:nvPr/>
        </p:nvSpPr>
        <p:spPr>
          <a:xfrm>
            <a:off x="892566" y="5331432"/>
            <a:ext cx="7317784" cy="1200329"/>
          </a:xfrm>
          <a:prstGeom prst="rect">
            <a:avLst/>
          </a:prstGeom>
          <a:noFill/>
        </p:spPr>
        <p:txBody>
          <a:bodyPr wrap="square" rtlCol="0">
            <a:spAutoFit/>
          </a:bodyPr>
          <a:lstStyle/>
          <a:p>
            <a:r>
              <a:rPr lang="en-US"/>
              <a:t>Every time we pick up the chicken, we get moderate surprise</a:t>
            </a:r>
          </a:p>
          <a:p>
            <a:r>
              <a:rPr lang="en-US"/>
              <a:t>-&gt; We can use entropy to quantify the similarity or difference in number of orange and blue chickens in each area</a:t>
            </a:r>
          </a:p>
          <a:p>
            <a:r>
              <a:rPr lang="en-US"/>
              <a:t>As we increase the difference in the numbers, we lower the entropy</a:t>
            </a:r>
          </a:p>
        </p:txBody>
      </p:sp>
      <p:sp>
        <p:nvSpPr>
          <p:cNvPr id="16" name="TextBox 15">
            <a:extLst>
              <a:ext uri="{FF2B5EF4-FFF2-40B4-BE49-F238E27FC236}">
                <a16:creationId xmlns:a16="http://schemas.microsoft.com/office/drawing/2014/main" id="{A01C269E-E255-40D1-80D3-9396F4D6CFC3}"/>
              </a:ext>
            </a:extLst>
          </p:cNvPr>
          <p:cNvSpPr txBox="1"/>
          <p:nvPr/>
        </p:nvSpPr>
        <p:spPr>
          <a:xfrm>
            <a:off x="11275339" y="582553"/>
            <a:ext cx="916661" cy="5355312"/>
          </a:xfrm>
          <a:prstGeom prst="rect">
            <a:avLst/>
          </a:prstGeom>
          <a:noFill/>
        </p:spPr>
        <p:txBody>
          <a:bodyPr wrap="none" rtlCol="0">
            <a:spAutoFit/>
          </a:bodyPr>
          <a:lstStyle/>
          <a:p>
            <a:r>
              <a:rPr lang="en-US"/>
              <a:t>Entropy</a:t>
            </a:r>
          </a:p>
          <a:p>
            <a:endParaRPr lang="en-US"/>
          </a:p>
          <a:p>
            <a:endParaRPr lang="en-US"/>
          </a:p>
          <a:p>
            <a:r>
              <a:rPr lang="en-US"/>
              <a:t>0.59</a:t>
            </a:r>
          </a:p>
          <a:p>
            <a:endParaRPr lang="en-US"/>
          </a:p>
          <a:p>
            <a:endParaRPr lang="en-US"/>
          </a:p>
          <a:p>
            <a:endParaRPr lang="en-US"/>
          </a:p>
          <a:p>
            <a:endParaRPr lang="en-US"/>
          </a:p>
          <a:p>
            <a:endParaRPr lang="en-US"/>
          </a:p>
          <a:p>
            <a:endParaRPr lang="en-US"/>
          </a:p>
          <a:p>
            <a:endParaRPr lang="en-US"/>
          </a:p>
          <a:p>
            <a:r>
              <a:rPr lang="en-US"/>
              <a:t>0.44</a:t>
            </a:r>
          </a:p>
          <a:p>
            <a:endParaRPr lang="en-US"/>
          </a:p>
          <a:p>
            <a:endParaRPr lang="en-US"/>
          </a:p>
          <a:p>
            <a:endParaRPr lang="en-US"/>
          </a:p>
          <a:p>
            <a:endParaRPr lang="en-US"/>
          </a:p>
          <a:p>
            <a:endParaRPr lang="en-US"/>
          </a:p>
          <a:p>
            <a:endParaRPr lang="en-US"/>
          </a:p>
          <a:p>
            <a:r>
              <a:rPr lang="en-US"/>
              <a:t>1</a:t>
            </a:r>
          </a:p>
        </p:txBody>
      </p:sp>
    </p:spTree>
    <p:extLst>
      <p:ext uri="{BB962C8B-B14F-4D97-AF65-F5344CB8AC3E}">
        <p14:creationId xmlns:p14="http://schemas.microsoft.com/office/powerpoint/2010/main" val="342102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1" nodeType="withEffect">
                                  <p:stCondLst>
                                    <p:cond delay="0"/>
                                  </p:stCondLst>
                                  <p:childTnLst>
                                    <p:set>
                                      <p:cBhvr>
                                        <p:cTn id="12" dur="1" fill="hold">
                                          <p:stCondLst>
                                            <p:cond delay="0"/>
                                          </p:stCondLst>
                                        </p:cTn>
                                        <p:tgtEl>
                                          <p:spTgt spid="11"/>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7654-F0D3-4AC3-BCAC-8FE9502F61AF}"/>
              </a:ext>
            </a:extLst>
          </p:cNvPr>
          <p:cNvSpPr>
            <a:spLocks noGrp="1"/>
          </p:cNvSpPr>
          <p:nvPr>
            <p:ph type="title"/>
          </p:nvPr>
        </p:nvSpPr>
        <p:spPr>
          <a:xfrm>
            <a:off x="306543" y="215863"/>
            <a:ext cx="11360800" cy="763600"/>
          </a:xfrm>
        </p:spPr>
        <p:txBody>
          <a:bodyPr/>
          <a:lstStyle/>
          <a:p>
            <a:r>
              <a:rPr lang="en-US">
                <a:solidFill>
                  <a:schemeClr val="accent1"/>
                </a:solidFill>
              </a:rPr>
              <a:t>Joint Entropy</a:t>
            </a:r>
          </a:p>
        </p:txBody>
      </p:sp>
      <p:sp>
        <p:nvSpPr>
          <p:cNvPr id="3" name="Text Placeholder 2">
            <a:extLst>
              <a:ext uri="{FF2B5EF4-FFF2-40B4-BE49-F238E27FC236}">
                <a16:creationId xmlns:a16="http://schemas.microsoft.com/office/drawing/2014/main" id="{C3F00FC7-0EA6-468F-948A-105AEAD1AD70}"/>
              </a:ext>
            </a:extLst>
          </p:cNvPr>
          <p:cNvSpPr>
            <a:spLocks noGrp="1"/>
          </p:cNvSpPr>
          <p:nvPr>
            <p:ph type="body" idx="1"/>
          </p:nvPr>
        </p:nvSpPr>
        <p:spPr/>
        <p:txBody>
          <a:bodyPr/>
          <a:lstStyle/>
          <a:p>
            <a:r>
              <a:rPr lang="en-US" b="0" i="0" dirty="0">
                <a:solidFill>
                  <a:srgbClr val="374151"/>
                </a:solidFill>
                <a:effectLst/>
                <a:latin typeface="Söhne"/>
              </a:rPr>
              <a:t>It measures the amount of information needed to describe both variables simultaneously. (collective uncertainty)</a:t>
            </a:r>
          </a:p>
          <a:p>
            <a:endParaRPr lang="en-US" dirty="0"/>
          </a:p>
          <a:p>
            <a:r>
              <a:rPr lang="en-US" dirty="0"/>
              <a:t>Let X represent whether it is sunny or rainy in a particular town on a given day. Let Y represent whether it is above 70 degrees or below seventy degrees. Compute the entropy of the joint distribution P(X, Y ) given by</a:t>
            </a:r>
          </a:p>
        </p:txBody>
      </p:sp>
      <p:pic>
        <p:nvPicPr>
          <p:cNvPr id="4" name="Picture 3">
            <a:extLst>
              <a:ext uri="{FF2B5EF4-FFF2-40B4-BE49-F238E27FC236}">
                <a16:creationId xmlns:a16="http://schemas.microsoft.com/office/drawing/2014/main" id="{AD8C826A-AFF3-4F92-B8BE-FE3D687E738E}"/>
              </a:ext>
            </a:extLst>
          </p:cNvPr>
          <p:cNvPicPr>
            <a:picLocks noChangeAspect="1"/>
          </p:cNvPicPr>
          <p:nvPr/>
        </p:nvPicPr>
        <p:blipFill>
          <a:blip r:embed="rId2"/>
          <a:stretch>
            <a:fillRect/>
          </a:stretch>
        </p:blipFill>
        <p:spPr>
          <a:xfrm>
            <a:off x="4579470" y="392059"/>
            <a:ext cx="6475236" cy="865989"/>
          </a:xfrm>
          <a:prstGeom prst="rect">
            <a:avLst/>
          </a:prstGeom>
        </p:spPr>
      </p:pic>
      <p:pic>
        <p:nvPicPr>
          <p:cNvPr id="5" name="Picture 4">
            <a:extLst>
              <a:ext uri="{FF2B5EF4-FFF2-40B4-BE49-F238E27FC236}">
                <a16:creationId xmlns:a16="http://schemas.microsoft.com/office/drawing/2014/main" id="{96BBA63D-D136-4136-BA4C-5E7773F60F09}"/>
              </a:ext>
            </a:extLst>
          </p:cNvPr>
          <p:cNvPicPr>
            <a:picLocks noChangeAspect="1"/>
          </p:cNvPicPr>
          <p:nvPr/>
        </p:nvPicPr>
        <p:blipFill>
          <a:blip r:embed="rId3"/>
          <a:stretch>
            <a:fillRect/>
          </a:stretch>
        </p:blipFill>
        <p:spPr>
          <a:xfrm>
            <a:off x="1250210" y="4371752"/>
            <a:ext cx="2690157" cy="2397749"/>
          </a:xfrm>
          <a:prstGeom prst="rect">
            <a:avLst/>
          </a:prstGeom>
        </p:spPr>
      </p:pic>
      <p:pic>
        <p:nvPicPr>
          <p:cNvPr id="6" name="Picture 5">
            <a:extLst>
              <a:ext uri="{FF2B5EF4-FFF2-40B4-BE49-F238E27FC236}">
                <a16:creationId xmlns:a16="http://schemas.microsoft.com/office/drawing/2014/main" id="{D5571B5A-CDD9-4B0E-A34A-7A5ACB04DE68}"/>
              </a:ext>
            </a:extLst>
          </p:cNvPr>
          <p:cNvPicPr>
            <a:picLocks noChangeAspect="1"/>
          </p:cNvPicPr>
          <p:nvPr/>
        </p:nvPicPr>
        <p:blipFill>
          <a:blip r:embed="rId4"/>
          <a:stretch>
            <a:fillRect/>
          </a:stretch>
        </p:blipFill>
        <p:spPr>
          <a:xfrm>
            <a:off x="4562759" y="4244388"/>
            <a:ext cx="4976274" cy="742076"/>
          </a:xfrm>
          <a:prstGeom prst="rect">
            <a:avLst/>
          </a:prstGeom>
        </p:spPr>
      </p:pic>
      <p:pic>
        <p:nvPicPr>
          <p:cNvPr id="7" name="Picture 6">
            <a:extLst>
              <a:ext uri="{FF2B5EF4-FFF2-40B4-BE49-F238E27FC236}">
                <a16:creationId xmlns:a16="http://schemas.microsoft.com/office/drawing/2014/main" id="{648FECB1-39D1-432F-A8B6-CED19E966AD5}"/>
              </a:ext>
            </a:extLst>
          </p:cNvPr>
          <p:cNvPicPr>
            <a:picLocks noChangeAspect="1"/>
          </p:cNvPicPr>
          <p:nvPr/>
        </p:nvPicPr>
        <p:blipFill>
          <a:blip r:embed="rId5"/>
          <a:stretch>
            <a:fillRect/>
          </a:stretch>
        </p:blipFill>
        <p:spPr>
          <a:xfrm>
            <a:off x="5370246" y="5028621"/>
            <a:ext cx="3517102" cy="1613516"/>
          </a:xfrm>
          <a:prstGeom prst="rect">
            <a:avLst/>
          </a:prstGeom>
        </p:spPr>
      </p:pic>
    </p:spTree>
    <p:extLst>
      <p:ext uri="{BB962C8B-B14F-4D97-AF65-F5344CB8AC3E}">
        <p14:creationId xmlns:p14="http://schemas.microsoft.com/office/powerpoint/2010/main" val="1971979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8AF2-5703-4936-916F-98FC12AF5F8B}"/>
              </a:ext>
            </a:extLst>
          </p:cNvPr>
          <p:cNvSpPr>
            <a:spLocks noGrp="1"/>
          </p:cNvSpPr>
          <p:nvPr>
            <p:ph type="title"/>
          </p:nvPr>
        </p:nvSpPr>
        <p:spPr/>
        <p:txBody>
          <a:bodyPr/>
          <a:lstStyle/>
          <a:p>
            <a:r>
              <a:rPr lang="en-US" sz="4000" dirty="0"/>
              <a:t>Comparison of Joint Entropy with Individual Entropy</a:t>
            </a:r>
          </a:p>
        </p:txBody>
      </p:sp>
      <p:sp>
        <p:nvSpPr>
          <p:cNvPr id="3" name="Text Placeholder 2">
            <a:extLst>
              <a:ext uri="{FF2B5EF4-FFF2-40B4-BE49-F238E27FC236}">
                <a16:creationId xmlns:a16="http://schemas.microsoft.com/office/drawing/2014/main" id="{F47C2AB5-2803-4659-B272-59D934EDDF37}"/>
              </a:ext>
            </a:extLst>
          </p:cNvPr>
          <p:cNvSpPr>
            <a:spLocks noGrp="1"/>
          </p:cNvSpPr>
          <p:nvPr>
            <p:ph type="body" idx="1"/>
          </p:nvPr>
        </p:nvSpPr>
        <p:spPr/>
        <p:txBody>
          <a:bodyPr/>
          <a:lstStyle/>
          <a:p>
            <a:pPr marL="152396" indent="0">
              <a:buNone/>
            </a:pPr>
            <a:r>
              <a:rPr lang="en-US" b="0" i="0" dirty="0">
                <a:solidFill>
                  <a:srgbClr val="374151"/>
                </a:solidFill>
                <a:effectLst/>
                <a:latin typeface="Söhne"/>
              </a:rPr>
              <a:t>If the joint entropy is significantly lower than the sum of the individual entropies (H(X) + H(Y))</a:t>
            </a:r>
          </a:p>
          <a:p>
            <a:endParaRPr lang="en-US" dirty="0">
              <a:solidFill>
                <a:srgbClr val="374151"/>
              </a:solidFill>
              <a:latin typeface="Söhne"/>
            </a:endParaRPr>
          </a:p>
          <a:p>
            <a:pPr marL="152396" indent="0">
              <a:buNone/>
            </a:pPr>
            <a:r>
              <a:rPr lang="en-US" dirty="0">
                <a:solidFill>
                  <a:srgbClr val="374151"/>
                </a:solidFill>
                <a:latin typeface="Söhne"/>
              </a:rPr>
              <a:t>Does it show dependency between variables?</a:t>
            </a:r>
          </a:p>
          <a:p>
            <a:endParaRPr lang="en-US" dirty="0">
              <a:solidFill>
                <a:srgbClr val="374151"/>
              </a:solidFill>
              <a:latin typeface="Söhne"/>
            </a:endParaRPr>
          </a:p>
          <a:p>
            <a:r>
              <a:rPr lang="en-US" b="0" i="0" dirty="0">
                <a:solidFill>
                  <a:srgbClr val="374151"/>
                </a:solidFill>
                <a:effectLst/>
                <a:latin typeface="Söhne"/>
              </a:rPr>
              <a:t>knowing one variable reduces the uncertainty about the other beyond what can be explained by their individual behaviors.</a:t>
            </a:r>
          </a:p>
          <a:p>
            <a:endParaRPr lang="en-US" dirty="0">
              <a:solidFill>
                <a:srgbClr val="374151"/>
              </a:solidFill>
              <a:latin typeface="Söhne"/>
            </a:endParaRPr>
          </a:p>
          <a:p>
            <a:r>
              <a:rPr lang="en-US" dirty="0"/>
              <a:t>it suggests that there is some degree of association or dependency between X and Y</a:t>
            </a:r>
          </a:p>
        </p:txBody>
      </p:sp>
    </p:spTree>
    <p:extLst>
      <p:ext uri="{BB962C8B-B14F-4D97-AF65-F5344CB8AC3E}">
        <p14:creationId xmlns:p14="http://schemas.microsoft.com/office/powerpoint/2010/main" val="61160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B4DBF-D489-4E11-83A4-C6FEF7738C50}"/>
              </a:ext>
            </a:extLst>
          </p:cNvPr>
          <p:cNvSpPr>
            <a:spLocks noGrp="1"/>
          </p:cNvSpPr>
          <p:nvPr>
            <p:ph type="title"/>
          </p:nvPr>
        </p:nvSpPr>
        <p:spPr>
          <a:xfrm>
            <a:off x="172319" y="123583"/>
            <a:ext cx="11360800" cy="763600"/>
          </a:xfrm>
        </p:spPr>
        <p:txBody>
          <a:bodyPr/>
          <a:lstStyle/>
          <a:p>
            <a:r>
              <a:rPr lang="en-US">
                <a:solidFill>
                  <a:schemeClr val="accent1"/>
                </a:solidFill>
              </a:rPr>
              <a:t>Mutual Information</a:t>
            </a:r>
          </a:p>
        </p:txBody>
      </p:sp>
      <p:sp>
        <p:nvSpPr>
          <p:cNvPr id="3" name="Text Placeholder 2">
            <a:extLst>
              <a:ext uri="{FF2B5EF4-FFF2-40B4-BE49-F238E27FC236}">
                <a16:creationId xmlns:a16="http://schemas.microsoft.com/office/drawing/2014/main" id="{541C0357-45C3-4B4C-85C5-E3E395907C4F}"/>
              </a:ext>
            </a:extLst>
          </p:cNvPr>
          <p:cNvSpPr>
            <a:spLocks noGrp="1"/>
          </p:cNvSpPr>
          <p:nvPr>
            <p:ph type="body" idx="1"/>
          </p:nvPr>
        </p:nvSpPr>
        <p:spPr>
          <a:xfrm>
            <a:off x="247820" y="1166128"/>
            <a:ext cx="11360800" cy="5706600"/>
          </a:xfrm>
        </p:spPr>
        <p:txBody>
          <a:bodyPr/>
          <a:lstStyle/>
          <a:p>
            <a:r>
              <a:rPr lang="en-US" sz="2400"/>
              <a:t>Mutual information is a quantity that measures a relationship between two random variables that are sampled simultaneously. </a:t>
            </a:r>
          </a:p>
          <a:p>
            <a:endParaRPr lang="en-US" sz="2400"/>
          </a:p>
          <a:p>
            <a:r>
              <a:rPr lang="en-US" sz="2400"/>
              <a:t>In particular, it measures how much information is communicated, on average, in one random variable about another. </a:t>
            </a:r>
          </a:p>
          <a:p>
            <a:endParaRPr lang="en-US" sz="2400"/>
          </a:p>
          <a:p>
            <a:r>
              <a:rPr lang="en-US" sz="2400"/>
              <a:t>Intuitively, one might ask, how much does one random variable tell me about another? </a:t>
            </a:r>
          </a:p>
          <a:p>
            <a:endParaRPr lang="en-US" sz="2400"/>
          </a:p>
          <a:p>
            <a:r>
              <a:rPr lang="en-US" sz="2400"/>
              <a:t>For example, suppose X represents the roll of a fair 6-sided die, and Y represents whether the roll is even (0 if even, 1 if odd). Clearly, the value of Y tells us something about the value of X and vice versa.</a:t>
            </a:r>
          </a:p>
          <a:p>
            <a:endParaRPr lang="en-US" sz="2400"/>
          </a:p>
          <a:p>
            <a:r>
              <a:rPr lang="en-US" sz="2400"/>
              <a:t>If X represents the roll of one fair die, and Z represents the roll of another fair die, then X and Z share no mutual information. The roll of one die does not contain any information about the outcome of the other die.</a:t>
            </a:r>
          </a:p>
        </p:txBody>
      </p:sp>
    </p:spTree>
    <p:extLst>
      <p:ext uri="{BB962C8B-B14F-4D97-AF65-F5344CB8AC3E}">
        <p14:creationId xmlns:p14="http://schemas.microsoft.com/office/powerpoint/2010/main" val="193334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4"/>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Mutual Information </a:t>
            </a:r>
            <a:endParaRPr>
              <a:solidFill>
                <a:srgbClr val="1155CC"/>
              </a:solidFill>
            </a:endParaRPr>
          </a:p>
        </p:txBody>
      </p:sp>
      <p:pic>
        <p:nvPicPr>
          <p:cNvPr id="381" name="Google Shape;381;p64"/>
          <p:cNvPicPr preferRelativeResize="0"/>
          <p:nvPr/>
        </p:nvPicPr>
        <p:blipFill>
          <a:blip r:embed="rId3">
            <a:alphaModFix/>
          </a:blip>
          <a:stretch>
            <a:fillRect/>
          </a:stretch>
        </p:blipFill>
        <p:spPr>
          <a:xfrm>
            <a:off x="203200" y="1100367"/>
            <a:ext cx="8833555" cy="5554432"/>
          </a:xfrm>
          <a:prstGeom prst="rect">
            <a:avLst/>
          </a:prstGeom>
          <a:noFill/>
          <a:ln>
            <a:noFill/>
          </a:ln>
        </p:spPr>
      </p:pic>
      <p:pic>
        <p:nvPicPr>
          <p:cNvPr id="2" name="Picture 1">
            <a:extLst>
              <a:ext uri="{FF2B5EF4-FFF2-40B4-BE49-F238E27FC236}">
                <a16:creationId xmlns:a16="http://schemas.microsoft.com/office/drawing/2014/main" id="{BC10EFAE-75CF-4501-91CF-60C06D35EDF3}"/>
              </a:ext>
            </a:extLst>
          </p:cNvPr>
          <p:cNvPicPr>
            <a:picLocks noChangeAspect="1"/>
          </p:cNvPicPr>
          <p:nvPr/>
        </p:nvPicPr>
        <p:blipFill>
          <a:blip r:embed="rId4"/>
          <a:stretch>
            <a:fillRect/>
          </a:stretch>
        </p:blipFill>
        <p:spPr>
          <a:xfrm>
            <a:off x="7323850" y="1409020"/>
            <a:ext cx="4486275" cy="904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5"/>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Mutual Information: Example </a:t>
            </a:r>
            <a:endParaRPr>
              <a:solidFill>
                <a:srgbClr val="1155CC"/>
              </a:solidFill>
            </a:endParaRPr>
          </a:p>
        </p:txBody>
      </p:sp>
      <p:pic>
        <p:nvPicPr>
          <p:cNvPr id="387" name="Google Shape;387;p65"/>
          <p:cNvPicPr preferRelativeResize="0"/>
          <p:nvPr/>
        </p:nvPicPr>
        <p:blipFill>
          <a:blip r:embed="rId3">
            <a:alphaModFix/>
          </a:blip>
          <a:stretch>
            <a:fillRect/>
          </a:stretch>
        </p:blipFill>
        <p:spPr>
          <a:xfrm>
            <a:off x="203201" y="1100367"/>
            <a:ext cx="10579151" cy="5554432"/>
          </a:xfrm>
          <a:prstGeom prst="rect">
            <a:avLst/>
          </a:prstGeom>
          <a:noFill/>
          <a:ln>
            <a:noFill/>
          </a:ln>
        </p:spPr>
      </p:pic>
      <p:sp>
        <p:nvSpPr>
          <p:cNvPr id="2" name="Rectangle: Rounded Corners 1">
            <a:extLst>
              <a:ext uri="{FF2B5EF4-FFF2-40B4-BE49-F238E27FC236}">
                <a16:creationId xmlns:a16="http://schemas.microsoft.com/office/drawing/2014/main" id="{BCDA4D44-BEB0-46D5-A95A-11DA041DEA61}"/>
              </a:ext>
            </a:extLst>
          </p:cNvPr>
          <p:cNvSpPr/>
          <p:nvPr/>
        </p:nvSpPr>
        <p:spPr>
          <a:xfrm>
            <a:off x="2601157" y="985421"/>
            <a:ext cx="2157274" cy="244357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6F42C21-A551-41F5-B30B-F469F7996171}"/>
              </a:ext>
            </a:extLst>
          </p:cNvPr>
          <p:cNvSpPr/>
          <p:nvPr/>
        </p:nvSpPr>
        <p:spPr>
          <a:xfrm>
            <a:off x="2601157" y="3429000"/>
            <a:ext cx="2157274" cy="244357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EA3613-6BC0-4A0D-A9D9-B28AA1DA99FA}"/>
              </a:ext>
            </a:extLst>
          </p:cNvPr>
          <p:cNvSpPr/>
          <p:nvPr/>
        </p:nvSpPr>
        <p:spPr>
          <a:xfrm>
            <a:off x="8625078" y="515367"/>
            <a:ext cx="2157274" cy="517521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B923642-A3F4-4856-AEF3-1EE01DF41197}"/>
              </a:ext>
            </a:extLst>
          </p:cNvPr>
          <p:cNvSpPr/>
          <p:nvPr/>
        </p:nvSpPr>
        <p:spPr>
          <a:xfrm>
            <a:off x="532660" y="6001305"/>
            <a:ext cx="9058183" cy="49714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3F5C8B6-FDA2-4EFC-A6BE-9BCBD35C5A8B}"/>
              </a:ext>
            </a:extLst>
          </p:cNvPr>
          <p:cNvSpPr/>
          <p:nvPr/>
        </p:nvSpPr>
        <p:spPr>
          <a:xfrm>
            <a:off x="134754" y="897167"/>
            <a:ext cx="4726004" cy="2531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2E20D1E-E25B-404B-9766-943506909990}"/>
              </a:ext>
            </a:extLst>
          </p:cNvPr>
          <p:cNvSpPr/>
          <p:nvPr/>
        </p:nvSpPr>
        <p:spPr>
          <a:xfrm>
            <a:off x="134754" y="3340746"/>
            <a:ext cx="4726004" cy="25318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3"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5BF0-C642-4647-9043-5BDCF10C8283}"/>
              </a:ext>
            </a:extLst>
          </p:cNvPr>
          <p:cNvSpPr>
            <a:spLocks noGrp="1"/>
          </p:cNvSpPr>
          <p:nvPr>
            <p:ph type="title"/>
          </p:nvPr>
        </p:nvSpPr>
        <p:spPr>
          <a:xfrm>
            <a:off x="230872" y="288567"/>
            <a:ext cx="11360800" cy="763600"/>
          </a:xfrm>
        </p:spPr>
        <p:txBody>
          <a:bodyPr/>
          <a:lstStyle/>
          <a:p>
            <a:r>
              <a:rPr lang="en-US" dirty="0"/>
              <a:t>How to interpret MI value?</a:t>
            </a:r>
          </a:p>
        </p:txBody>
      </p:sp>
      <p:sp>
        <p:nvSpPr>
          <p:cNvPr id="3" name="Text Placeholder 2">
            <a:extLst>
              <a:ext uri="{FF2B5EF4-FFF2-40B4-BE49-F238E27FC236}">
                <a16:creationId xmlns:a16="http://schemas.microsoft.com/office/drawing/2014/main" id="{F75344F5-2CE2-4317-A6CB-96A362ADC622}"/>
              </a:ext>
            </a:extLst>
          </p:cNvPr>
          <p:cNvSpPr>
            <a:spLocks noGrp="1"/>
          </p:cNvSpPr>
          <p:nvPr>
            <p:ph type="body" idx="1"/>
          </p:nvPr>
        </p:nvSpPr>
        <p:spPr/>
        <p:txBody>
          <a:bodyPr/>
          <a:lstStyle/>
          <a:p>
            <a:pPr marL="152396" indent="0">
              <a:buNone/>
            </a:pPr>
            <a:r>
              <a:rPr lang="en-US" b="1" i="0" dirty="0">
                <a:effectLst/>
                <a:latin typeface="Söhne"/>
              </a:rPr>
              <a:t>Calculate Normalized Mutual Information (NMI)</a:t>
            </a:r>
          </a:p>
          <a:p>
            <a:pPr marL="152396" indent="0">
              <a:buNone/>
            </a:pPr>
            <a:endParaRPr lang="en-US" b="1" dirty="0">
              <a:latin typeface="Söhne"/>
            </a:endParaRPr>
          </a:p>
          <a:p>
            <a:pPr marL="152396" indent="0">
              <a:buNone/>
            </a:pPr>
            <a:r>
              <a:rPr lang="es-ES" dirty="0"/>
              <a:t>MI(X, Y) = H(X) + H(Y) - H(X, Y)</a:t>
            </a:r>
          </a:p>
          <a:p>
            <a:pPr marL="152396" indent="0">
              <a:buNone/>
            </a:pPr>
            <a:endParaRPr lang="en-US" b="1" dirty="0">
              <a:latin typeface="Söhne"/>
            </a:endParaRPr>
          </a:p>
          <a:p>
            <a:pPr marL="152396" indent="0">
              <a:buNone/>
            </a:pPr>
            <a:r>
              <a:rPr lang="es-ES" dirty="0"/>
              <a:t>NMI(X, Y) = MI(X, Y) / </a:t>
            </a:r>
            <a:r>
              <a:rPr lang="es-ES" dirty="0" err="1"/>
              <a:t>sqrt</a:t>
            </a:r>
            <a:r>
              <a:rPr lang="es-ES" dirty="0"/>
              <a:t>(H(X) * H(Y))</a:t>
            </a:r>
          </a:p>
          <a:p>
            <a:pPr marL="152396" indent="0">
              <a:buNone/>
            </a:pPr>
            <a:endParaRPr lang="en-US" b="1" dirty="0">
              <a:latin typeface="Söhne"/>
            </a:endParaRPr>
          </a:p>
          <a:p>
            <a:pPr marL="152396" indent="0">
              <a:buNone/>
            </a:pPr>
            <a:endParaRPr lang="en-US" b="1" dirty="0">
              <a:latin typeface="Söhne"/>
            </a:endParaRPr>
          </a:p>
          <a:p>
            <a:pPr marL="152396" indent="0">
              <a:buNone/>
            </a:pPr>
            <a:r>
              <a:rPr lang="en-US" b="0" i="0" dirty="0">
                <a:solidFill>
                  <a:srgbClr val="374151"/>
                </a:solidFill>
                <a:effectLst/>
                <a:latin typeface="Söhne"/>
              </a:rPr>
              <a:t>NMI ranges from 0 (no association) to 1 (perfect association). A higher NMI suggests stronger association or dependence.</a:t>
            </a:r>
            <a:endParaRPr lang="en-US" dirty="0"/>
          </a:p>
        </p:txBody>
      </p:sp>
    </p:spTree>
    <p:extLst>
      <p:ext uri="{BB962C8B-B14F-4D97-AF65-F5344CB8AC3E}">
        <p14:creationId xmlns:p14="http://schemas.microsoft.com/office/powerpoint/2010/main" val="2918820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0B28-B4AD-4F10-B089-B29ADCFFA0AE}"/>
              </a:ext>
            </a:extLst>
          </p:cNvPr>
          <p:cNvSpPr>
            <a:spLocks noGrp="1"/>
          </p:cNvSpPr>
          <p:nvPr>
            <p:ph type="title"/>
          </p:nvPr>
        </p:nvSpPr>
        <p:spPr>
          <a:xfrm>
            <a:off x="221637" y="741149"/>
            <a:ext cx="11360800" cy="763600"/>
          </a:xfrm>
        </p:spPr>
        <p:txBody>
          <a:bodyPr/>
          <a:lstStyle/>
          <a:p>
            <a:r>
              <a:rPr lang="en-US" dirty="0"/>
              <a:t>How to evaluate the statistical significance of MI</a:t>
            </a:r>
          </a:p>
        </p:txBody>
      </p:sp>
      <p:sp>
        <p:nvSpPr>
          <p:cNvPr id="3" name="Text Placeholder 2">
            <a:extLst>
              <a:ext uri="{FF2B5EF4-FFF2-40B4-BE49-F238E27FC236}">
                <a16:creationId xmlns:a16="http://schemas.microsoft.com/office/drawing/2014/main" id="{5E17D58E-0698-4BBF-8079-6683E0D03ADA}"/>
              </a:ext>
            </a:extLst>
          </p:cNvPr>
          <p:cNvSpPr>
            <a:spLocks noGrp="1"/>
          </p:cNvSpPr>
          <p:nvPr>
            <p:ph type="body" idx="1"/>
          </p:nvPr>
        </p:nvSpPr>
        <p:spPr>
          <a:xfrm>
            <a:off x="314000" y="1933795"/>
            <a:ext cx="11360800" cy="5773949"/>
          </a:xfrm>
        </p:spPr>
        <p:txBody>
          <a:bodyPr/>
          <a:lstStyle/>
          <a:p>
            <a:pPr marL="152396" indent="0">
              <a:buNone/>
            </a:pPr>
            <a:r>
              <a:rPr lang="en-US" b="0" i="0" dirty="0">
                <a:solidFill>
                  <a:srgbClr val="374151"/>
                </a:solidFill>
                <a:effectLst/>
                <a:latin typeface="Söhne"/>
              </a:rPr>
              <a:t>To determine if the MI or NMI is significantly different from zero (i.e., whether the joint entropy is significantly lower than the sum of the individual entropies):</a:t>
            </a:r>
          </a:p>
          <a:p>
            <a:endParaRPr lang="en-US" dirty="0">
              <a:solidFill>
                <a:srgbClr val="374151"/>
              </a:solidFill>
              <a:latin typeface="Söhne"/>
            </a:endParaRPr>
          </a:p>
          <a:p>
            <a:pPr algn="l">
              <a:buFont typeface="Arial" panose="020B0604020202020204" pitchFamily="34" charset="0"/>
              <a:buChar char="•"/>
            </a:pPr>
            <a:r>
              <a:rPr lang="en-US" b="1" i="0" dirty="0">
                <a:solidFill>
                  <a:srgbClr val="374151"/>
                </a:solidFill>
                <a:effectLst/>
                <a:latin typeface="Söhne"/>
              </a:rPr>
              <a:t>Permutation Test:</a:t>
            </a:r>
            <a:r>
              <a:rPr lang="en-US" b="0" i="0" dirty="0">
                <a:solidFill>
                  <a:srgbClr val="374151"/>
                </a:solidFill>
                <a:effectLst/>
                <a:latin typeface="Söhne"/>
              </a:rPr>
              <a:t> In a permutation test, you randomly shuffle one of the variables (while keeping the other fixed) many times to create a distribution of MI or NMI values under the null hypothesis of independence. You then compare the observed MI or NMI to this null distribution to determine if it is statistically significant.</a:t>
            </a:r>
            <a:br>
              <a:rPr lang="en-US" b="0" i="0" dirty="0">
                <a:solidFill>
                  <a:srgbClr val="374151"/>
                </a:solidFill>
                <a:effectLst/>
                <a:latin typeface="Söhne"/>
              </a:rPr>
            </a:br>
            <a:endParaRPr lang="en-US" b="0" i="0" dirty="0">
              <a:solidFill>
                <a:srgbClr val="374151"/>
              </a:solidFill>
              <a:effectLst/>
              <a:latin typeface="Söhne"/>
            </a:endParaRPr>
          </a:p>
          <a:p>
            <a:pPr marL="152396" indent="0">
              <a:buNone/>
            </a:pPr>
            <a:endParaRPr lang="en-US" dirty="0"/>
          </a:p>
        </p:txBody>
      </p:sp>
    </p:spTree>
    <p:extLst>
      <p:ext uri="{BB962C8B-B14F-4D97-AF65-F5344CB8AC3E}">
        <p14:creationId xmlns:p14="http://schemas.microsoft.com/office/powerpoint/2010/main" val="563920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6"/>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Estimating Mutual Information</a:t>
            </a:r>
            <a:endParaRPr>
              <a:solidFill>
                <a:srgbClr val="1155CC"/>
              </a:solidFill>
            </a:endParaRPr>
          </a:p>
        </p:txBody>
      </p:sp>
      <p:sp>
        <p:nvSpPr>
          <p:cNvPr id="393" name="Google Shape;393;p66"/>
          <p:cNvSpPr txBox="1"/>
          <p:nvPr/>
        </p:nvSpPr>
        <p:spPr>
          <a:xfrm>
            <a:off x="124200" y="1336900"/>
            <a:ext cx="11518400" cy="5330400"/>
          </a:xfrm>
          <a:prstGeom prst="rect">
            <a:avLst/>
          </a:prstGeom>
          <a:noFill/>
          <a:ln>
            <a:noFill/>
          </a:ln>
        </p:spPr>
        <p:txBody>
          <a:bodyPr spcFirstLastPara="1" wrap="square" lIns="121900" tIns="121900" rIns="121900" bIns="121900" anchor="t" anchorCtr="0">
            <a:noAutofit/>
          </a:bodyPr>
          <a:lstStyle/>
          <a:p>
            <a:pPr marL="609585" indent="-507987">
              <a:lnSpc>
                <a:spcPct val="115000"/>
              </a:lnSpc>
              <a:spcBef>
                <a:spcPts val="400"/>
              </a:spcBef>
              <a:buSzPts val="2400"/>
              <a:buChar char="●"/>
            </a:pPr>
            <a:r>
              <a:rPr lang="en" sz="3200">
                <a:solidFill>
                  <a:schemeClr val="dk1"/>
                </a:solidFill>
              </a:rPr>
              <a:t>For discrete variables, mutual information can be directly computed</a:t>
            </a:r>
            <a:endParaRPr sz="3200">
              <a:solidFill>
                <a:schemeClr val="dk1"/>
              </a:solidFill>
            </a:endParaRPr>
          </a:p>
          <a:p>
            <a:pPr marL="609585" indent="-507987">
              <a:lnSpc>
                <a:spcPct val="115000"/>
              </a:lnSpc>
              <a:buClr>
                <a:schemeClr val="dk1"/>
              </a:buClr>
              <a:buSzPts val="2400"/>
              <a:buChar char="●"/>
            </a:pPr>
            <a:r>
              <a:rPr lang="en" sz="3200">
                <a:solidFill>
                  <a:schemeClr val="dk1"/>
                </a:solidFill>
              </a:rPr>
              <a:t>For continuous variables, discretization is needed</a:t>
            </a:r>
            <a:endParaRPr sz="3200">
              <a:solidFill>
                <a:schemeClr val="dk1"/>
              </a:solidFill>
            </a:endParaRPr>
          </a:p>
          <a:p>
            <a:pPr marL="609585" indent="-507987">
              <a:lnSpc>
                <a:spcPct val="115000"/>
              </a:lnSpc>
              <a:buClr>
                <a:schemeClr val="dk1"/>
              </a:buClr>
              <a:buSzPts val="2400"/>
              <a:buChar char="●"/>
            </a:pPr>
            <a:r>
              <a:rPr lang="en-US" sz="3200">
                <a:solidFill>
                  <a:schemeClr val="dk1"/>
                </a:solidFill>
              </a:rPr>
              <a:t>Possible </a:t>
            </a:r>
            <a:r>
              <a:rPr lang="en" sz="3200">
                <a:solidFill>
                  <a:schemeClr val="dk1"/>
                </a:solidFill>
              </a:rPr>
              <a:t>approaches:</a:t>
            </a:r>
            <a:endParaRPr sz="3200">
              <a:solidFill>
                <a:schemeClr val="dk1"/>
              </a:solidFill>
            </a:endParaRPr>
          </a:p>
          <a:p>
            <a:pPr marL="1219170" lvl="1" indent="-457189">
              <a:lnSpc>
                <a:spcPct val="115000"/>
              </a:lnSpc>
              <a:buClr>
                <a:schemeClr val="dk1"/>
              </a:buClr>
              <a:buSzPts val="1800"/>
              <a:buChar char="○"/>
            </a:pPr>
            <a:r>
              <a:rPr lang="en" sz="2400">
                <a:solidFill>
                  <a:schemeClr val="dk1"/>
                </a:solidFill>
              </a:rPr>
              <a:t>Inspect the distribution of each variable, discretize accordingly </a:t>
            </a:r>
            <a:endParaRPr sz="2400">
              <a:solidFill>
                <a:schemeClr val="dk1"/>
              </a:solidFill>
            </a:endParaRPr>
          </a:p>
          <a:p>
            <a:pPr marL="1219170" lvl="1" indent="-457189">
              <a:lnSpc>
                <a:spcPct val="115000"/>
              </a:lnSpc>
              <a:buClr>
                <a:schemeClr val="dk1"/>
              </a:buClr>
              <a:buSzPts val="1800"/>
              <a:buChar char="○"/>
            </a:pPr>
            <a:r>
              <a:rPr lang="en" sz="2400">
                <a:solidFill>
                  <a:schemeClr val="dk1"/>
                </a:solidFill>
              </a:rPr>
              <a:t>For every pair of variables, find the binning that maximizes mutual information =&gt; Maximum Information Coefficient</a:t>
            </a:r>
            <a:endParaRPr sz="2400">
              <a:solidFill>
                <a:schemeClr val="dk1"/>
              </a:solidFill>
            </a:endParaRPr>
          </a:p>
          <a:p>
            <a:pPr marL="609585">
              <a:lnSpc>
                <a:spcPct val="90000"/>
              </a:lnSpc>
              <a:spcBef>
                <a:spcPts val="933"/>
              </a:spcBef>
            </a:pPr>
            <a:endParaRPr sz="3200">
              <a:solidFill>
                <a:schemeClr val="dk1"/>
              </a:solidFill>
            </a:endParaRPr>
          </a:p>
          <a:p>
            <a:pPr>
              <a:lnSpc>
                <a:spcPct val="90000"/>
              </a:lnSpc>
              <a:spcBef>
                <a:spcPts val="933"/>
              </a:spcBef>
            </a:pPr>
            <a:endParaRPr sz="2400">
              <a:solidFill>
                <a:schemeClr val="dk1"/>
              </a:solidFill>
            </a:endParaRPr>
          </a:p>
          <a:p>
            <a:pPr>
              <a:lnSpc>
                <a:spcPct val="90000"/>
              </a:lnSpc>
              <a:spcBef>
                <a:spcPts val="933"/>
              </a:spcBef>
            </a:pPr>
            <a:endParaRPr sz="3200">
              <a:solidFill>
                <a:schemeClr val="dk1"/>
              </a:solidFill>
            </a:endParaRPr>
          </a:p>
          <a:p>
            <a:pPr>
              <a:lnSpc>
                <a:spcPct val="90000"/>
              </a:lnSpc>
              <a:spcBef>
                <a:spcPts val="933"/>
              </a:spcBef>
            </a:pPr>
            <a:r>
              <a:rPr lang="en" sz="2400">
                <a:solidFill>
                  <a:schemeClr val="dk1"/>
                </a:solidFill>
              </a:rPr>
              <a:t>				</a:t>
            </a:r>
            <a:endParaRPr sz="24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7"/>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dirty="0">
                <a:solidFill>
                  <a:srgbClr val="1155CC"/>
                </a:solidFill>
              </a:rPr>
              <a:t>Maximal Information Coefficient (MIC)</a:t>
            </a:r>
            <a:endParaRPr dirty="0">
              <a:solidFill>
                <a:srgbClr val="1155CC"/>
              </a:solidFill>
            </a:endParaRPr>
          </a:p>
        </p:txBody>
      </p:sp>
      <p:pic>
        <p:nvPicPr>
          <p:cNvPr id="399" name="Google Shape;399;p67"/>
          <p:cNvPicPr preferRelativeResize="0"/>
          <p:nvPr/>
        </p:nvPicPr>
        <p:blipFill>
          <a:blip r:embed="rId3">
            <a:alphaModFix/>
          </a:blip>
          <a:stretch>
            <a:fillRect/>
          </a:stretch>
        </p:blipFill>
        <p:spPr>
          <a:xfrm>
            <a:off x="203200" y="1100367"/>
            <a:ext cx="8933045" cy="5554435"/>
          </a:xfrm>
          <a:prstGeom prst="rect">
            <a:avLst/>
          </a:prstGeom>
          <a:noFill/>
          <a:ln>
            <a:noFill/>
          </a:ln>
        </p:spPr>
      </p:pic>
      <p:pic>
        <p:nvPicPr>
          <p:cNvPr id="2" name="Picture 1">
            <a:extLst>
              <a:ext uri="{FF2B5EF4-FFF2-40B4-BE49-F238E27FC236}">
                <a16:creationId xmlns:a16="http://schemas.microsoft.com/office/drawing/2014/main" id="{5E281137-7984-4992-BB11-23C9E802DFDE}"/>
              </a:ext>
            </a:extLst>
          </p:cNvPr>
          <p:cNvPicPr>
            <a:picLocks noChangeAspect="1"/>
          </p:cNvPicPr>
          <p:nvPr/>
        </p:nvPicPr>
        <p:blipFill>
          <a:blip r:embed="rId4"/>
          <a:stretch>
            <a:fillRect/>
          </a:stretch>
        </p:blipFill>
        <p:spPr>
          <a:xfrm>
            <a:off x="4049441" y="3162475"/>
            <a:ext cx="5667375" cy="952500"/>
          </a:xfrm>
          <a:prstGeom prst="rect">
            <a:avLst/>
          </a:prstGeom>
        </p:spPr>
      </p:pic>
      <p:sp>
        <p:nvSpPr>
          <p:cNvPr id="3" name="Rectangle 2">
            <a:extLst>
              <a:ext uri="{FF2B5EF4-FFF2-40B4-BE49-F238E27FC236}">
                <a16:creationId xmlns:a16="http://schemas.microsoft.com/office/drawing/2014/main" id="{BE876E8E-8957-4404-BF5E-9513DC965982}"/>
              </a:ext>
            </a:extLst>
          </p:cNvPr>
          <p:cNvSpPr/>
          <p:nvPr/>
        </p:nvSpPr>
        <p:spPr>
          <a:xfrm>
            <a:off x="783771" y="3573624"/>
            <a:ext cx="3424335" cy="4292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FF30590-6A4E-4408-BC0B-7196CBA3AD72}"/>
              </a:ext>
            </a:extLst>
          </p:cNvPr>
          <p:cNvSpPr/>
          <p:nvPr/>
        </p:nvSpPr>
        <p:spPr>
          <a:xfrm>
            <a:off x="5422085" y="4099481"/>
            <a:ext cx="6566715" cy="369332"/>
          </a:xfrm>
          <a:prstGeom prst="rect">
            <a:avLst/>
          </a:prstGeom>
        </p:spPr>
        <p:txBody>
          <a:bodyPr wrap="square">
            <a:spAutoFit/>
          </a:bodyPr>
          <a:lstStyle/>
          <a:p>
            <a:r>
              <a:rPr lang="en-US" b="0" i="0">
                <a:solidFill>
                  <a:srgbClr val="292929"/>
                </a:solidFill>
                <a:effectLst/>
                <a:latin typeface="medium-content-serif-font"/>
              </a:rPr>
              <a:t>the percent of a variable Y that can be explained by a variable X.</a:t>
            </a:r>
            <a:endParaRPr lang="en-US"/>
          </a:p>
        </p:txBody>
      </p:sp>
      <p:sp>
        <p:nvSpPr>
          <p:cNvPr id="7" name="Rectangle 6">
            <a:extLst>
              <a:ext uri="{FF2B5EF4-FFF2-40B4-BE49-F238E27FC236}">
                <a16:creationId xmlns:a16="http://schemas.microsoft.com/office/drawing/2014/main" id="{8AA5CE69-6479-4FDF-A50E-D75BFC528514}"/>
              </a:ext>
            </a:extLst>
          </p:cNvPr>
          <p:cNvSpPr/>
          <p:nvPr/>
        </p:nvSpPr>
        <p:spPr>
          <a:xfrm>
            <a:off x="1245387" y="4782510"/>
            <a:ext cx="6566715" cy="4292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BE1CF1-E286-4ED4-8258-C94C62CA76CF}"/>
              </a:ext>
            </a:extLst>
          </p:cNvPr>
          <p:cNvSpPr txBox="1"/>
          <p:nvPr/>
        </p:nvSpPr>
        <p:spPr>
          <a:xfrm>
            <a:off x="5327317" y="5603575"/>
            <a:ext cx="3808928" cy="923330"/>
          </a:xfrm>
          <a:prstGeom prst="rect">
            <a:avLst/>
          </a:prstGeom>
          <a:noFill/>
        </p:spPr>
        <p:txBody>
          <a:bodyPr wrap="none" rtlCol="0">
            <a:spAutoFit/>
          </a:bodyPr>
          <a:lstStyle/>
          <a:p>
            <a:r>
              <a:rPr lang="en-US" dirty="0"/>
              <a:t> so the range is 0 to 1. </a:t>
            </a:r>
          </a:p>
          <a:p>
            <a:endParaRPr lang="en-US" dirty="0"/>
          </a:p>
          <a:p>
            <a:r>
              <a:rPr lang="en-US" dirty="0"/>
              <a:t>Does not the direction of relationship.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8"/>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267">
                <a:solidFill>
                  <a:srgbClr val="1155CC"/>
                </a:solidFill>
              </a:rPr>
              <a:t>MIC: Motivation: </a:t>
            </a:r>
            <a:r>
              <a:rPr lang="en-US">
                <a:solidFill>
                  <a:srgbClr val="980000"/>
                </a:solidFill>
              </a:rPr>
              <a:t>The association between two variables can be quite complex</a:t>
            </a:r>
            <a:br>
              <a:rPr lang="en-US">
                <a:solidFill>
                  <a:srgbClr val="980000"/>
                </a:solidFill>
              </a:rPr>
            </a:br>
            <a:endParaRPr>
              <a:solidFill>
                <a:srgbClr val="1155CC"/>
              </a:solidFill>
            </a:endParaRPr>
          </a:p>
        </p:txBody>
      </p:sp>
      <p:pic>
        <p:nvPicPr>
          <p:cNvPr id="405" name="Google Shape;405;p68"/>
          <p:cNvPicPr preferRelativeResize="0"/>
          <p:nvPr/>
        </p:nvPicPr>
        <p:blipFill>
          <a:blip r:embed="rId3">
            <a:alphaModFix/>
          </a:blip>
          <a:stretch>
            <a:fillRect/>
          </a:stretch>
        </p:blipFill>
        <p:spPr>
          <a:xfrm>
            <a:off x="477144" y="1728132"/>
            <a:ext cx="6980670" cy="4996301"/>
          </a:xfrm>
          <a:prstGeom prst="rect">
            <a:avLst/>
          </a:prstGeom>
          <a:noFill/>
          <a:ln>
            <a:noFill/>
          </a:ln>
        </p:spPr>
      </p:pic>
      <p:grpSp>
        <p:nvGrpSpPr>
          <p:cNvPr id="4" name="Group 3">
            <a:extLst>
              <a:ext uri="{FF2B5EF4-FFF2-40B4-BE49-F238E27FC236}">
                <a16:creationId xmlns:a16="http://schemas.microsoft.com/office/drawing/2014/main" id="{FCC8EE20-BAED-4DD5-ABAF-99B9D7F50998}"/>
              </a:ext>
            </a:extLst>
          </p:cNvPr>
          <p:cNvGrpSpPr/>
          <p:nvPr/>
        </p:nvGrpSpPr>
        <p:grpSpPr>
          <a:xfrm>
            <a:off x="8313918" y="2268391"/>
            <a:ext cx="3665646" cy="3750753"/>
            <a:chOff x="8313918" y="2268391"/>
            <a:chExt cx="3665646" cy="3750753"/>
          </a:xfrm>
        </p:grpSpPr>
        <p:pic>
          <p:nvPicPr>
            <p:cNvPr id="2" name="Picture 1">
              <a:extLst>
                <a:ext uri="{FF2B5EF4-FFF2-40B4-BE49-F238E27FC236}">
                  <a16:creationId xmlns:a16="http://schemas.microsoft.com/office/drawing/2014/main" id="{43B457B1-AE5A-4C32-B763-548E938323EB}"/>
                </a:ext>
              </a:extLst>
            </p:cNvPr>
            <p:cNvPicPr>
              <a:picLocks noChangeAspect="1"/>
            </p:cNvPicPr>
            <p:nvPr/>
          </p:nvPicPr>
          <p:blipFill>
            <a:blip r:embed="rId4"/>
            <a:stretch>
              <a:fillRect/>
            </a:stretch>
          </p:blipFill>
          <p:spPr>
            <a:xfrm>
              <a:off x="8313918" y="2268391"/>
              <a:ext cx="3542522" cy="3750753"/>
            </a:xfrm>
            <a:prstGeom prst="rect">
              <a:avLst/>
            </a:prstGeom>
          </p:spPr>
        </p:pic>
        <p:sp>
          <p:nvSpPr>
            <p:cNvPr id="3" name="Rectangle: Rounded Corners 2">
              <a:extLst>
                <a:ext uri="{FF2B5EF4-FFF2-40B4-BE49-F238E27FC236}">
                  <a16:creationId xmlns:a16="http://schemas.microsoft.com/office/drawing/2014/main" id="{52E020D8-FC8C-4ED1-8459-DCED79DCF95A}"/>
                </a:ext>
              </a:extLst>
            </p:cNvPr>
            <p:cNvSpPr/>
            <p:nvPr/>
          </p:nvSpPr>
          <p:spPr>
            <a:xfrm>
              <a:off x="11323782" y="2530764"/>
              <a:ext cx="655782" cy="348838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70"/>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000" dirty="0">
                <a:solidFill>
                  <a:srgbClr val="1155CC"/>
                </a:solidFill>
              </a:rPr>
              <a:t>Hypergeometric Distribution</a:t>
            </a:r>
            <a:endParaRPr sz="4000" dirty="0">
              <a:solidFill>
                <a:srgbClr val="1155CC"/>
              </a:solidFill>
            </a:endParaRPr>
          </a:p>
        </p:txBody>
      </p:sp>
      <p:pic>
        <p:nvPicPr>
          <p:cNvPr id="420" name="Google Shape;420;p70"/>
          <p:cNvPicPr preferRelativeResize="0"/>
          <p:nvPr/>
        </p:nvPicPr>
        <p:blipFill rotWithShape="1">
          <a:blip r:embed="rId3">
            <a:alphaModFix/>
          </a:blip>
          <a:srcRect l="15583" t="16895"/>
          <a:stretch/>
        </p:blipFill>
        <p:spPr>
          <a:xfrm>
            <a:off x="4357967" y="1009601"/>
            <a:ext cx="7650099" cy="5648700"/>
          </a:xfrm>
          <a:prstGeom prst="rect">
            <a:avLst/>
          </a:prstGeom>
          <a:noFill/>
          <a:ln>
            <a:noFill/>
          </a:ln>
        </p:spPr>
      </p:pic>
      <p:pic>
        <p:nvPicPr>
          <p:cNvPr id="421" name="Google Shape;421;p70"/>
          <p:cNvPicPr preferRelativeResize="0"/>
          <p:nvPr/>
        </p:nvPicPr>
        <p:blipFill rotWithShape="1">
          <a:blip r:embed="rId4">
            <a:alphaModFix/>
          </a:blip>
          <a:srcRect l="3113" t="15332" r="7926" b="12854"/>
          <a:stretch/>
        </p:blipFill>
        <p:spPr>
          <a:xfrm>
            <a:off x="511200" y="1154168"/>
            <a:ext cx="3757267" cy="2274833"/>
          </a:xfrm>
          <a:prstGeom prst="rect">
            <a:avLst/>
          </a:prstGeom>
          <a:noFill/>
          <a:ln>
            <a:noFill/>
          </a:ln>
        </p:spPr>
      </p:pic>
      <p:sp>
        <p:nvSpPr>
          <p:cNvPr id="422" name="Google Shape;422;p70"/>
          <p:cNvSpPr/>
          <p:nvPr/>
        </p:nvSpPr>
        <p:spPr>
          <a:xfrm>
            <a:off x="661533" y="5107200"/>
            <a:ext cx="3287600" cy="1227600"/>
          </a:xfrm>
          <a:prstGeom prst="wedgeRoundRectCallout">
            <a:avLst>
              <a:gd name="adj1" fmla="val -539"/>
              <a:gd name="adj2" fmla="val -18736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solidFill>
                  <a:srgbClr val="980000"/>
                </a:solidFill>
              </a:rPr>
              <a:t>What is the significance of the overlap?</a:t>
            </a:r>
            <a:endParaRPr sz="2400">
              <a:solidFill>
                <a:srgbClr val="98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1"/>
          <p:cNvSpPr txBox="1">
            <a:spLocks noGrp="1"/>
          </p:cNvSpPr>
          <p:nvPr>
            <p:ph type="title"/>
          </p:nvPr>
        </p:nvSpPr>
        <p:spPr>
          <a:xfrm>
            <a:off x="341467" y="133567"/>
            <a:ext cx="11360800" cy="763600"/>
          </a:xfrm>
          <a:prstGeom prst="rect">
            <a:avLst/>
          </a:prstGeom>
        </p:spPr>
        <p:txBody>
          <a:bodyPr spcFirstLastPara="1" vert="horz" wrap="square" lIns="121900" tIns="121900" rIns="121900" bIns="121900" rtlCol="0" anchor="t" anchorCtr="0">
            <a:noAutofit/>
          </a:bodyPr>
          <a:lstStyle/>
          <a:p>
            <a:r>
              <a:rPr lang="en" sz="4000">
                <a:solidFill>
                  <a:srgbClr val="1155CC"/>
                </a:solidFill>
              </a:rPr>
              <a:t>Hypergeometric Distribution : Example</a:t>
            </a:r>
            <a:endParaRPr sz="4000">
              <a:solidFill>
                <a:srgbClr val="1155CC"/>
              </a:solidFill>
            </a:endParaRPr>
          </a:p>
        </p:txBody>
      </p:sp>
      <p:pic>
        <p:nvPicPr>
          <p:cNvPr id="428" name="Google Shape;428;p71"/>
          <p:cNvPicPr preferRelativeResize="0"/>
          <p:nvPr/>
        </p:nvPicPr>
        <p:blipFill rotWithShape="1">
          <a:blip r:embed="rId3">
            <a:alphaModFix/>
          </a:blip>
          <a:srcRect t="26188"/>
          <a:stretch/>
        </p:blipFill>
        <p:spPr>
          <a:xfrm>
            <a:off x="341467" y="1162967"/>
            <a:ext cx="9973101" cy="5520900"/>
          </a:xfrm>
          <a:prstGeom prst="rect">
            <a:avLst/>
          </a:prstGeom>
          <a:noFill/>
          <a:ln>
            <a:noFill/>
          </a:ln>
        </p:spPr>
      </p:pic>
      <p:sp>
        <p:nvSpPr>
          <p:cNvPr id="2" name="Rectangle: Rounded Corners 1">
            <a:extLst>
              <a:ext uri="{FF2B5EF4-FFF2-40B4-BE49-F238E27FC236}">
                <a16:creationId xmlns:a16="http://schemas.microsoft.com/office/drawing/2014/main" id="{FCF6A095-3C5F-4D1F-8C8A-01DF1E23F81F}"/>
              </a:ext>
            </a:extLst>
          </p:cNvPr>
          <p:cNvSpPr/>
          <p:nvPr/>
        </p:nvSpPr>
        <p:spPr>
          <a:xfrm>
            <a:off x="2348917" y="5670958"/>
            <a:ext cx="4991450" cy="101290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8F12EEE-EA2F-4CAC-A835-425BD7F9913C}"/>
              </a:ext>
            </a:extLst>
          </p:cNvPr>
          <p:cNvSpPr/>
          <p:nvPr/>
        </p:nvSpPr>
        <p:spPr>
          <a:xfrm>
            <a:off x="2348917" y="4573026"/>
            <a:ext cx="4991450"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0C33B6F-C386-422A-BA05-51D6735AF967}"/>
              </a:ext>
            </a:extLst>
          </p:cNvPr>
          <p:cNvSpPr/>
          <p:nvPr/>
        </p:nvSpPr>
        <p:spPr>
          <a:xfrm>
            <a:off x="2380927" y="3560117"/>
            <a:ext cx="4991450"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0E6D9FA-C488-41AD-8A2B-CC11D5AE6063}"/>
              </a:ext>
            </a:extLst>
          </p:cNvPr>
          <p:cNvSpPr/>
          <p:nvPr/>
        </p:nvSpPr>
        <p:spPr>
          <a:xfrm>
            <a:off x="4609250" y="3019818"/>
            <a:ext cx="3745478"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DE8BF65-4E3C-421D-B7FC-B134C9B78427}"/>
              </a:ext>
            </a:extLst>
          </p:cNvPr>
          <p:cNvSpPr/>
          <p:nvPr/>
        </p:nvSpPr>
        <p:spPr>
          <a:xfrm>
            <a:off x="1991178" y="3004491"/>
            <a:ext cx="4991450"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156B8A2-E509-40DE-B5B2-2F972CD2E1A6}"/>
              </a:ext>
            </a:extLst>
          </p:cNvPr>
          <p:cNvSpPr/>
          <p:nvPr/>
        </p:nvSpPr>
        <p:spPr>
          <a:xfrm>
            <a:off x="336567" y="3035145"/>
            <a:ext cx="4991450"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0011122-60E7-4CFD-A1CE-0E5AE2C5E2BC}"/>
              </a:ext>
            </a:extLst>
          </p:cNvPr>
          <p:cNvSpPr/>
          <p:nvPr/>
        </p:nvSpPr>
        <p:spPr>
          <a:xfrm>
            <a:off x="8354727" y="2962981"/>
            <a:ext cx="1280137" cy="12983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C19F5700-230C-4C6D-A02A-1A60CAEBDCF1}"/>
              </a:ext>
            </a:extLst>
          </p:cNvPr>
          <p:cNvSpPr/>
          <p:nvPr/>
        </p:nvSpPr>
        <p:spPr>
          <a:xfrm>
            <a:off x="9547378" y="986589"/>
            <a:ext cx="822121" cy="539076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BD75091-9D0D-415C-8349-905B46894275}"/>
              </a:ext>
            </a:extLst>
          </p:cNvPr>
          <p:cNvSpPr txBox="1"/>
          <p:nvPr/>
        </p:nvSpPr>
        <p:spPr>
          <a:xfrm>
            <a:off x="7116868" y="4908450"/>
            <a:ext cx="4188165" cy="1200329"/>
          </a:xfrm>
          <a:prstGeom prst="rect">
            <a:avLst/>
          </a:prstGeom>
          <a:noFill/>
        </p:spPr>
        <p:txBody>
          <a:bodyPr wrap="square">
            <a:spAutoFit/>
          </a:bodyPr>
          <a:lstStyle/>
          <a:p>
            <a:pPr marL="152396" indent="0">
              <a:buNone/>
            </a:pPr>
            <a:r>
              <a:rPr lang="en-US">
                <a:solidFill>
                  <a:srgbClr val="212529"/>
                </a:solidFill>
                <a:latin typeface="-apple-system"/>
              </a:rPr>
              <a:t>Total number of marbles                    N = </a:t>
            </a:r>
          </a:p>
          <a:p>
            <a:pPr marL="152396" indent="0">
              <a:buNone/>
            </a:pPr>
            <a:r>
              <a:rPr lang="en-US" b="0" i="0">
                <a:solidFill>
                  <a:srgbClr val="212529"/>
                </a:solidFill>
                <a:effectLst/>
                <a:latin typeface="-apple-system"/>
              </a:rPr>
              <a:t>Number of red Marbles                      m = </a:t>
            </a:r>
          </a:p>
          <a:p>
            <a:pPr marL="152396" indent="0">
              <a:buNone/>
            </a:pPr>
            <a:r>
              <a:rPr lang="en-US">
                <a:solidFill>
                  <a:srgbClr val="212529"/>
                </a:solidFill>
                <a:latin typeface="-apple-system"/>
              </a:rPr>
              <a:t>Number of drawn                                n = </a:t>
            </a:r>
          </a:p>
          <a:p>
            <a:pPr marL="152396" indent="0">
              <a:buNone/>
            </a:pPr>
            <a:r>
              <a:rPr lang="en-US" b="0" i="0">
                <a:solidFill>
                  <a:srgbClr val="212529"/>
                </a:solidFill>
                <a:effectLst/>
                <a:latin typeface="-apple-system"/>
              </a:rPr>
              <a:t>Number of red marbles drawn          k =</a:t>
            </a:r>
          </a:p>
        </p:txBody>
      </p:sp>
      <p:pic>
        <p:nvPicPr>
          <p:cNvPr id="15" name="Picture 14">
            <a:extLst>
              <a:ext uri="{FF2B5EF4-FFF2-40B4-BE49-F238E27FC236}">
                <a16:creationId xmlns:a16="http://schemas.microsoft.com/office/drawing/2014/main" id="{08D1DC84-098B-40D3-A52E-5746A0C396F3}"/>
              </a:ext>
            </a:extLst>
          </p:cNvPr>
          <p:cNvPicPr>
            <a:picLocks noChangeAspect="1"/>
          </p:cNvPicPr>
          <p:nvPr/>
        </p:nvPicPr>
        <p:blipFill>
          <a:blip r:embed="rId4"/>
          <a:stretch>
            <a:fillRect/>
          </a:stretch>
        </p:blipFill>
        <p:spPr>
          <a:xfrm>
            <a:off x="9038929" y="137957"/>
            <a:ext cx="2867563" cy="1024869"/>
          </a:xfrm>
          <a:prstGeom prst="rect">
            <a:avLst/>
          </a:prstGeom>
        </p:spPr>
      </p:pic>
      <p:sp>
        <p:nvSpPr>
          <p:cNvPr id="11" name="Rectangle: Rounded Corners 10">
            <a:extLst>
              <a:ext uri="{FF2B5EF4-FFF2-40B4-BE49-F238E27FC236}">
                <a16:creationId xmlns:a16="http://schemas.microsoft.com/office/drawing/2014/main" id="{8DF89D6D-BD4D-4095-AE65-568B5D36042C}"/>
              </a:ext>
            </a:extLst>
          </p:cNvPr>
          <p:cNvSpPr/>
          <p:nvPr/>
        </p:nvSpPr>
        <p:spPr>
          <a:xfrm>
            <a:off x="701458" y="2656468"/>
            <a:ext cx="6162805" cy="30651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5A9BA0A-F006-4938-BEA4-5E10E1926D77}"/>
              </a:ext>
            </a:extLst>
          </p:cNvPr>
          <p:cNvSpPr txBox="1"/>
          <p:nvPr/>
        </p:nvSpPr>
        <p:spPr>
          <a:xfrm>
            <a:off x="11071838" y="4895488"/>
            <a:ext cx="418704" cy="369332"/>
          </a:xfrm>
          <a:prstGeom prst="rect">
            <a:avLst/>
          </a:prstGeom>
          <a:noFill/>
        </p:spPr>
        <p:txBody>
          <a:bodyPr wrap="none" rtlCol="0">
            <a:spAutoFit/>
          </a:bodyPr>
          <a:lstStyle/>
          <a:p>
            <a:r>
              <a:rPr lang="en-US"/>
              <a:t>15</a:t>
            </a:r>
          </a:p>
        </p:txBody>
      </p:sp>
      <p:sp>
        <p:nvSpPr>
          <p:cNvPr id="18" name="TextBox 17">
            <a:extLst>
              <a:ext uri="{FF2B5EF4-FFF2-40B4-BE49-F238E27FC236}">
                <a16:creationId xmlns:a16="http://schemas.microsoft.com/office/drawing/2014/main" id="{939C9D77-8C8A-498D-946C-9A4CE6931EC7}"/>
              </a:ext>
            </a:extLst>
          </p:cNvPr>
          <p:cNvSpPr txBox="1"/>
          <p:nvPr/>
        </p:nvSpPr>
        <p:spPr>
          <a:xfrm>
            <a:off x="11014890" y="5199329"/>
            <a:ext cx="301686" cy="369332"/>
          </a:xfrm>
          <a:prstGeom prst="rect">
            <a:avLst/>
          </a:prstGeom>
          <a:noFill/>
        </p:spPr>
        <p:txBody>
          <a:bodyPr wrap="none" rtlCol="0">
            <a:spAutoFit/>
          </a:bodyPr>
          <a:lstStyle/>
          <a:p>
            <a:r>
              <a:rPr lang="en-US"/>
              <a:t>5</a:t>
            </a:r>
          </a:p>
        </p:txBody>
      </p:sp>
      <p:sp>
        <p:nvSpPr>
          <p:cNvPr id="19" name="TextBox 18">
            <a:extLst>
              <a:ext uri="{FF2B5EF4-FFF2-40B4-BE49-F238E27FC236}">
                <a16:creationId xmlns:a16="http://schemas.microsoft.com/office/drawing/2014/main" id="{E5E3A43F-9861-4C56-B3C6-5985A7C7924D}"/>
              </a:ext>
            </a:extLst>
          </p:cNvPr>
          <p:cNvSpPr txBox="1"/>
          <p:nvPr/>
        </p:nvSpPr>
        <p:spPr>
          <a:xfrm>
            <a:off x="10998165" y="5474914"/>
            <a:ext cx="301686" cy="369332"/>
          </a:xfrm>
          <a:prstGeom prst="rect">
            <a:avLst/>
          </a:prstGeom>
          <a:noFill/>
        </p:spPr>
        <p:txBody>
          <a:bodyPr wrap="none" rtlCol="0">
            <a:spAutoFit/>
          </a:bodyPr>
          <a:lstStyle/>
          <a:p>
            <a:r>
              <a:rPr lang="en-US"/>
              <a:t>7</a:t>
            </a:r>
          </a:p>
        </p:txBody>
      </p:sp>
      <p:sp>
        <p:nvSpPr>
          <p:cNvPr id="20" name="TextBox 19">
            <a:extLst>
              <a:ext uri="{FF2B5EF4-FFF2-40B4-BE49-F238E27FC236}">
                <a16:creationId xmlns:a16="http://schemas.microsoft.com/office/drawing/2014/main" id="{B3ECD07E-11C5-40A3-BB8A-F5E99E26C7DA}"/>
              </a:ext>
            </a:extLst>
          </p:cNvPr>
          <p:cNvSpPr txBox="1"/>
          <p:nvPr/>
        </p:nvSpPr>
        <p:spPr>
          <a:xfrm>
            <a:off x="10953171" y="5750499"/>
            <a:ext cx="1350241" cy="369332"/>
          </a:xfrm>
          <a:prstGeom prst="rect">
            <a:avLst/>
          </a:prstGeom>
          <a:noFill/>
        </p:spPr>
        <p:txBody>
          <a:bodyPr wrap="none" rtlCol="0">
            <a:spAutoFit/>
          </a:bodyPr>
          <a:lstStyle/>
          <a:p>
            <a:r>
              <a:rPr lang="en-US"/>
              <a:t>More than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3" grpId="0"/>
      <p:bldP spid="18" grpId="0"/>
      <p:bldP spid="19" grpId="0"/>
      <p:bldP spid="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C198D6-296C-4DBA-BB17-E7E9447FD6CE}"/>
              </a:ext>
            </a:extLst>
          </p:cNvPr>
          <p:cNvSpPr>
            <a:spLocks noGrp="1"/>
          </p:cNvSpPr>
          <p:nvPr>
            <p:ph type="body" idx="1"/>
          </p:nvPr>
        </p:nvSpPr>
        <p:spPr/>
        <p:txBody>
          <a:bodyPr/>
          <a:lstStyle/>
          <a:p>
            <a:r>
              <a:rPr lang="en-US" b="0" i="0">
                <a:solidFill>
                  <a:srgbClr val="212529"/>
                </a:solidFill>
                <a:effectLst/>
                <a:latin typeface="-apple-system"/>
              </a:rPr>
              <a:t>Suppose we have 10000 refugee and 170 of them have blond hairs. The neighboring </a:t>
            </a:r>
            <a:r>
              <a:rPr lang="en-US">
                <a:solidFill>
                  <a:srgbClr val="212529"/>
                </a:solidFill>
                <a:latin typeface="-apple-system"/>
              </a:rPr>
              <a:t>country accepted 250 refugees. </a:t>
            </a:r>
            <a:r>
              <a:rPr lang="en-US" b="0" i="0">
                <a:solidFill>
                  <a:srgbClr val="212529"/>
                </a:solidFill>
                <a:effectLst/>
                <a:latin typeface="-apple-system"/>
              </a:rPr>
              <a:t>Among the accepted refugees 120 have blonde hairs. Is the neighboring countries biased toward the hair color of refugees?</a:t>
            </a:r>
          </a:p>
          <a:p>
            <a:endParaRPr lang="en-US">
              <a:solidFill>
                <a:srgbClr val="212529"/>
              </a:solidFill>
              <a:latin typeface="-apple-system"/>
            </a:endParaRPr>
          </a:p>
          <a:p>
            <a:pPr marL="152396" indent="0">
              <a:buNone/>
            </a:pPr>
            <a:endParaRPr lang="en-US" b="0" i="0">
              <a:solidFill>
                <a:srgbClr val="212529"/>
              </a:solidFill>
              <a:effectLst/>
              <a:latin typeface="-apple-system"/>
            </a:endParaRPr>
          </a:p>
          <a:p>
            <a:pPr marL="152396" indent="0">
              <a:buNone/>
            </a:pPr>
            <a:r>
              <a:rPr lang="en-US">
                <a:solidFill>
                  <a:srgbClr val="212529"/>
                </a:solidFill>
                <a:latin typeface="-apple-system"/>
              </a:rPr>
              <a:t>Total number of marbles                    N = </a:t>
            </a:r>
          </a:p>
          <a:p>
            <a:pPr marL="152396" indent="0">
              <a:buNone/>
            </a:pPr>
            <a:r>
              <a:rPr lang="en-US" b="0" i="0">
                <a:solidFill>
                  <a:srgbClr val="212529"/>
                </a:solidFill>
                <a:effectLst/>
                <a:latin typeface="-apple-system"/>
              </a:rPr>
              <a:t>Number of red Marbles                      m = </a:t>
            </a:r>
          </a:p>
          <a:p>
            <a:pPr marL="152396" indent="0">
              <a:buNone/>
            </a:pPr>
            <a:r>
              <a:rPr lang="en-US">
                <a:solidFill>
                  <a:srgbClr val="212529"/>
                </a:solidFill>
                <a:latin typeface="-apple-system"/>
              </a:rPr>
              <a:t>Number of drawn                                n = </a:t>
            </a:r>
          </a:p>
          <a:p>
            <a:pPr marL="152396" indent="0">
              <a:buNone/>
            </a:pPr>
            <a:r>
              <a:rPr lang="en-US" b="0" i="0">
                <a:solidFill>
                  <a:srgbClr val="212529"/>
                </a:solidFill>
                <a:effectLst/>
                <a:latin typeface="-apple-system"/>
              </a:rPr>
              <a:t>Number of red marbles drawn          k =</a:t>
            </a:r>
          </a:p>
          <a:p>
            <a:endParaRPr lang="en-US">
              <a:solidFill>
                <a:srgbClr val="212529"/>
              </a:solidFill>
              <a:latin typeface="-apple-system"/>
            </a:endParaRPr>
          </a:p>
          <a:p>
            <a:pPr marL="152396" indent="0">
              <a:buNone/>
            </a:pPr>
            <a:r>
              <a:rPr lang="en-US" b="0" i="0">
                <a:solidFill>
                  <a:srgbClr val="212529"/>
                </a:solidFill>
                <a:effectLst/>
                <a:latin typeface="-apple-system"/>
              </a:rPr>
              <a:t> </a:t>
            </a:r>
            <a:endParaRPr lang="en-US"/>
          </a:p>
        </p:txBody>
      </p:sp>
      <p:sp>
        <p:nvSpPr>
          <p:cNvPr id="4" name="Google Shape;427;p71">
            <a:extLst>
              <a:ext uri="{FF2B5EF4-FFF2-40B4-BE49-F238E27FC236}">
                <a16:creationId xmlns:a16="http://schemas.microsoft.com/office/drawing/2014/main" id="{18C4D990-BA05-4C82-A77F-59CF4C122B66}"/>
              </a:ext>
            </a:extLst>
          </p:cNvPr>
          <p:cNvSpPr txBox="1">
            <a:spLocks/>
          </p:cNvSpPr>
          <p:nvPr/>
        </p:nvSpPr>
        <p:spPr>
          <a:xfrm>
            <a:off x="341467" y="133567"/>
            <a:ext cx="11360800" cy="7636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sz="4000">
                <a:solidFill>
                  <a:srgbClr val="1155CC"/>
                </a:solidFill>
              </a:rPr>
              <a:t>Hypergeometric Distribution : Example</a:t>
            </a:r>
          </a:p>
        </p:txBody>
      </p:sp>
      <p:sp>
        <p:nvSpPr>
          <p:cNvPr id="6" name="TextBox 5">
            <a:extLst>
              <a:ext uri="{FF2B5EF4-FFF2-40B4-BE49-F238E27FC236}">
                <a16:creationId xmlns:a16="http://schemas.microsoft.com/office/drawing/2014/main" id="{C20E3881-3C51-418A-868B-2B758C624807}"/>
              </a:ext>
            </a:extLst>
          </p:cNvPr>
          <p:cNvSpPr txBox="1"/>
          <p:nvPr/>
        </p:nvSpPr>
        <p:spPr>
          <a:xfrm>
            <a:off x="6480810" y="3787986"/>
            <a:ext cx="1098378" cy="523220"/>
          </a:xfrm>
          <a:prstGeom prst="rect">
            <a:avLst/>
          </a:prstGeom>
          <a:noFill/>
        </p:spPr>
        <p:txBody>
          <a:bodyPr wrap="none" rtlCol="0">
            <a:spAutoFit/>
          </a:bodyPr>
          <a:lstStyle/>
          <a:p>
            <a:r>
              <a:rPr lang="en-US" sz="2800"/>
              <a:t>10000</a:t>
            </a:r>
          </a:p>
        </p:txBody>
      </p:sp>
      <p:sp>
        <p:nvSpPr>
          <p:cNvPr id="7" name="TextBox 6">
            <a:extLst>
              <a:ext uri="{FF2B5EF4-FFF2-40B4-BE49-F238E27FC236}">
                <a16:creationId xmlns:a16="http://schemas.microsoft.com/office/drawing/2014/main" id="{F8C20618-9A28-4EAB-9116-8C95DEE29A34}"/>
              </a:ext>
            </a:extLst>
          </p:cNvPr>
          <p:cNvSpPr txBox="1"/>
          <p:nvPr/>
        </p:nvSpPr>
        <p:spPr>
          <a:xfrm>
            <a:off x="6480810" y="4180416"/>
            <a:ext cx="732893" cy="523220"/>
          </a:xfrm>
          <a:prstGeom prst="rect">
            <a:avLst/>
          </a:prstGeom>
          <a:noFill/>
        </p:spPr>
        <p:txBody>
          <a:bodyPr wrap="none" rtlCol="0">
            <a:spAutoFit/>
          </a:bodyPr>
          <a:lstStyle/>
          <a:p>
            <a:r>
              <a:rPr lang="en-US" sz="2800"/>
              <a:t>170</a:t>
            </a:r>
          </a:p>
        </p:txBody>
      </p:sp>
      <p:sp>
        <p:nvSpPr>
          <p:cNvPr id="8" name="TextBox 7">
            <a:extLst>
              <a:ext uri="{FF2B5EF4-FFF2-40B4-BE49-F238E27FC236}">
                <a16:creationId xmlns:a16="http://schemas.microsoft.com/office/drawing/2014/main" id="{93347DAC-4AD9-4FEA-9C50-BA6DAA87CACD}"/>
              </a:ext>
            </a:extLst>
          </p:cNvPr>
          <p:cNvSpPr txBox="1"/>
          <p:nvPr/>
        </p:nvSpPr>
        <p:spPr>
          <a:xfrm>
            <a:off x="6447618" y="4572846"/>
            <a:ext cx="732893" cy="523220"/>
          </a:xfrm>
          <a:prstGeom prst="rect">
            <a:avLst/>
          </a:prstGeom>
          <a:noFill/>
        </p:spPr>
        <p:txBody>
          <a:bodyPr wrap="none" rtlCol="0">
            <a:spAutoFit/>
          </a:bodyPr>
          <a:lstStyle/>
          <a:p>
            <a:r>
              <a:rPr lang="en-US" sz="2800"/>
              <a:t>250</a:t>
            </a:r>
          </a:p>
        </p:txBody>
      </p:sp>
      <p:sp>
        <p:nvSpPr>
          <p:cNvPr id="9" name="TextBox 8">
            <a:extLst>
              <a:ext uri="{FF2B5EF4-FFF2-40B4-BE49-F238E27FC236}">
                <a16:creationId xmlns:a16="http://schemas.microsoft.com/office/drawing/2014/main" id="{09363D63-2A45-468C-BAE0-405D9507BD4E}"/>
              </a:ext>
            </a:extLst>
          </p:cNvPr>
          <p:cNvSpPr txBox="1"/>
          <p:nvPr/>
        </p:nvSpPr>
        <p:spPr>
          <a:xfrm>
            <a:off x="6358890" y="4978166"/>
            <a:ext cx="732893" cy="523220"/>
          </a:xfrm>
          <a:prstGeom prst="rect">
            <a:avLst/>
          </a:prstGeom>
          <a:noFill/>
        </p:spPr>
        <p:txBody>
          <a:bodyPr wrap="none" rtlCol="0">
            <a:spAutoFit/>
          </a:bodyPr>
          <a:lstStyle/>
          <a:p>
            <a:r>
              <a:rPr lang="en-US" sz="2800"/>
              <a:t>120</a:t>
            </a:r>
          </a:p>
        </p:txBody>
      </p:sp>
      <p:pic>
        <p:nvPicPr>
          <p:cNvPr id="11" name="Picture 10">
            <a:extLst>
              <a:ext uri="{FF2B5EF4-FFF2-40B4-BE49-F238E27FC236}">
                <a16:creationId xmlns:a16="http://schemas.microsoft.com/office/drawing/2014/main" id="{9C34D6C7-D27F-4D5F-B280-3592DE8FB715}"/>
              </a:ext>
            </a:extLst>
          </p:cNvPr>
          <p:cNvPicPr>
            <a:picLocks noChangeAspect="1"/>
          </p:cNvPicPr>
          <p:nvPr/>
        </p:nvPicPr>
        <p:blipFill>
          <a:blip r:embed="rId2"/>
          <a:stretch>
            <a:fillRect/>
          </a:stretch>
        </p:blipFill>
        <p:spPr>
          <a:xfrm>
            <a:off x="8205618" y="3745237"/>
            <a:ext cx="3779592" cy="1350829"/>
          </a:xfrm>
          <a:prstGeom prst="rect">
            <a:avLst/>
          </a:prstGeom>
        </p:spPr>
      </p:pic>
    </p:spTree>
    <p:extLst>
      <p:ext uri="{BB962C8B-B14F-4D97-AF65-F5344CB8AC3E}">
        <p14:creationId xmlns:p14="http://schemas.microsoft.com/office/powerpoint/2010/main" val="173346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C198D6-296C-4DBA-BB17-E7E9447FD6CE}"/>
              </a:ext>
            </a:extLst>
          </p:cNvPr>
          <p:cNvSpPr>
            <a:spLocks noGrp="1"/>
          </p:cNvSpPr>
          <p:nvPr>
            <p:ph type="body" idx="1"/>
          </p:nvPr>
        </p:nvSpPr>
        <p:spPr/>
        <p:txBody>
          <a:bodyPr/>
          <a:lstStyle/>
          <a:p>
            <a:r>
              <a:rPr lang="en-US" b="0" i="0">
                <a:solidFill>
                  <a:srgbClr val="212529"/>
                </a:solidFill>
                <a:effectLst/>
                <a:latin typeface="-apple-system"/>
              </a:rPr>
              <a:t>Suppose we have 17,980 genes detected in a Microarray study and 57 genes were differentially expressed. Among the differentially expressed genes, 28 are annotated to be in the Insulin secretion pathway that has 54 genes. Is this set significantly associated to the Insulin?</a:t>
            </a:r>
          </a:p>
          <a:p>
            <a:endParaRPr lang="en-US">
              <a:solidFill>
                <a:srgbClr val="212529"/>
              </a:solidFill>
              <a:latin typeface="-apple-system"/>
            </a:endParaRPr>
          </a:p>
          <a:p>
            <a:pPr marL="152396" indent="0">
              <a:buNone/>
            </a:pPr>
            <a:endParaRPr lang="en-US" b="0" i="0">
              <a:solidFill>
                <a:srgbClr val="212529"/>
              </a:solidFill>
              <a:effectLst/>
              <a:latin typeface="-apple-system"/>
            </a:endParaRPr>
          </a:p>
          <a:p>
            <a:pPr marL="152396" indent="0">
              <a:buNone/>
            </a:pPr>
            <a:r>
              <a:rPr lang="en-US">
                <a:solidFill>
                  <a:srgbClr val="212529"/>
                </a:solidFill>
                <a:latin typeface="-apple-system"/>
              </a:rPr>
              <a:t>Total number of marbles                    N = </a:t>
            </a:r>
          </a:p>
          <a:p>
            <a:pPr marL="152396" indent="0">
              <a:buNone/>
            </a:pPr>
            <a:r>
              <a:rPr lang="en-US" b="0" i="0">
                <a:solidFill>
                  <a:srgbClr val="212529"/>
                </a:solidFill>
                <a:effectLst/>
                <a:latin typeface="-apple-system"/>
              </a:rPr>
              <a:t>Number of red Marbles                      m = </a:t>
            </a:r>
          </a:p>
          <a:p>
            <a:pPr marL="152396" indent="0">
              <a:buNone/>
            </a:pPr>
            <a:r>
              <a:rPr lang="en-US">
                <a:solidFill>
                  <a:srgbClr val="212529"/>
                </a:solidFill>
                <a:latin typeface="-apple-system"/>
              </a:rPr>
              <a:t>Number of drawn                                n = </a:t>
            </a:r>
          </a:p>
          <a:p>
            <a:pPr marL="152396" indent="0">
              <a:buNone/>
            </a:pPr>
            <a:r>
              <a:rPr lang="en-US" b="0" i="0">
                <a:solidFill>
                  <a:srgbClr val="212529"/>
                </a:solidFill>
                <a:effectLst/>
                <a:latin typeface="-apple-system"/>
              </a:rPr>
              <a:t>Number of red marbles drawn          k =</a:t>
            </a:r>
          </a:p>
          <a:p>
            <a:endParaRPr lang="en-US">
              <a:solidFill>
                <a:srgbClr val="212529"/>
              </a:solidFill>
              <a:latin typeface="-apple-system"/>
            </a:endParaRPr>
          </a:p>
          <a:p>
            <a:pPr marL="152396" indent="0">
              <a:buNone/>
            </a:pPr>
            <a:r>
              <a:rPr lang="en-US" b="0" i="0">
                <a:solidFill>
                  <a:srgbClr val="212529"/>
                </a:solidFill>
                <a:effectLst/>
                <a:latin typeface="-apple-system"/>
              </a:rPr>
              <a:t> </a:t>
            </a:r>
            <a:endParaRPr lang="en-US"/>
          </a:p>
        </p:txBody>
      </p:sp>
      <p:sp>
        <p:nvSpPr>
          <p:cNvPr id="4" name="Google Shape;427;p71">
            <a:extLst>
              <a:ext uri="{FF2B5EF4-FFF2-40B4-BE49-F238E27FC236}">
                <a16:creationId xmlns:a16="http://schemas.microsoft.com/office/drawing/2014/main" id="{18C4D990-BA05-4C82-A77F-59CF4C122B66}"/>
              </a:ext>
            </a:extLst>
          </p:cNvPr>
          <p:cNvSpPr txBox="1">
            <a:spLocks/>
          </p:cNvSpPr>
          <p:nvPr/>
        </p:nvSpPr>
        <p:spPr>
          <a:xfrm>
            <a:off x="341467" y="133567"/>
            <a:ext cx="11360800" cy="7636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sz="4000">
                <a:solidFill>
                  <a:srgbClr val="1155CC"/>
                </a:solidFill>
              </a:rPr>
              <a:t>Hypergeometric Distribution : Example</a:t>
            </a:r>
          </a:p>
        </p:txBody>
      </p:sp>
      <p:sp>
        <p:nvSpPr>
          <p:cNvPr id="6" name="TextBox 5">
            <a:extLst>
              <a:ext uri="{FF2B5EF4-FFF2-40B4-BE49-F238E27FC236}">
                <a16:creationId xmlns:a16="http://schemas.microsoft.com/office/drawing/2014/main" id="{C20E3881-3C51-418A-868B-2B758C624807}"/>
              </a:ext>
            </a:extLst>
          </p:cNvPr>
          <p:cNvSpPr txBox="1"/>
          <p:nvPr/>
        </p:nvSpPr>
        <p:spPr>
          <a:xfrm>
            <a:off x="6480810" y="3787986"/>
            <a:ext cx="1098378" cy="523220"/>
          </a:xfrm>
          <a:prstGeom prst="rect">
            <a:avLst/>
          </a:prstGeom>
          <a:noFill/>
        </p:spPr>
        <p:txBody>
          <a:bodyPr wrap="none" rtlCol="0">
            <a:spAutoFit/>
          </a:bodyPr>
          <a:lstStyle/>
          <a:p>
            <a:r>
              <a:rPr lang="en-US" sz="2800"/>
              <a:t>17980</a:t>
            </a:r>
          </a:p>
        </p:txBody>
      </p:sp>
      <p:sp>
        <p:nvSpPr>
          <p:cNvPr id="7" name="TextBox 6">
            <a:extLst>
              <a:ext uri="{FF2B5EF4-FFF2-40B4-BE49-F238E27FC236}">
                <a16:creationId xmlns:a16="http://schemas.microsoft.com/office/drawing/2014/main" id="{F8C20618-9A28-4EAB-9116-8C95DEE29A34}"/>
              </a:ext>
            </a:extLst>
          </p:cNvPr>
          <p:cNvSpPr txBox="1"/>
          <p:nvPr/>
        </p:nvSpPr>
        <p:spPr>
          <a:xfrm>
            <a:off x="6480810" y="4180416"/>
            <a:ext cx="550151" cy="523220"/>
          </a:xfrm>
          <a:prstGeom prst="rect">
            <a:avLst/>
          </a:prstGeom>
          <a:noFill/>
        </p:spPr>
        <p:txBody>
          <a:bodyPr wrap="none" rtlCol="0">
            <a:spAutoFit/>
          </a:bodyPr>
          <a:lstStyle/>
          <a:p>
            <a:r>
              <a:rPr lang="en-US" sz="2800"/>
              <a:t>54</a:t>
            </a:r>
          </a:p>
        </p:txBody>
      </p:sp>
      <p:sp>
        <p:nvSpPr>
          <p:cNvPr id="8" name="TextBox 7">
            <a:extLst>
              <a:ext uri="{FF2B5EF4-FFF2-40B4-BE49-F238E27FC236}">
                <a16:creationId xmlns:a16="http://schemas.microsoft.com/office/drawing/2014/main" id="{93347DAC-4AD9-4FEA-9C50-BA6DAA87CACD}"/>
              </a:ext>
            </a:extLst>
          </p:cNvPr>
          <p:cNvSpPr txBox="1"/>
          <p:nvPr/>
        </p:nvSpPr>
        <p:spPr>
          <a:xfrm>
            <a:off x="6447618" y="4572846"/>
            <a:ext cx="550151" cy="523220"/>
          </a:xfrm>
          <a:prstGeom prst="rect">
            <a:avLst/>
          </a:prstGeom>
          <a:noFill/>
        </p:spPr>
        <p:txBody>
          <a:bodyPr wrap="none" rtlCol="0">
            <a:spAutoFit/>
          </a:bodyPr>
          <a:lstStyle/>
          <a:p>
            <a:r>
              <a:rPr lang="en-US" sz="2800"/>
              <a:t>57</a:t>
            </a:r>
          </a:p>
        </p:txBody>
      </p:sp>
      <p:sp>
        <p:nvSpPr>
          <p:cNvPr id="9" name="TextBox 8">
            <a:extLst>
              <a:ext uri="{FF2B5EF4-FFF2-40B4-BE49-F238E27FC236}">
                <a16:creationId xmlns:a16="http://schemas.microsoft.com/office/drawing/2014/main" id="{09363D63-2A45-468C-BAE0-405D9507BD4E}"/>
              </a:ext>
            </a:extLst>
          </p:cNvPr>
          <p:cNvSpPr txBox="1"/>
          <p:nvPr/>
        </p:nvSpPr>
        <p:spPr>
          <a:xfrm>
            <a:off x="6358890" y="4978166"/>
            <a:ext cx="550151" cy="523220"/>
          </a:xfrm>
          <a:prstGeom prst="rect">
            <a:avLst/>
          </a:prstGeom>
          <a:noFill/>
        </p:spPr>
        <p:txBody>
          <a:bodyPr wrap="none" rtlCol="0">
            <a:spAutoFit/>
          </a:bodyPr>
          <a:lstStyle/>
          <a:p>
            <a:r>
              <a:rPr lang="en-US" sz="2800"/>
              <a:t>28</a:t>
            </a:r>
          </a:p>
        </p:txBody>
      </p:sp>
      <p:pic>
        <p:nvPicPr>
          <p:cNvPr id="11" name="Picture 10">
            <a:extLst>
              <a:ext uri="{FF2B5EF4-FFF2-40B4-BE49-F238E27FC236}">
                <a16:creationId xmlns:a16="http://schemas.microsoft.com/office/drawing/2014/main" id="{9C34D6C7-D27F-4D5F-B280-3592DE8FB715}"/>
              </a:ext>
            </a:extLst>
          </p:cNvPr>
          <p:cNvPicPr>
            <a:picLocks noChangeAspect="1"/>
          </p:cNvPicPr>
          <p:nvPr/>
        </p:nvPicPr>
        <p:blipFill>
          <a:blip r:embed="rId2"/>
          <a:stretch>
            <a:fillRect/>
          </a:stretch>
        </p:blipFill>
        <p:spPr>
          <a:xfrm>
            <a:off x="8205618" y="3745237"/>
            <a:ext cx="3779592" cy="1350829"/>
          </a:xfrm>
          <a:prstGeom prst="rect">
            <a:avLst/>
          </a:prstGeom>
        </p:spPr>
      </p:pic>
    </p:spTree>
    <p:extLst>
      <p:ext uri="{BB962C8B-B14F-4D97-AF65-F5344CB8AC3E}">
        <p14:creationId xmlns:p14="http://schemas.microsoft.com/office/powerpoint/2010/main" val="381140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32"/>
        <p:cNvGrpSpPr/>
        <p:nvPr/>
      </p:nvGrpSpPr>
      <p:grpSpPr>
        <a:xfrm>
          <a:off x="0" y="0"/>
          <a:ext cx="0" cy="0"/>
          <a:chOff x="0" y="0"/>
          <a:chExt cx="0" cy="0"/>
        </a:xfrm>
      </p:grpSpPr>
      <p:pic>
        <p:nvPicPr>
          <p:cNvPr id="433" name="Google Shape;433;p72"/>
          <p:cNvPicPr preferRelativeResize="0"/>
          <p:nvPr/>
        </p:nvPicPr>
        <p:blipFill rotWithShape="1">
          <a:blip r:embed="rId3">
            <a:alphaModFix/>
          </a:blip>
          <a:srcRect t="9057"/>
          <a:stretch/>
        </p:blipFill>
        <p:spPr>
          <a:xfrm>
            <a:off x="2081162" y="0"/>
            <a:ext cx="7541357" cy="6858005"/>
          </a:xfrm>
          <a:prstGeom prst="rect">
            <a:avLst/>
          </a:prstGeom>
          <a:noFill/>
          <a:ln>
            <a:noFill/>
          </a:ln>
        </p:spPr>
      </p:pic>
      <p:sp>
        <p:nvSpPr>
          <p:cNvPr id="2" name="Rectangle 1">
            <a:extLst>
              <a:ext uri="{FF2B5EF4-FFF2-40B4-BE49-F238E27FC236}">
                <a16:creationId xmlns:a16="http://schemas.microsoft.com/office/drawing/2014/main" id="{FFC7F790-3EBF-410F-99CE-26FE4059A4E6}"/>
              </a:ext>
            </a:extLst>
          </p:cNvPr>
          <p:cNvSpPr/>
          <p:nvPr/>
        </p:nvSpPr>
        <p:spPr>
          <a:xfrm>
            <a:off x="2165684" y="1309036"/>
            <a:ext cx="1309036" cy="18576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D0D8A6D0-1389-43E6-A5CF-2AC2CA077180}"/>
              </a:ext>
            </a:extLst>
          </p:cNvPr>
          <p:cNvSpPr/>
          <p:nvPr/>
        </p:nvSpPr>
        <p:spPr>
          <a:xfrm>
            <a:off x="6823710" y="2274570"/>
            <a:ext cx="1760220" cy="62865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rPr>
              <a:t>Chi-Square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5C9EE-D029-482D-A885-18ABFDFE2A3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0CC44A8-C204-4973-932C-346EC41230E6}"/>
              </a:ext>
            </a:extLst>
          </p:cNvPr>
          <p:cNvSpPr>
            <a:spLocks noGrp="1"/>
          </p:cNvSpPr>
          <p:nvPr>
            <p:ph type="body" idx="1"/>
          </p:nvPr>
        </p:nvSpPr>
        <p:spPr/>
        <p:txBody>
          <a:bodyPr/>
          <a:lstStyle/>
          <a:p>
            <a:r>
              <a:rPr lang="en-US"/>
              <a:t>Kahoot </a:t>
            </a:r>
            <a:r>
              <a:rPr lang="en-US" err="1"/>
              <a:t>Quizz</a:t>
            </a:r>
            <a:endParaRPr lang="en-US"/>
          </a:p>
        </p:txBody>
      </p:sp>
    </p:spTree>
    <p:extLst>
      <p:ext uri="{BB962C8B-B14F-4D97-AF65-F5344CB8AC3E}">
        <p14:creationId xmlns:p14="http://schemas.microsoft.com/office/powerpoint/2010/main" val="2030755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20FD0C2881EA4A90727A064126FC20" ma:contentTypeVersion="13" ma:contentTypeDescription="Create a new document." ma:contentTypeScope="" ma:versionID="c260b951da18117c8c193c037c96b92c">
  <xsd:schema xmlns:xsd="http://www.w3.org/2001/XMLSchema" xmlns:xs="http://www.w3.org/2001/XMLSchema" xmlns:p="http://schemas.microsoft.com/office/2006/metadata/properties" xmlns:ns3="19eadfd7-bd8e-490f-9f29-05c59f74add2" xmlns:ns4="74abacc2-06e5-4e7c-aecc-4fd68412481c" targetNamespace="http://schemas.microsoft.com/office/2006/metadata/properties" ma:root="true" ma:fieldsID="95adb3d05306777b1d2a43a6ccfcbaf4" ns3:_="" ns4:_="">
    <xsd:import namespace="19eadfd7-bd8e-490f-9f29-05c59f74add2"/>
    <xsd:import namespace="74abacc2-06e5-4e7c-aecc-4fd68412481c"/>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3:MediaServiceAutoTags" minOccurs="0"/>
                <xsd:element ref="ns3:MediaServiceOCR" minOccurs="0"/>
                <xsd:element ref="ns3:MediaServiceDateTaken"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eadfd7-bd8e-490f-9f29-05c59f74ad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4abacc2-06e5-4e7c-aecc-4fd68412481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349C5D-D56D-4B79-B808-52C35AE6BB66}">
  <ds:schemaRefs>
    <ds:schemaRef ds:uri="19eadfd7-bd8e-490f-9f29-05c59f74add2"/>
    <ds:schemaRef ds:uri="74abacc2-06e5-4e7c-aecc-4fd6841248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EABE697-6047-4F8A-8D0E-214F037A5A9E}">
  <ds:schemaRefs>
    <ds:schemaRef ds:uri="http://schemas.microsoft.com/sharepoint/v3/contenttype/forms"/>
  </ds:schemaRefs>
</ds:datastoreItem>
</file>

<file path=customXml/itemProps3.xml><?xml version="1.0" encoding="utf-8"?>
<ds:datastoreItem xmlns:ds="http://schemas.openxmlformats.org/officeDocument/2006/customXml" ds:itemID="{48A8A98F-74C2-4DAD-B587-7560D93B197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100</TotalTime>
  <Words>1534</Words>
  <Application>Microsoft Office PowerPoint</Application>
  <PresentationFormat>Widescreen</PresentationFormat>
  <Paragraphs>306</Paragraphs>
  <Slides>35</Slides>
  <Notes>15</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vt:lpstr>
      <vt:lpstr>Arial</vt:lpstr>
      <vt:lpstr>Calibri</vt:lpstr>
      <vt:lpstr>Calibri Light</vt:lpstr>
      <vt:lpstr>Cambria Math</vt:lpstr>
      <vt:lpstr>medium-content-serif-font</vt:lpstr>
      <vt:lpstr>Söhne</vt:lpstr>
      <vt:lpstr>Office Theme</vt:lpstr>
      <vt:lpstr>Entropy  and  Mutual Information</vt:lpstr>
      <vt:lpstr>Discrete Variables</vt:lpstr>
      <vt:lpstr>Example</vt:lpstr>
      <vt:lpstr>Jaccard Index (a.k.a. Jaccard Coefficient)</vt:lpstr>
      <vt:lpstr>Information Theoretic Measures of Assocation</vt:lpstr>
      <vt:lpstr>Entropy</vt:lpstr>
      <vt:lpstr>Entropy</vt:lpstr>
      <vt:lpstr>Entropy</vt:lpstr>
      <vt:lpstr>Entropy</vt:lpstr>
      <vt:lpstr>Surprise and Probability</vt:lpstr>
      <vt:lpstr>Information of an Event</vt:lpstr>
      <vt:lpstr>Measuring Surprise</vt:lpstr>
      <vt:lpstr>Measuring Surprise</vt:lpstr>
      <vt:lpstr>Measuring Surprise</vt:lpstr>
      <vt:lpstr>Shannon Entropy</vt:lpstr>
      <vt:lpstr>Entropy: Examples</vt:lpstr>
      <vt:lpstr>Computing Entropy From A Sample</vt:lpstr>
      <vt:lpstr>Distribution of Hair Colors </vt:lpstr>
      <vt:lpstr>Calculating Entropy</vt:lpstr>
      <vt:lpstr>Joint Entropy</vt:lpstr>
      <vt:lpstr>Comparison of Joint Entropy with Individual Entropy</vt:lpstr>
      <vt:lpstr>Mutual Information</vt:lpstr>
      <vt:lpstr>Mutual Information </vt:lpstr>
      <vt:lpstr>Mutual Information: Example </vt:lpstr>
      <vt:lpstr>How to interpret MI value?</vt:lpstr>
      <vt:lpstr>How to evaluate the statistical significance of MI</vt:lpstr>
      <vt:lpstr>Estimating Mutual Information</vt:lpstr>
      <vt:lpstr>Maximal Information Coefficient (MIC)</vt:lpstr>
      <vt:lpstr>MIC: Motivation: The association between two variables can be quite complex </vt:lpstr>
      <vt:lpstr>Hypergeometric Distribution</vt:lpstr>
      <vt:lpstr>Hypergeometric Distribution : Example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Marzieh Ayati</dc:creator>
  <cp:lastModifiedBy>Marzieh Ayati</cp:lastModifiedBy>
  <cp:revision>1</cp:revision>
  <dcterms:created xsi:type="dcterms:W3CDTF">2020-10-08T02:19:34Z</dcterms:created>
  <dcterms:modified xsi:type="dcterms:W3CDTF">2026-03-06T05:39:01Z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0x0101007E20FD0C2881EA4A90727A064126FC20</vt:lpwstr>
  </property>
</Properties>
</file>