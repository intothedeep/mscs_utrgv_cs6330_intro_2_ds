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6" r:id="rId5"/>
    <p:sldId id="970" r:id="rId6"/>
    <p:sldId id="992" r:id="rId7"/>
    <p:sldId id="1007" r:id="rId8"/>
    <p:sldId id="993" r:id="rId9"/>
    <p:sldId id="1025" r:id="rId10"/>
    <p:sldId id="995" r:id="rId11"/>
    <p:sldId id="994" r:id="rId12"/>
    <p:sldId id="1003" r:id="rId13"/>
    <p:sldId id="1004" r:id="rId14"/>
    <p:sldId id="985" r:id="rId15"/>
    <p:sldId id="1005" r:id="rId16"/>
    <p:sldId id="288" r:id="rId17"/>
    <p:sldId id="289" r:id="rId18"/>
    <p:sldId id="290" r:id="rId19"/>
    <p:sldId id="291" r:id="rId20"/>
    <p:sldId id="293" r:id="rId21"/>
    <p:sldId id="1006" r:id="rId22"/>
    <p:sldId id="286" r:id="rId23"/>
    <p:sldId id="996" r:id="rId24"/>
    <p:sldId id="997" r:id="rId25"/>
    <p:sldId id="998" r:id="rId26"/>
    <p:sldId id="999" r:id="rId27"/>
    <p:sldId id="1024" r:id="rId28"/>
    <p:sldId id="1020" r:id="rId29"/>
    <p:sldId id="1021" r:id="rId30"/>
    <p:sldId id="1022" r:id="rId31"/>
    <p:sldId id="102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01B88F-CB64-443E-B9B7-3137C11B5188}" v="6" dt="2024-01-29T17:30:17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zieh Ayati" userId="719e7aeb-c3b5-48e5-801b-084d43cd09ac" providerId="ADAL" clId="{DD1B9431-4843-490E-A735-123AC234EB1E}"/>
    <pc:docChg chg="custSel delSld modSld">
      <pc:chgData name="Marzieh Ayati" userId="719e7aeb-c3b5-48e5-801b-084d43cd09ac" providerId="ADAL" clId="{DD1B9431-4843-490E-A735-123AC234EB1E}" dt="2020-09-04T01:51:57.704" v="20"/>
      <pc:docMkLst>
        <pc:docMk/>
      </pc:docMkLst>
      <pc:sldChg chg="delSp modSp mod">
        <pc:chgData name="Marzieh Ayati" userId="719e7aeb-c3b5-48e5-801b-084d43cd09ac" providerId="ADAL" clId="{DD1B9431-4843-490E-A735-123AC234EB1E}" dt="2020-09-03T18:59:36.052" v="18" actId="20577"/>
        <pc:sldMkLst>
          <pc:docMk/>
          <pc:sldMk cId="2071020851" sldId="256"/>
        </pc:sldMkLst>
        <pc:spChg chg="mod">
          <ac:chgData name="Marzieh Ayati" userId="719e7aeb-c3b5-48e5-801b-084d43cd09ac" providerId="ADAL" clId="{DD1B9431-4843-490E-A735-123AC234EB1E}" dt="2020-09-03T18:59:36.052" v="18" actId="20577"/>
          <ac:spMkLst>
            <pc:docMk/>
            <pc:sldMk cId="2071020851" sldId="256"/>
            <ac:spMk id="2" creationId="{5F1D5D24-596F-4C2C-9D2B-1F16EF92DC64}"/>
          </ac:spMkLst>
        </pc:spChg>
        <pc:spChg chg="del">
          <ac:chgData name="Marzieh Ayati" userId="719e7aeb-c3b5-48e5-801b-084d43cd09ac" providerId="ADAL" clId="{DD1B9431-4843-490E-A735-123AC234EB1E}" dt="2020-09-03T18:59:30.126" v="0" actId="478"/>
          <ac:spMkLst>
            <pc:docMk/>
            <pc:sldMk cId="2071020851" sldId="256"/>
            <ac:spMk id="3" creationId="{7E501EDD-DB8A-4CD9-97A9-F8809AC2D1AC}"/>
          </ac:spMkLst>
        </pc:spChg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0" sldId="259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445796178" sldId="260"/>
        </pc:sldMkLst>
      </pc:sldChg>
      <pc:sldChg chg="modNotes">
        <pc:chgData name="Marzieh Ayati" userId="719e7aeb-c3b5-48e5-801b-084d43cd09ac" providerId="ADAL" clId="{DD1B9431-4843-490E-A735-123AC234EB1E}" dt="2020-09-04T01:51:57.704" v="20"/>
        <pc:sldMkLst>
          <pc:docMk/>
          <pc:sldMk cId="0" sldId="291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184995505" sldId="877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937937857" sldId="952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1220017812" sldId="980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2493841858" sldId="1002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2533160564" sldId="1008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1314966999" sldId="1009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2015056683" sldId="1010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2197640144" sldId="1011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2441081153" sldId="1012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2439829849" sldId="1013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665143871" sldId="1014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3230253809" sldId="1015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1204337365" sldId="1016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655211533" sldId="1017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3651610873" sldId="1018"/>
        </pc:sldMkLst>
      </pc:sldChg>
      <pc:sldChg chg="del">
        <pc:chgData name="Marzieh Ayati" userId="719e7aeb-c3b5-48e5-801b-084d43cd09ac" providerId="ADAL" clId="{DD1B9431-4843-490E-A735-123AC234EB1E}" dt="2020-09-04T01:51:57.703" v="19" actId="2696"/>
        <pc:sldMkLst>
          <pc:docMk/>
          <pc:sldMk cId="2692359937" sldId="1019"/>
        </pc:sldMkLst>
      </pc:sldChg>
      <pc:sldMasterChg chg="delSldLayout">
        <pc:chgData name="Marzieh Ayati" userId="719e7aeb-c3b5-48e5-801b-084d43cd09ac" providerId="ADAL" clId="{DD1B9431-4843-490E-A735-123AC234EB1E}" dt="2020-09-04T01:51:57.703" v="19" actId="2696"/>
        <pc:sldMasterMkLst>
          <pc:docMk/>
          <pc:sldMasterMk cId="951310539" sldId="2147483648"/>
        </pc:sldMasterMkLst>
        <pc:sldLayoutChg chg="del">
          <pc:chgData name="Marzieh Ayati" userId="719e7aeb-c3b5-48e5-801b-084d43cd09ac" providerId="ADAL" clId="{DD1B9431-4843-490E-A735-123AC234EB1E}" dt="2020-09-04T01:51:57.703" v="19" actId="2696"/>
          <pc:sldLayoutMkLst>
            <pc:docMk/>
            <pc:sldMasterMk cId="951310539" sldId="2147483648"/>
            <pc:sldLayoutMk cId="2252219099" sldId="2147483661"/>
          </pc:sldLayoutMkLst>
        </pc:sldLayoutChg>
        <pc:sldLayoutChg chg="del">
          <pc:chgData name="Marzieh Ayati" userId="719e7aeb-c3b5-48e5-801b-084d43cd09ac" providerId="ADAL" clId="{DD1B9431-4843-490E-A735-123AC234EB1E}" dt="2020-09-04T01:51:57.703" v="19" actId="2696"/>
          <pc:sldLayoutMkLst>
            <pc:docMk/>
            <pc:sldMasterMk cId="951310539" sldId="2147483648"/>
            <pc:sldLayoutMk cId="4291158575" sldId="2147483662"/>
          </pc:sldLayoutMkLst>
        </pc:sldLayoutChg>
      </pc:sldMasterChg>
    </pc:docChg>
  </pc:docChgLst>
  <pc:docChgLst>
    <pc:chgData name="Marzieh Ayati" userId="719e7aeb-c3b5-48e5-801b-084d43cd09ac" providerId="ADAL" clId="{792927E6-0A35-4D03-94BE-A759955994B2}"/>
    <pc:docChg chg="custSel addSld modSld sldOrd">
      <pc:chgData name="Marzieh Ayati" userId="719e7aeb-c3b5-48e5-801b-084d43cd09ac" providerId="ADAL" clId="{792927E6-0A35-4D03-94BE-A759955994B2}" dt="2021-09-02T17:20:04.276" v="20"/>
      <pc:docMkLst>
        <pc:docMk/>
      </pc:docMkLst>
      <pc:sldChg chg="addSp delSp modSp mod ord">
        <pc:chgData name="Marzieh Ayati" userId="719e7aeb-c3b5-48e5-801b-084d43cd09ac" providerId="ADAL" clId="{792927E6-0A35-4D03-94BE-A759955994B2}" dt="2021-09-02T17:20:04.276" v="20"/>
        <pc:sldMkLst>
          <pc:docMk/>
          <pc:sldMk cId="3110916352" sldId="998"/>
        </pc:sldMkLst>
        <pc:spChg chg="del mod">
          <ac:chgData name="Marzieh Ayati" userId="719e7aeb-c3b5-48e5-801b-084d43cd09ac" providerId="ADAL" clId="{792927E6-0A35-4D03-94BE-A759955994B2}" dt="2021-09-02T16:40:32.251" v="10" actId="478"/>
          <ac:spMkLst>
            <pc:docMk/>
            <pc:sldMk cId="3110916352" sldId="998"/>
            <ac:spMk id="3" creationId="{8D263111-2622-40FC-9B39-8033FE5F16BC}"/>
          </ac:spMkLst>
        </pc:spChg>
        <pc:spChg chg="add del mod">
          <ac:chgData name="Marzieh Ayati" userId="719e7aeb-c3b5-48e5-801b-084d43cd09ac" providerId="ADAL" clId="{792927E6-0A35-4D03-94BE-A759955994B2}" dt="2021-09-02T16:40:40.551" v="11" actId="478"/>
          <ac:spMkLst>
            <pc:docMk/>
            <pc:sldMk cId="3110916352" sldId="998"/>
            <ac:spMk id="6" creationId="{C1C7A3D1-FD36-4E5C-B8B4-D19E29E8A47C}"/>
          </ac:spMkLst>
        </pc:spChg>
        <pc:spChg chg="del">
          <ac:chgData name="Marzieh Ayati" userId="719e7aeb-c3b5-48e5-801b-084d43cd09ac" providerId="ADAL" clId="{792927E6-0A35-4D03-94BE-A759955994B2}" dt="2021-09-02T16:40:48.615" v="14" actId="478"/>
          <ac:spMkLst>
            <pc:docMk/>
            <pc:sldMk cId="3110916352" sldId="998"/>
            <ac:spMk id="10" creationId="{A8DCC36E-7330-4D66-AA65-9CD353C9AE05}"/>
          </ac:spMkLst>
        </pc:spChg>
        <pc:spChg chg="del">
          <ac:chgData name="Marzieh Ayati" userId="719e7aeb-c3b5-48e5-801b-084d43cd09ac" providerId="ADAL" clId="{792927E6-0A35-4D03-94BE-A759955994B2}" dt="2021-09-02T16:40:27.069" v="8" actId="478"/>
          <ac:spMkLst>
            <pc:docMk/>
            <pc:sldMk cId="3110916352" sldId="998"/>
            <ac:spMk id="13" creationId="{81769ABB-8DFD-4460-909B-41DF1F040854}"/>
          </ac:spMkLst>
        </pc:spChg>
        <pc:spChg chg="del">
          <ac:chgData name="Marzieh Ayati" userId="719e7aeb-c3b5-48e5-801b-084d43cd09ac" providerId="ADAL" clId="{792927E6-0A35-4D03-94BE-A759955994B2}" dt="2021-09-02T16:40:45.568" v="13" actId="478"/>
          <ac:spMkLst>
            <pc:docMk/>
            <pc:sldMk cId="3110916352" sldId="998"/>
            <ac:spMk id="16" creationId="{1BA07DDD-A893-46AA-A4C3-C1A899B0B68A}"/>
          </ac:spMkLst>
        </pc:spChg>
        <pc:grpChg chg="del">
          <ac:chgData name="Marzieh Ayati" userId="719e7aeb-c3b5-48e5-801b-084d43cd09ac" providerId="ADAL" clId="{792927E6-0A35-4D03-94BE-A759955994B2}" dt="2021-09-02T16:40:50.306" v="15" actId="478"/>
          <ac:grpSpMkLst>
            <pc:docMk/>
            <pc:sldMk cId="3110916352" sldId="998"/>
            <ac:grpSpMk id="12" creationId="{BE9F2ACC-E89A-4218-8861-7B02AA0A9B5C}"/>
          </ac:grpSpMkLst>
        </pc:grpChg>
        <pc:picChg chg="del">
          <ac:chgData name="Marzieh Ayati" userId="719e7aeb-c3b5-48e5-801b-084d43cd09ac" providerId="ADAL" clId="{792927E6-0A35-4D03-94BE-A759955994B2}" dt="2021-09-02T16:40:42.298" v="12" actId="478"/>
          <ac:picMkLst>
            <pc:docMk/>
            <pc:sldMk cId="3110916352" sldId="998"/>
            <ac:picMk id="5" creationId="{D956F1CB-388D-44FB-8830-910FA961B0BC}"/>
          </ac:picMkLst>
        </pc:picChg>
        <pc:picChg chg="del">
          <ac:chgData name="Marzieh Ayati" userId="719e7aeb-c3b5-48e5-801b-084d43cd09ac" providerId="ADAL" clId="{792927E6-0A35-4D03-94BE-A759955994B2}" dt="2021-09-02T16:40:21.680" v="7" actId="478"/>
          <ac:picMkLst>
            <pc:docMk/>
            <pc:sldMk cId="3110916352" sldId="998"/>
            <ac:picMk id="9" creationId="{62154748-E242-4038-A4ED-47EBCD82F81E}"/>
          </ac:picMkLst>
        </pc:picChg>
        <pc:picChg chg="mod">
          <ac:chgData name="Marzieh Ayati" userId="719e7aeb-c3b5-48e5-801b-084d43cd09ac" providerId="ADAL" clId="{792927E6-0A35-4D03-94BE-A759955994B2}" dt="2021-09-02T16:40:58.652" v="18" actId="1076"/>
          <ac:picMkLst>
            <pc:docMk/>
            <pc:sldMk cId="3110916352" sldId="998"/>
            <ac:picMk id="2050" creationId="{9A3E4F9D-53B6-44DD-B580-DCCAC9006EC2}"/>
          </ac:picMkLst>
        </pc:picChg>
      </pc:sldChg>
      <pc:sldChg chg="delSp modSp mod delAnim">
        <pc:chgData name="Marzieh Ayati" userId="719e7aeb-c3b5-48e5-801b-084d43cd09ac" providerId="ADAL" clId="{792927E6-0A35-4D03-94BE-A759955994B2}" dt="2021-09-02T16:28:19.577" v="4" actId="478"/>
        <pc:sldMkLst>
          <pc:docMk/>
          <pc:sldMk cId="788667789" sldId="1007"/>
        </pc:sldMkLst>
        <pc:spChg chg="del mod">
          <ac:chgData name="Marzieh Ayati" userId="719e7aeb-c3b5-48e5-801b-084d43cd09ac" providerId="ADAL" clId="{792927E6-0A35-4D03-94BE-A759955994B2}" dt="2021-09-02T16:28:15.164" v="2" actId="478"/>
          <ac:spMkLst>
            <pc:docMk/>
            <pc:sldMk cId="788667789" sldId="1007"/>
            <ac:spMk id="15" creationId="{5D908023-1804-4B3F-B706-F330F791FF45}"/>
          </ac:spMkLst>
        </pc:spChg>
        <pc:picChg chg="mod">
          <ac:chgData name="Marzieh Ayati" userId="719e7aeb-c3b5-48e5-801b-084d43cd09ac" providerId="ADAL" clId="{792927E6-0A35-4D03-94BE-A759955994B2}" dt="2021-09-02T16:28:11.916" v="0" actId="1076"/>
          <ac:picMkLst>
            <pc:docMk/>
            <pc:sldMk cId="788667789" sldId="1007"/>
            <ac:picMk id="4" creationId="{D76602C7-360D-42D0-AD1C-43031EC7C01D}"/>
          </ac:picMkLst>
        </pc:picChg>
        <pc:picChg chg="del">
          <ac:chgData name="Marzieh Ayati" userId="719e7aeb-c3b5-48e5-801b-084d43cd09ac" providerId="ADAL" clId="{792927E6-0A35-4D03-94BE-A759955994B2}" dt="2021-09-02T16:28:17.346" v="3" actId="478"/>
          <ac:picMkLst>
            <pc:docMk/>
            <pc:sldMk cId="788667789" sldId="1007"/>
            <ac:picMk id="14" creationId="{4626914D-A597-4068-ADA0-40464ED0ADBC}"/>
          </ac:picMkLst>
        </pc:picChg>
        <pc:cxnChg chg="del">
          <ac:chgData name="Marzieh Ayati" userId="719e7aeb-c3b5-48e5-801b-084d43cd09ac" providerId="ADAL" clId="{792927E6-0A35-4D03-94BE-A759955994B2}" dt="2021-09-02T16:28:19.577" v="4" actId="478"/>
          <ac:cxnSpMkLst>
            <pc:docMk/>
            <pc:sldMk cId="788667789" sldId="1007"/>
            <ac:cxnSpMk id="13" creationId="{4FA24A03-082E-408F-91E2-46664421CAD5}"/>
          </ac:cxnSpMkLst>
        </pc:cxnChg>
      </pc:sldChg>
      <pc:sldChg chg="add mod modShow">
        <pc:chgData name="Marzieh Ayati" userId="719e7aeb-c3b5-48e5-801b-084d43cd09ac" providerId="ADAL" clId="{792927E6-0A35-4D03-94BE-A759955994B2}" dt="2021-09-02T16:40:16.713" v="6" actId="729"/>
        <pc:sldMkLst>
          <pc:docMk/>
          <pc:sldMk cId="100696716" sldId="1024"/>
        </pc:sldMkLst>
      </pc:sldChg>
    </pc:docChg>
  </pc:docChgLst>
  <pc:docChgLst>
    <pc:chgData name="Marzieh Ayati" userId="719e7aeb-c3b5-48e5-801b-084d43cd09ac" providerId="ADAL" clId="{7F5EFA3E-2166-4E64-B021-40A5F14E32DB}"/>
    <pc:docChg chg="undo custSel delSld modSld sldOrd">
      <pc:chgData name="Marzieh Ayati" userId="719e7aeb-c3b5-48e5-801b-084d43cd09ac" providerId="ADAL" clId="{7F5EFA3E-2166-4E64-B021-40A5F14E32DB}" dt="2023-09-06T21:15:17.920" v="112" actId="313"/>
      <pc:docMkLst>
        <pc:docMk/>
      </pc:docMkLst>
      <pc:sldChg chg="modSp">
        <pc:chgData name="Marzieh Ayati" userId="719e7aeb-c3b5-48e5-801b-084d43cd09ac" providerId="ADAL" clId="{7F5EFA3E-2166-4E64-B021-40A5F14E32DB}" dt="2023-09-06T21:15:17.920" v="112" actId="313"/>
        <pc:sldMkLst>
          <pc:docMk/>
          <pc:sldMk cId="0" sldId="286"/>
        </pc:sldMkLst>
        <pc:spChg chg="mod">
          <ac:chgData name="Marzieh Ayati" userId="719e7aeb-c3b5-48e5-801b-084d43cd09ac" providerId="ADAL" clId="{7F5EFA3E-2166-4E64-B021-40A5F14E32DB}" dt="2023-09-06T21:15:17.920" v="112" actId="313"/>
          <ac:spMkLst>
            <pc:docMk/>
            <pc:sldMk cId="0" sldId="286"/>
            <ac:spMk id="2" creationId="{4D1C7110-34E5-43FB-85D8-BFC51580A334}"/>
          </ac:spMkLst>
        </pc:spChg>
      </pc:sldChg>
      <pc:sldChg chg="addSp modSp mod ord">
        <pc:chgData name="Marzieh Ayati" userId="719e7aeb-c3b5-48e5-801b-084d43cd09ac" providerId="ADAL" clId="{7F5EFA3E-2166-4E64-B021-40A5F14E32DB}" dt="2023-09-06T19:50:05.934" v="111" actId="20577"/>
        <pc:sldMkLst>
          <pc:docMk/>
          <pc:sldMk cId="2464726080" sldId="995"/>
        </pc:sldMkLst>
        <pc:spChg chg="add mod">
          <ac:chgData name="Marzieh Ayati" userId="719e7aeb-c3b5-48e5-801b-084d43cd09ac" providerId="ADAL" clId="{7F5EFA3E-2166-4E64-B021-40A5F14E32DB}" dt="2023-09-06T19:50:05.934" v="111" actId="20577"/>
          <ac:spMkLst>
            <pc:docMk/>
            <pc:sldMk cId="2464726080" sldId="995"/>
            <ac:spMk id="7" creationId="{73F3C5A0-B2A7-F106-577E-39AFFEE6AC99}"/>
          </ac:spMkLst>
        </pc:spChg>
      </pc:sldChg>
      <pc:sldChg chg="addSp delSp modSp mod">
        <pc:chgData name="Marzieh Ayati" userId="719e7aeb-c3b5-48e5-801b-084d43cd09ac" providerId="ADAL" clId="{7F5EFA3E-2166-4E64-B021-40A5F14E32DB}" dt="2023-09-06T19:46:20.877" v="24" actId="1036"/>
        <pc:sldMkLst>
          <pc:docMk/>
          <pc:sldMk cId="788667789" sldId="1007"/>
        </pc:sldMkLst>
        <pc:spChg chg="add del mod">
          <ac:chgData name="Marzieh Ayati" userId="719e7aeb-c3b5-48e5-801b-084d43cd09ac" providerId="ADAL" clId="{7F5EFA3E-2166-4E64-B021-40A5F14E32DB}" dt="2023-09-06T19:45:42.944" v="9" actId="478"/>
          <ac:spMkLst>
            <pc:docMk/>
            <pc:sldMk cId="788667789" sldId="1007"/>
            <ac:spMk id="8" creationId="{D5CF3089-F152-67C5-3A93-E9C6F883AD11}"/>
          </ac:spMkLst>
        </pc:spChg>
        <pc:spChg chg="add del mod">
          <ac:chgData name="Marzieh Ayati" userId="719e7aeb-c3b5-48e5-801b-084d43cd09ac" providerId="ADAL" clId="{7F5EFA3E-2166-4E64-B021-40A5F14E32DB}" dt="2023-09-06T19:45:46.576" v="11" actId="478"/>
          <ac:spMkLst>
            <pc:docMk/>
            <pc:sldMk cId="788667789" sldId="1007"/>
            <ac:spMk id="13" creationId="{13F235A9-D3FB-A702-790E-40A1F2AFE4A5}"/>
          </ac:spMkLst>
        </pc:spChg>
        <pc:spChg chg="add del mod">
          <ac:chgData name="Marzieh Ayati" userId="719e7aeb-c3b5-48e5-801b-084d43cd09ac" providerId="ADAL" clId="{7F5EFA3E-2166-4E64-B021-40A5F14E32DB}" dt="2023-09-06T19:45:44.305" v="10" actId="478"/>
          <ac:spMkLst>
            <pc:docMk/>
            <pc:sldMk cId="788667789" sldId="1007"/>
            <ac:spMk id="14" creationId="{E1C1B41C-8142-F302-1F35-BA04CCE00775}"/>
          </ac:spMkLst>
        </pc:spChg>
        <pc:spChg chg="add mod">
          <ac:chgData name="Marzieh Ayati" userId="719e7aeb-c3b5-48e5-801b-084d43cd09ac" providerId="ADAL" clId="{7F5EFA3E-2166-4E64-B021-40A5F14E32DB}" dt="2023-09-06T19:46:20.877" v="24" actId="1036"/>
          <ac:spMkLst>
            <pc:docMk/>
            <pc:sldMk cId="788667789" sldId="1007"/>
            <ac:spMk id="15" creationId="{8FD83063-1508-CC0A-88F4-F8E3D634CADE}"/>
          </ac:spMkLst>
        </pc:spChg>
        <pc:spChg chg="add mod">
          <ac:chgData name="Marzieh Ayati" userId="719e7aeb-c3b5-48e5-801b-084d43cd09ac" providerId="ADAL" clId="{7F5EFA3E-2166-4E64-B021-40A5F14E32DB}" dt="2023-09-06T19:46:14.724" v="19" actId="14100"/>
          <ac:spMkLst>
            <pc:docMk/>
            <pc:sldMk cId="788667789" sldId="1007"/>
            <ac:spMk id="16" creationId="{6E3D3FF1-2605-2DA9-6E55-E8255AF0E5C2}"/>
          </ac:spMkLst>
        </pc:spChg>
      </pc:sldChg>
      <pc:sldChg chg="delSp del mod">
        <pc:chgData name="Marzieh Ayati" userId="719e7aeb-c3b5-48e5-801b-084d43cd09ac" providerId="ADAL" clId="{7F5EFA3E-2166-4E64-B021-40A5F14E32DB}" dt="2023-09-06T18:44:43.782" v="1" actId="47"/>
        <pc:sldMkLst>
          <pc:docMk/>
          <pc:sldMk cId="1084022729" sldId="1025"/>
        </pc:sldMkLst>
        <pc:picChg chg="del">
          <ac:chgData name="Marzieh Ayati" userId="719e7aeb-c3b5-48e5-801b-084d43cd09ac" providerId="ADAL" clId="{7F5EFA3E-2166-4E64-B021-40A5F14E32DB}" dt="2023-09-06T18:44:42.719" v="0" actId="478"/>
          <ac:picMkLst>
            <pc:docMk/>
            <pc:sldMk cId="1084022729" sldId="1025"/>
            <ac:picMk id="5" creationId="{E041710A-50D0-1F7D-4F71-8C45089950CC}"/>
          </ac:picMkLst>
        </pc:picChg>
      </pc:sldChg>
    </pc:docChg>
  </pc:docChgLst>
  <pc:docChgLst>
    <pc:chgData name="Marzieh Ayati" userId="719e7aeb-c3b5-48e5-801b-084d43cd09ac" providerId="ADAL" clId="{290C16B1-3374-4980-974C-E9A390305F82}"/>
    <pc:docChg chg="custSel modSld">
      <pc:chgData name="Marzieh Ayati" userId="719e7aeb-c3b5-48e5-801b-084d43cd09ac" providerId="ADAL" clId="{290C16B1-3374-4980-974C-E9A390305F82}" dt="2023-09-13T04:54:35.262" v="23" actId="1036"/>
      <pc:docMkLst>
        <pc:docMk/>
      </pc:docMkLst>
      <pc:sldChg chg="modSp mod">
        <pc:chgData name="Marzieh Ayati" userId="719e7aeb-c3b5-48e5-801b-084d43cd09ac" providerId="ADAL" clId="{290C16B1-3374-4980-974C-E9A390305F82}" dt="2023-09-13T04:54:35.262" v="23" actId="1036"/>
        <pc:sldMkLst>
          <pc:docMk/>
          <pc:sldMk cId="2065504107" sldId="1021"/>
        </pc:sldMkLst>
        <pc:spChg chg="mod">
          <ac:chgData name="Marzieh Ayati" userId="719e7aeb-c3b5-48e5-801b-084d43cd09ac" providerId="ADAL" clId="{290C16B1-3374-4980-974C-E9A390305F82}" dt="2023-09-13T04:54:26.164" v="4" actId="20577"/>
          <ac:spMkLst>
            <pc:docMk/>
            <pc:sldMk cId="2065504107" sldId="1021"/>
            <ac:spMk id="3" creationId="{4A28B792-71E0-4778-9309-A6D3306C1C66}"/>
          </ac:spMkLst>
        </pc:spChg>
        <pc:spChg chg="mod">
          <ac:chgData name="Marzieh Ayati" userId="719e7aeb-c3b5-48e5-801b-084d43cd09ac" providerId="ADAL" clId="{290C16B1-3374-4980-974C-E9A390305F82}" dt="2023-09-13T04:54:35.262" v="23" actId="1036"/>
          <ac:spMkLst>
            <pc:docMk/>
            <pc:sldMk cId="2065504107" sldId="1021"/>
            <ac:spMk id="7" creationId="{B6F14EF2-B9BC-48D3-843A-703D01A37AFB}"/>
          </ac:spMkLst>
        </pc:spChg>
        <pc:spChg chg="mod">
          <ac:chgData name="Marzieh Ayati" userId="719e7aeb-c3b5-48e5-801b-084d43cd09ac" providerId="ADAL" clId="{290C16B1-3374-4980-974C-E9A390305F82}" dt="2023-09-13T04:54:35.262" v="23" actId="1036"/>
          <ac:spMkLst>
            <pc:docMk/>
            <pc:sldMk cId="2065504107" sldId="1021"/>
            <ac:spMk id="8" creationId="{42A188BC-9DD4-4614-AB83-8BB317A6AA9F}"/>
          </ac:spMkLst>
        </pc:spChg>
        <pc:picChg chg="mod">
          <ac:chgData name="Marzieh Ayati" userId="719e7aeb-c3b5-48e5-801b-084d43cd09ac" providerId="ADAL" clId="{290C16B1-3374-4980-974C-E9A390305F82}" dt="2023-09-13T04:54:30.235" v="5" actId="1076"/>
          <ac:picMkLst>
            <pc:docMk/>
            <pc:sldMk cId="2065504107" sldId="1021"/>
            <ac:picMk id="4" creationId="{5A5B1EF6-EFBE-497F-AE76-CE1147C73601}"/>
          </ac:picMkLst>
        </pc:picChg>
      </pc:sldChg>
    </pc:docChg>
  </pc:docChgLst>
  <pc:docChgLst>
    <pc:chgData name="Marzieh Ayati" userId="719e7aeb-c3b5-48e5-801b-084d43cd09ac" providerId="ADAL" clId="{62A17AB8-58B5-4AD5-AEC9-A30F82E84804}"/>
    <pc:docChg chg="addSld modSld sldOrd">
      <pc:chgData name="Marzieh Ayati" userId="719e7aeb-c3b5-48e5-801b-084d43cd09ac" providerId="ADAL" clId="{62A17AB8-58B5-4AD5-AEC9-A30F82E84804}" dt="2023-01-30T20:58:48.429" v="3" actId="22"/>
      <pc:docMkLst>
        <pc:docMk/>
      </pc:docMkLst>
      <pc:sldChg chg="addSp new mod ord">
        <pc:chgData name="Marzieh Ayati" userId="719e7aeb-c3b5-48e5-801b-084d43cd09ac" providerId="ADAL" clId="{62A17AB8-58B5-4AD5-AEC9-A30F82E84804}" dt="2023-01-30T20:58:48.429" v="3" actId="22"/>
        <pc:sldMkLst>
          <pc:docMk/>
          <pc:sldMk cId="1084022729" sldId="1025"/>
        </pc:sldMkLst>
        <pc:picChg chg="add">
          <ac:chgData name="Marzieh Ayati" userId="719e7aeb-c3b5-48e5-801b-084d43cd09ac" providerId="ADAL" clId="{62A17AB8-58B5-4AD5-AEC9-A30F82E84804}" dt="2023-01-30T20:58:48.429" v="3" actId="22"/>
          <ac:picMkLst>
            <pc:docMk/>
            <pc:sldMk cId="1084022729" sldId="1025"/>
            <ac:picMk id="5" creationId="{E041710A-50D0-1F7D-4F71-8C45089950CC}"/>
          </ac:picMkLst>
        </pc:picChg>
      </pc:sldChg>
    </pc:docChg>
  </pc:docChgLst>
  <pc:docChgLst>
    <pc:chgData name="Marzieh Ayati" userId="719e7aeb-c3b5-48e5-801b-084d43cd09ac" providerId="ADAL" clId="{6BD075F5-8908-4642-9295-A8A4304BE1E3}"/>
    <pc:docChg chg="custSel addSld delSld modSld sldOrd">
      <pc:chgData name="Marzieh Ayati" userId="719e7aeb-c3b5-48e5-801b-084d43cd09ac" providerId="ADAL" clId="{6BD075F5-8908-4642-9295-A8A4304BE1E3}" dt="2020-09-03T18:40:43.230" v="3021" actId="20577"/>
      <pc:docMkLst>
        <pc:docMk/>
      </pc:docMkLst>
      <pc:sldChg chg="modSp mod">
        <pc:chgData name="Marzieh Ayati" userId="719e7aeb-c3b5-48e5-801b-084d43cd09ac" providerId="ADAL" clId="{6BD075F5-8908-4642-9295-A8A4304BE1E3}" dt="2020-09-02T04:38:51.030" v="15" actId="20577"/>
        <pc:sldMkLst>
          <pc:docMk/>
          <pc:sldMk cId="2071020851" sldId="256"/>
        </pc:sldMkLst>
        <pc:spChg chg="mod">
          <ac:chgData name="Marzieh Ayati" userId="719e7aeb-c3b5-48e5-801b-084d43cd09ac" providerId="ADAL" clId="{6BD075F5-8908-4642-9295-A8A4304BE1E3}" dt="2020-09-02T04:38:51.030" v="15" actId="20577"/>
          <ac:spMkLst>
            <pc:docMk/>
            <pc:sldMk cId="2071020851" sldId="256"/>
            <ac:spMk id="2" creationId="{5F1D5D24-596F-4C2C-9D2B-1F16EF92DC64}"/>
          </ac:spMkLst>
        </pc:spChg>
      </pc:sldChg>
      <pc:sldChg chg="addSp delSp modSp mod modAnim modNotesTx">
        <pc:chgData name="Marzieh Ayati" userId="719e7aeb-c3b5-48e5-801b-084d43cd09ac" providerId="ADAL" clId="{6BD075F5-8908-4642-9295-A8A4304BE1E3}" dt="2020-09-02T17:25:38.729" v="258" actId="14100"/>
        <pc:sldMkLst>
          <pc:docMk/>
          <pc:sldMk cId="0" sldId="286"/>
        </pc:sldMkLst>
        <pc:spChg chg="add mod">
          <ac:chgData name="Marzieh Ayati" userId="719e7aeb-c3b5-48e5-801b-084d43cd09ac" providerId="ADAL" clId="{6BD075F5-8908-4642-9295-A8A4304BE1E3}" dt="2020-09-02T17:25:38.729" v="258" actId="14100"/>
          <ac:spMkLst>
            <pc:docMk/>
            <pc:sldMk cId="0" sldId="286"/>
            <ac:spMk id="2" creationId="{4D1C7110-34E5-43FB-85D8-BFC51580A334}"/>
          </ac:spMkLst>
        </pc:spChg>
        <pc:spChg chg="mod">
          <ac:chgData name="Marzieh Ayati" userId="719e7aeb-c3b5-48e5-801b-084d43cd09ac" providerId="ADAL" clId="{6BD075F5-8908-4642-9295-A8A4304BE1E3}" dt="2020-09-02T17:25:15.417" v="229" actId="14100"/>
          <ac:spMkLst>
            <pc:docMk/>
            <pc:sldMk cId="0" sldId="286"/>
            <ac:spMk id="257" creationId="{00000000-0000-0000-0000-000000000000}"/>
          </ac:spMkLst>
        </pc:spChg>
        <pc:spChg chg="mod">
          <ac:chgData name="Marzieh Ayati" userId="719e7aeb-c3b5-48e5-801b-084d43cd09ac" providerId="ADAL" clId="{6BD075F5-8908-4642-9295-A8A4304BE1E3}" dt="2020-09-02T17:24:02.480" v="213" actId="1076"/>
          <ac:spMkLst>
            <pc:docMk/>
            <pc:sldMk cId="0" sldId="286"/>
            <ac:spMk id="259" creationId="{00000000-0000-0000-0000-000000000000}"/>
          </ac:spMkLst>
        </pc:spChg>
        <pc:picChg chg="mod">
          <ac:chgData name="Marzieh Ayati" userId="719e7aeb-c3b5-48e5-801b-084d43cd09ac" providerId="ADAL" clId="{6BD075F5-8908-4642-9295-A8A4304BE1E3}" dt="2020-09-02T17:21:39.601" v="141" actId="1076"/>
          <ac:picMkLst>
            <pc:docMk/>
            <pc:sldMk cId="0" sldId="286"/>
            <ac:picMk id="258" creationId="{00000000-0000-0000-0000-000000000000}"/>
          </ac:picMkLst>
        </pc:picChg>
        <pc:picChg chg="add del mod">
          <ac:chgData name="Marzieh Ayati" userId="719e7aeb-c3b5-48e5-801b-084d43cd09ac" providerId="ADAL" clId="{6BD075F5-8908-4642-9295-A8A4304BE1E3}" dt="2020-09-02T17:20:18.872" v="131" actId="478"/>
          <ac:picMkLst>
            <pc:docMk/>
            <pc:sldMk cId="0" sldId="286"/>
            <ac:picMk id="3074" creationId="{A481C77A-459F-4004-BF2F-6BE383802C22}"/>
          </ac:picMkLst>
        </pc:picChg>
        <pc:picChg chg="add mod">
          <ac:chgData name="Marzieh Ayati" userId="719e7aeb-c3b5-48e5-801b-084d43cd09ac" providerId="ADAL" clId="{6BD075F5-8908-4642-9295-A8A4304BE1E3}" dt="2020-09-02T17:21:58.881" v="143" actId="1076"/>
          <ac:picMkLst>
            <pc:docMk/>
            <pc:sldMk cId="0" sldId="286"/>
            <ac:picMk id="3076" creationId="{6D3E8154-0543-436B-810A-CFE4F8FE16A0}"/>
          </ac:picMkLst>
        </pc:picChg>
      </pc:sldChg>
      <pc:sldChg chg="addSp modSp mod modAnim">
        <pc:chgData name="Marzieh Ayati" userId="719e7aeb-c3b5-48e5-801b-084d43cd09ac" providerId="ADAL" clId="{6BD075F5-8908-4642-9295-A8A4304BE1E3}" dt="2020-09-02T05:02:00.551" v="31"/>
        <pc:sldMkLst>
          <pc:docMk/>
          <pc:sldMk cId="0" sldId="288"/>
        </pc:sldMkLst>
        <pc:picChg chg="add mod">
          <ac:chgData name="Marzieh Ayati" userId="719e7aeb-c3b5-48e5-801b-084d43cd09ac" providerId="ADAL" clId="{6BD075F5-8908-4642-9295-A8A4304BE1E3}" dt="2020-09-02T05:01:50.492" v="29" actId="14100"/>
          <ac:picMkLst>
            <pc:docMk/>
            <pc:sldMk cId="0" sldId="288"/>
            <ac:picMk id="2" creationId="{EBD4AED9-BC6E-421D-BA0F-D16A53EBA48E}"/>
          </ac:picMkLst>
        </pc:picChg>
      </pc:sldChg>
      <pc:sldChg chg="modSp">
        <pc:chgData name="Marzieh Ayati" userId="719e7aeb-c3b5-48e5-801b-084d43cd09ac" providerId="ADAL" clId="{6BD075F5-8908-4642-9295-A8A4304BE1E3}" dt="2020-09-02T05:17:19.945" v="32" actId="6549"/>
        <pc:sldMkLst>
          <pc:docMk/>
          <pc:sldMk cId="0" sldId="289"/>
        </pc:sldMkLst>
        <pc:spChg chg="mod">
          <ac:chgData name="Marzieh Ayati" userId="719e7aeb-c3b5-48e5-801b-084d43cd09ac" providerId="ADAL" clId="{6BD075F5-8908-4642-9295-A8A4304BE1E3}" dt="2020-09-02T05:17:19.945" v="32" actId="6549"/>
          <ac:spMkLst>
            <pc:docMk/>
            <pc:sldMk cId="0" sldId="289"/>
            <ac:spMk id="285" creationId="{00000000-0000-0000-0000-000000000000}"/>
          </ac:spMkLst>
        </pc:spChg>
      </pc:sldChg>
      <pc:sldChg chg="addSp delSp modSp mod modAnim">
        <pc:chgData name="Marzieh Ayati" userId="719e7aeb-c3b5-48e5-801b-084d43cd09ac" providerId="ADAL" clId="{6BD075F5-8908-4642-9295-A8A4304BE1E3}" dt="2020-09-02T17:13:53.355" v="112"/>
        <pc:sldMkLst>
          <pc:docMk/>
          <pc:sldMk cId="0" sldId="293"/>
        </pc:sldMkLst>
        <pc:spChg chg="add mod">
          <ac:chgData name="Marzieh Ayati" userId="719e7aeb-c3b5-48e5-801b-084d43cd09ac" providerId="ADAL" clId="{6BD075F5-8908-4642-9295-A8A4304BE1E3}" dt="2020-09-02T17:08:35.133" v="36" actId="478"/>
          <ac:spMkLst>
            <pc:docMk/>
            <pc:sldMk cId="0" sldId="293"/>
            <ac:spMk id="3" creationId="{E5E1F471-335B-45ED-ADA3-FDC77B47329C}"/>
          </ac:spMkLst>
        </pc:spChg>
        <pc:spChg chg="del">
          <ac:chgData name="Marzieh Ayati" userId="719e7aeb-c3b5-48e5-801b-084d43cd09ac" providerId="ADAL" clId="{6BD075F5-8908-4642-9295-A8A4304BE1E3}" dt="2020-09-02T17:08:35.133" v="36" actId="478"/>
          <ac:spMkLst>
            <pc:docMk/>
            <pc:sldMk cId="0" sldId="293"/>
            <ac:spMk id="321" creationId="{00000000-0000-0000-0000-000000000000}"/>
          </ac:spMkLst>
        </pc:spChg>
        <pc:picChg chg="add mod">
          <ac:chgData name="Marzieh Ayati" userId="719e7aeb-c3b5-48e5-801b-084d43cd09ac" providerId="ADAL" clId="{6BD075F5-8908-4642-9295-A8A4304BE1E3}" dt="2020-09-02T17:13:42.513" v="110" actId="14100"/>
          <ac:picMkLst>
            <pc:docMk/>
            <pc:sldMk cId="0" sldId="293"/>
            <ac:picMk id="2050" creationId="{A536AC00-DCC4-4E4E-ABD1-CDB12FEF4A3E}"/>
          </ac:picMkLst>
        </pc:picChg>
      </pc:sldChg>
      <pc:sldChg chg="modSp mod ord">
        <pc:chgData name="Marzieh Ayati" userId="719e7aeb-c3b5-48e5-801b-084d43cd09ac" providerId="ADAL" clId="{6BD075F5-8908-4642-9295-A8A4304BE1E3}" dt="2020-09-02T04:39:36.453" v="20" actId="1076"/>
        <pc:sldMkLst>
          <pc:docMk/>
          <pc:sldMk cId="2441559206" sldId="970"/>
        </pc:sldMkLst>
        <pc:spChg chg="mod">
          <ac:chgData name="Marzieh Ayati" userId="719e7aeb-c3b5-48e5-801b-084d43cd09ac" providerId="ADAL" clId="{6BD075F5-8908-4642-9295-A8A4304BE1E3}" dt="2020-09-02T04:39:36.453" v="20" actId="1076"/>
          <ac:spMkLst>
            <pc:docMk/>
            <pc:sldMk cId="2441559206" sldId="970"/>
            <ac:spMk id="2" creationId="{A1A2B93E-2347-4B1F-977F-849284FBFA23}"/>
          </ac:spMkLst>
        </pc:spChg>
        <pc:spChg chg="mod">
          <ac:chgData name="Marzieh Ayati" userId="719e7aeb-c3b5-48e5-801b-084d43cd09ac" providerId="ADAL" clId="{6BD075F5-8908-4642-9295-A8A4304BE1E3}" dt="2020-09-02T04:39:34.286" v="19" actId="1076"/>
          <ac:spMkLst>
            <pc:docMk/>
            <pc:sldMk cId="2441559206" sldId="970"/>
            <ac:spMk id="3" creationId="{4A2FF128-ECB4-40D2-8A11-477BDE112A7A}"/>
          </ac:spMkLst>
        </pc:spChg>
      </pc:sldChg>
      <pc:sldChg chg="modSp mod ord">
        <pc:chgData name="Marzieh Ayati" userId="719e7aeb-c3b5-48e5-801b-084d43cd09ac" providerId="ADAL" clId="{6BD075F5-8908-4642-9295-A8A4304BE1E3}" dt="2020-09-03T05:33:32.574" v="2078" actId="20577"/>
        <pc:sldMkLst>
          <pc:docMk/>
          <pc:sldMk cId="1220017812" sldId="980"/>
        </pc:sldMkLst>
        <pc:spChg chg="mod">
          <ac:chgData name="Marzieh Ayati" userId="719e7aeb-c3b5-48e5-801b-084d43cd09ac" providerId="ADAL" clId="{6BD075F5-8908-4642-9295-A8A4304BE1E3}" dt="2020-09-03T05:33:32.574" v="2078" actId="20577"/>
          <ac:spMkLst>
            <pc:docMk/>
            <pc:sldMk cId="1220017812" sldId="980"/>
            <ac:spMk id="2" creationId="{C7D6273A-8269-4764-9E16-0BB71C8BD6D4}"/>
          </ac:spMkLst>
        </pc:spChg>
      </pc:sldChg>
      <pc:sldChg chg="add">
        <pc:chgData name="Marzieh Ayati" userId="719e7aeb-c3b5-48e5-801b-084d43cd09ac" providerId="ADAL" clId="{6BD075F5-8908-4642-9295-A8A4304BE1E3}" dt="2020-09-02T04:41:15.094" v="21"/>
        <pc:sldMkLst>
          <pc:docMk/>
          <pc:sldMk cId="832734471" sldId="985"/>
        </pc:sldMkLst>
      </pc:sldChg>
      <pc:sldChg chg="modSp mod">
        <pc:chgData name="Marzieh Ayati" userId="719e7aeb-c3b5-48e5-801b-084d43cd09ac" providerId="ADAL" clId="{6BD075F5-8908-4642-9295-A8A4304BE1E3}" dt="2020-09-03T04:22:26.467" v="544" actId="20577"/>
        <pc:sldMkLst>
          <pc:docMk/>
          <pc:sldMk cId="1850866318" sldId="992"/>
        </pc:sldMkLst>
        <pc:spChg chg="mod">
          <ac:chgData name="Marzieh Ayati" userId="719e7aeb-c3b5-48e5-801b-084d43cd09ac" providerId="ADAL" clId="{6BD075F5-8908-4642-9295-A8A4304BE1E3}" dt="2020-09-03T04:22:26.467" v="544" actId="20577"/>
          <ac:spMkLst>
            <pc:docMk/>
            <pc:sldMk cId="1850866318" sldId="992"/>
            <ac:spMk id="3" creationId="{22E7196D-C4D5-41DD-87BC-6FA6D6D08DA1}"/>
          </ac:spMkLst>
        </pc:spChg>
      </pc:sldChg>
      <pc:sldChg chg="ord">
        <pc:chgData name="Marzieh Ayati" userId="719e7aeb-c3b5-48e5-801b-084d43cd09ac" providerId="ADAL" clId="{6BD075F5-8908-4642-9295-A8A4304BE1E3}" dt="2020-09-02T05:20:31.052" v="34"/>
        <pc:sldMkLst>
          <pc:docMk/>
          <pc:sldMk cId="3622869786" sldId="996"/>
        </pc:sldMkLst>
      </pc:sldChg>
      <pc:sldChg chg="addSp delSp modSp mod ord">
        <pc:chgData name="Marzieh Ayati" userId="719e7aeb-c3b5-48e5-801b-084d43cd09ac" providerId="ADAL" clId="{6BD075F5-8908-4642-9295-A8A4304BE1E3}" dt="2020-09-03T15:03:06.196" v="2896" actId="1076"/>
        <pc:sldMkLst>
          <pc:docMk/>
          <pc:sldMk cId="3110916352" sldId="998"/>
        </pc:sldMkLst>
        <pc:spChg chg="mod">
          <ac:chgData name="Marzieh Ayati" userId="719e7aeb-c3b5-48e5-801b-084d43cd09ac" providerId="ADAL" clId="{6BD075F5-8908-4642-9295-A8A4304BE1E3}" dt="2020-09-02T18:38:44.149" v="298" actId="1076"/>
          <ac:spMkLst>
            <pc:docMk/>
            <pc:sldMk cId="3110916352" sldId="998"/>
            <ac:spMk id="3" creationId="{8D263111-2622-40FC-9B39-8033FE5F16BC}"/>
          </ac:spMkLst>
        </pc:spChg>
        <pc:spChg chg="add del">
          <ac:chgData name="Marzieh Ayati" userId="719e7aeb-c3b5-48e5-801b-084d43cd09ac" providerId="ADAL" clId="{6BD075F5-8908-4642-9295-A8A4304BE1E3}" dt="2020-09-02T18:34:43.902" v="260"/>
          <ac:spMkLst>
            <pc:docMk/>
            <pc:sldMk cId="3110916352" sldId="998"/>
            <ac:spMk id="4" creationId="{046CFB47-DE07-4F40-9AAE-2BB386BBF833}"/>
          </ac:spMkLst>
        </pc:spChg>
        <pc:spChg chg="del mod topLvl">
          <ac:chgData name="Marzieh Ayati" userId="719e7aeb-c3b5-48e5-801b-084d43cd09ac" providerId="ADAL" clId="{6BD075F5-8908-4642-9295-A8A4304BE1E3}" dt="2020-09-03T05:52:44.428" v="2407" actId="478"/>
          <ac:spMkLst>
            <pc:docMk/>
            <pc:sldMk cId="3110916352" sldId="998"/>
            <ac:spMk id="6" creationId="{109B132E-C425-4F95-82C2-0C6049A39F60}"/>
          </ac:spMkLst>
        </pc:spChg>
        <pc:spChg chg="mod">
          <ac:chgData name="Marzieh Ayati" userId="719e7aeb-c3b5-48e5-801b-084d43cd09ac" providerId="ADAL" clId="{6BD075F5-8908-4642-9295-A8A4304BE1E3}" dt="2020-09-02T18:38:53.731" v="301" actId="164"/>
          <ac:spMkLst>
            <pc:docMk/>
            <pc:sldMk cId="3110916352" sldId="998"/>
            <ac:spMk id="8" creationId="{2C2A5085-ED31-445C-AE69-FFB059D7B5D4}"/>
          </ac:spMkLst>
        </pc:spChg>
        <pc:spChg chg="add mod">
          <ac:chgData name="Marzieh Ayati" userId="719e7aeb-c3b5-48e5-801b-084d43cd09ac" providerId="ADAL" clId="{6BD075F5-8908-4642-9295-A8A4304BE1E3}" dt="2020-09-02T18:39:36.756" v="307"/>
          <ac:spMkLst>
            <pc:docMk/>
            <pc:sldMk cId="3110916352" sldId="998"/>
            <ac:spMk id="10" creationId="{A8DCC36E-7330-4D66-AA65-9CD353C9AE05}"/>
          </ac:spMkLst>
        </pc:spChg>
        <pc:spChg chg="add mod ord">
          <ac:chgData name="Marzieh Ayati" userId="719e7aeb-c3b5-48e5-801b-084d43cd09ac" providerId="ADAL" clId="{6BD075F5-8908-4642-9295-A8A4304BE1E3}" dt="2020-09-02T18:40:20.555" v="319" actId="1076"/>
          <ac:spMkLst>
            <pc:docMk/>
            <pc:sldMk cId="3110916352" sldId="998"/>
            <ac:spMk id="13" creationId="{81769ABB-8DFD-4460-909B-41DF1F040854}"/>
          </ac:spMkLst>
        </pc:spChg>
        <pc:spChg chg="add mod">
          <ac:chgData name="Marzieh Ayati" userId="719e7aeb-c3b5-48e5-801b-084d43cd09ac" providerId="ADAL" clId="{6BD075F5-8908-4642-9295-A8A4304BE1E3}" dt="2020-09-02T18:39:58.774" v="313" actId="208"/>
          <ac:spMkLst>
            <pc:docMk/>
            <pc:sldMk cId="3110916352" sldId="998"/>
            <ac:spMk id="14" creationId="{7D7AEBCF-19F7-4F09-9288-73D921EF1462}"/>
          </ac:spMkLst>
        </pc:spChg>
        <pc:spChg chg="add del mod">
          <ac:chgData name="Marzieh Ayati" userId="719e7aeb-c3b5-48e5-801b-084d43cd09ac" providerId="ADAL" clId="{6BD075F5-8908-4642-9295-A8A4304BE1E3}" dt="2020-09-03T15:02:45.035" v="2886" actId="478"/>
          <ac:spMkLst>
            <pc:docMk/>
            <pc:sldMk cId="3110916352" sldId="998"/>
            <ac:spMk id="15" creationId="{F07F2C50-37D6-4365-A140-7851A899C61A}"/>
          </ac:spMkLst>
        </pc:spChg>
        <pc:spChg chg="add mod">
          <ac:chgData name="Marzieh Ayati" userId="719e7aeb-c3b5-48e5-801b-084d43cd09ac" providerId="ADAL" clId="{6BD075F5-8908-4642-9295-A8A4304BE1E3}" dt="2020-09-03T15:03:06.196" v="2896" actId="1076"/>
          <ac:spMkLst>
            <pc:docMk/>
            <pc:sldMk cId="3110916352" sldId="998"/>
            <ac:spMk id="16" creationId="{1BA07DDD-A893-46AA-A4C3-C1A899B0B68A}"/>
          </ac:spMkLst>
        </pc:spChg>
        <pc:grpChg chg="add del mod ord">
          <ac:chgData name="Marzieh Ayati" userId="719e7aeb-c3b5-48e5-801b-084d43cd09ac" providerId="ADAL" clId="{6BD075F5-8908-4642-9295-A8A4304BE1E3}" dt="2020-09-03T05:52:44.428" v="2407" actId="478"/>
          <ac:grpSpMkLst>
            <pc:docMk/>
            <pc:sldMk cId="3110916352" sldId="998"/>
            <ac:grpSpMk id="11" creationId="{ADAADCAB-D218-4434-80D2-3ABA1DCA69AB}"/>
          </ac:grpSpMkLst>
        </pc:grpChg>
        <pc:grpChg chg="add mod">
          <ac:chgData name="Marzieh Ayati" userId="719e7aeb-c3b5-48e5-801b-084d43cd09ac" providerId="ADAL" clId="{6BD075F5-8908-4642-9295-A8A4304BE1E3}" dt="2020-09-02T18:38:55.547" v="302" actId="1076"/>
          <ac:grpSpMkLst>
            <pc:docMk/>
            <pc:sldMk cId="3110916352" sldId="998"/>
            <ac:grpSpMk id="12" creationId="{BE9F2ACC-E89A-4218-8861-7B02AA0A9B5C}"/>
          </ac:grpSpMkLst>
        </pc:grpChg>
        <pc:picChg chg="mod topLvl">
          <ac:chgData name="Marzieh Ayati" userId="719e7aeb-c3b5-48e5-801b-084d43cd09ac" providerId="ADAL" clId="{6BD075F5-8908-4642-9295-A8A4304BE1E3}" dt="2020-09-03T05:52:44.428" v="2407" actId="478"/>
          <ac:picMkLst>
            <pc:docMk/>
            <pc:sldMk cId="3110916352" sldId="998"/>
            <ac:picMk id="5" creationId="{D956F1CB-388D-44FB-8830-910FA961B0BC}"/>
          </ac:picMkLst>
        </pc:picChg>
        <pc:picChg chg="mod">
          <ac:chgData name="Marzieh Ayati" userId="719e7aeb-c3b5-48e5-801b-084d43cd09ac" providerId="ADAL" clId="{6BD075F5-8908-4642-9295-A8A4304BE1E3}" dt="2020-09-02T18:38:53.731" v="301" actId="164"/>
          <ac:picMkLst>
            <pc:docMk/>
            <pc:sldMk cId="3110916352" sldId="998"/>
            <ac:picMk id="7" creationId="{EB9E58D3-70AB-4BBA-B34E-376FBE0A3700}"/>
          </ac:picMkLst>
        </pc:picChg>
        <pc:picChg chg="add mod">
          <ac:chgData name="Marzieh Ayati" userId="719e7aeb-c3b5-48e5-801b-084d43cd09ac" providerId="ADAL" clId="{6BD075F5-8908-4642-9295-A8A4304BE1E3}" dt="2020-09-02T18:35:37.204" v="272" actId="1076"/>
          <ac:picMkLst>
            <pc:docMk/>
            <pc:sldMk cId="3110916352" sldId="998"/>
            <ac:picMk id="9" creationId="{62154748-E242-4038-A4ED-47EBCD82F81E}"/>
          </ac:picMkLst>
        </pc:picChg>
        <pc:picChg chg="mod">
          <ac:chgData name="Marzieh Ayati" userId="719e7aeb-c3b5-48e5-801b-084d43cd09ac" providerId="ADAL" clId="{6BD075F5-8908-4642-9295-A8A4304BE1E3}" dt="2020-09-02T18:34:51.404" v="262" actId="1076"/>
          <ac:picMkLst>
            <pc:docMk/>
            <pc:sldMk cId="3110916352" sldId="998"/>
            <ac:picMk id="2050" creationId="{9A3E4F9D-53B6-44DD-B580-DCCAC9006EC2}"/>
          </ac:picMkLst>
        </pc:picChg>
      </pc:sldChg>
      <pc:sldChg chg="addSp modSp del mod modAnim">
        <pc:chgData name="Marzieh Ayati" userId="719e7aeb-c3b5-48e5-801b-084d43cd09ac" providerId="ADAL" clId="{6BD075F5-8908-4642-9295-A8A4304BE1E3}" dt="2020-09-03T15:16:16.864" v="3007" actId="47"/>
        <pc:sldMkLst>
          <pc:docMk/>
          <pc:sldMk cId="3351843478" sldId="1001"/>
        </pc:sldMkLst>
        <pc:spChg chg="add mod">
          <ac:chgData name="Marzieh Ayati" userId="719e7aeb-c3b5-48e5-801b-084d43cd09ac" providerId="ADAL" clId="{6BD075F5-8908-4642-9295-A8A4304BE1E3}" dt="2020-09-02T18:37:23.844" v="282" actId="1076"/>
          <ac:spMkLst>
            <pc:docMk/>
            <pc:sldMk cId="3351843478" sldId="1001"/>
            <ac:spMk id="10" creationId="{710E8B3C-AAA1-4064-925E-17FFE5BADE8E}"/>
          </ac:spMkLst>
        </pc:spChg>
        <pc:spChg chg="add mod">
          <ac:chgData name="Marzieh Ayati" userId="719e7aeb-c3b5-48e5-801b-084d43cd09ac" providerId="ADAL" clId="{6BD075F5-8908-4642-9295-A8A4304BE1E3}" dt="2020-09-02T18:37:37.901" v="286" actId="1076"/>
          <ac:spMkLst>
            <pc:docMk/>
            <pc:sldMk cId="3351843478" sldId="1001"/>
            <ac:spMk id="13" creationId="{A9C8B3F0-01BB-4D13-9378-B07D51DF1A48}"/>
          </ac:spMkLst>
        </pc:spChg>
        <pc:spChg chg="add mod">
          <ac:chgData name="Marzieh Ayati" userId="719e7aeb-c3b5-48e5-801b-084d43cd09ac" providerId="ADAL" clId="{6BD075F5-8908-4642-9295-A8A4304BE1E3}" dt="2020-09-02T18:37:46.020" v="291" actId="20577"/>
          <ac:spMkLst>
            <pc:docMk/>
            <pc:sldMk cId="3351843478" sldId="1001"/>
            <ac:spMk id="14" creationId="{73CEFB75-5C31-4FE0-836E-1D9F81F419D5}"/>
          </ac:spMkLst>
        </pc:spChg>
      </pc:sldChg>
      <pc:sldChg chg="modSp mod">
        <pc:chgData name="Marzieh Ayati" userId="719e7aeb-c3b5-48e5-801b-084d43cd09ac" providerId="ADAL" clId="{6BD075F5-8908-4642-9295-A8A4304BE1E3}" dt="2020-09-03T04:34:33.610" v="775" actId="33524"/>
        <pc:sldMkLst>
          <pc:docMk/>
          <pc:sldMk cId="2493841858" sldId="1002"/>
        </pc:sldMkLst>
        <pc:spChg chg="mod">
          <ac:chgData name="Marzieh Ayati" userId="719e7aeb-c3b5-48e5-801b-084d43cd09ac" providerId="ADAL" clId="{6BD075F5-8908-4642-9295-A8A4304BE1E3}" dt="2020-09-03T04:30:21.537" v="707" actId="20577"/>
          <ac:spMkLst>
            <pc:docMk/>
            <pc:sldMk cId="2493841858" sldId="1002"/>
            <ac:spMk id="2" creationId="{5EAF4DA8-C893-4EF2-8033-30F5D87B4060}"/>
          </ac:spMkLst>
        </pc:spChg>
        <pc:spChg chg="mod">
          <ac:chgData name="Marzieh Ayati" userId="719e7aeb-c3b5-48e5-801b-084d43cd09ac" providerId="ADAL" clId="{6BD075F5-8908-4642-9295-A8A4304BE1E3}" dt="2020-09-03T04:34:33.610" v="775" actId="33524"/>
          <ac:spMkLst>
            <pc:docMk/>
            <pc:sldMk cId="2493841858" sldId="1002"/>
            <ac:spMk id="3" creationId="{EF042A1F-F9EF-439A-8821-0B9078573DD3}"/>
          </ac:spMkLst>
        </pc:spChg>
      </pc:sldChg>
      <pc:sldChg chg="del">
        <pc:chgData name="Marzieh Ayati" userId="719e7aeb-c3b5-48e5-801b-084d43cd09ac" providerId="ADAL" clId="{6BD075F5-8908-4642-9295-A8A4304BE1E3}" dt="2020-09-02T05:20:40.423" v="35" actId="47"/>
        <pc:sldMkLst>
          <pc:docMk/>
          <pc:sldMk cId="645866721" sldId="1006"/>
        </pc:sldMkLst>
      </pc:sldChg>
      <pc:sldChg chg="addSp delSp modSp new mod modAnim">
        <pc:chgData name="Marzieh Ayati" userId="719e7aeb-c3b5-48e5-801b-084d43cd09ac" providerId="ADAL" clId="{6BD075F5-8908-4642-9295-A8A4304BE1E3}" dt="2020-09-02T17:14:44.853" v="127" actId="207"/>
        <pc:sldMkLst>
          <pc:docMk/>
          <pc:sldMk cId="3904103164" sldId="1006"/>
        </pc:sldMkLst>
        <pc:spChg chg="mod">
          <ac:chgData name="Marzieh Ayati" userId="719e7aeb-c3b5-48e5-801b-084d43cd09ac" providerId="ADAL" clId="{6BD075F5-8908-4642-9295-A8A4304BE1E3}" dt="2020-09-02T17:14:07.689" v="121" actId="20577"/>
          <ac:spMkLst>
            <pc:docMk/>
            <pc:sldMk cId="3904103164" sldId="1006"/>
            <ac:spMk id="2" creationId="{1006C034-39B9-4BB2-8136-DD87868F9CA6}"/>
          </ac:spMkLst>
        </pc:spChg>
        <pc:spChg chg="del">
          <ac:chgData name="Marzieh Ayati" userId="719e7aeb-c3b5-48e5-801b-084d43cd09ac" providerId="ADAL" clId="{6BD075F5-8908-4642-9295-A8A4304BE1E3}" dt="2020-09-02T17:08:56.090" v="80" actId="478"/>
          <ac:spMkLst>
            <pc:docMk/>
            <pc:sldMk cId="3904103164" sldId="1006"/>
            <ac:spMk id="3" creationId="{ABA6ABF5-76D9-4E7E-91B9-88C30DC7F0B9}"/>
          </ac:spMkLst>
        </pc:spChg>
        <pc:spChg chg="add mod">
          <ac:chgData name="Marzieh Ayati" userId="719e7aeb-c3b5-48e5-801b-084d43cd09ac" providerId="ADAL" clId="{6BD075F5-8908-4642-9295-A8A4304BE1E3}" dt="2020-09-02T17:14:44.853" v="127" actId="207"/>
          <ac:spMkLst>
            <pc:docMk/>
            <pc:sldMk cId="3904103164" sldId="1006"/>
            <ac:spMk id="4" creationId="{751226D6-2517-409C-AF32-EF3FDE1EDBD0}"/>
          </ac:spMkLst>
        </pc:spChg>
        <pc:picChg chg="add mod">
          <ac:chgData name="Marzieh Ayati" userId="719e7aeb-c3b5-48e5-801b-084d43cd09ac" providerId="ADAL" clId="{6BD075F5-8908-4642-9295-A8A4304BE1E3}" dt="2020-09-02T17:14:26.376" v="123" actId="1076"/>
          <ac:picMkLst>
            <pc:docMk/>
            <pc:sldMk cId="3904103164" sldId="1006"/>
            <ac:picMk id="7" creationId="{97A45382-1F26-4ABA-BAED-E389AF471B50}"/>
          </ac:picMkLst>
        </pc:picChg>
        <pc:picChg chg="add del mod">
          <ac:chgData name="Marzieh Ayati" userId="719e7aeb-c3b5-48e5-801b-084d43cd09ac" providerId="ADAL" clId="{6BD075F5-8908-4642-9295-A8A4304BE1E3}" dt="2020-09-02T17:11:40.493" v="95" actId="21"/>
          <ac:picMkLst>
            <pc:docMk/>
            <pc:sldMk cId="3904103164" sldId="1006"/>
            <ac:picMk id="1026" creationId="{D23FAC98-59D1-4D8A-B33E-E3A2B4A32551}"/>
          </ac:picMkLst>
        </pc:picChg>
        <pc:picChg chg="add mod">
          <ac:chgData name="Marzieh Ayati" userId="719e7aeb-c3b5-48e5-801b-084d43cd09ac" providerId="ADAL" clId="{6BD075F5-8908-4642-9295-A8A4304BE1E3}" dt="2020-09-02T17:12:54.441" v="105" actId="1076"/>
          <ac:picMkLst>
            <pc:docMk/>
            <pc:sldMk cId="3904103164" sldId="1006"/>
            <ac:picMk id="1028" creationId="{F54D2AF2-3B77-4EAA-8F4A-5D88A529B46C}"/>
          </ac:picMkLst>
        </pc:picChg>
        <pc:picChg chg="add mod">
          <ac:chgData name="Marzieh Ayati" userId="719e7aeb-c3b5-48e5-801b-084d43cd09ac" providerId="ADAL" clId="{6BD075F5-8908-4642-9295-A8A4304BE1E3}" dt="2020-09-02T17:12:52.274" v="104" actId="1076"/>
          <ac:picMkLst>
            <pc:docMk/>
            <pc:sldMk cId="3904103164" sldId="1006"/>
            <ac:picMk id="1030" creationId="{38579C4B-0585-403F-BD51-63F5518B6F9E}"/>
          </ac:picMkLst>
        </pc:picChg>
      </pc:sldChg>
      <pc:sldChg chg="addSp modSp new mod modAnim">
        <pc:chgData name="Marzieh Ayati" userId="719e7aeb-c3b5-48e5-801b-084d43cd09ac" providerId="ADAL" clId="{6BD075F5-8908-4642-9295-A8A4304BE1E3}" dt="2020-09-03T18:40:43.230" v="3021" actId="20577"/>
        <pc:sldMkLst>
          <pc:docMk/>
          <pc:sldMk cId="788667789" sldId="1007"/>
        </pc:sldMkLst>
        <pc:spChg chg="add mod">
          <ac:chgData name="Marzieh Ayati" userId="719e7aeb-c3b5-48e5-801b-084d43cd09ac" providerId="ADAL" clId="{6BD075F5-8908-4642-9295-A8A4304BE1E3}" dt="2020-09-03T04:26:01.537" v="574" actId="1076"/>
          <ac:spMkLst>
            <pc:docMk/>
            <pc:sldMk cId="788667789" sldId="1007"/>
            <ac:spMk id="11" creationId="{8CB6DB5C-8686-4877-BC50-DB95B66F7558}"/>
          </ac:spMkLst>
        </pc:spChg>
        <pc:spChg chg="add mod">
          <ac:chgData name="Marzieh Ayati" userId="719e7aeb-c3b5-48e5-801b-084d43cd09ac" providerId="ADAL" clId="{6BD075F5-8908-4642-9295-A8A4304BE1E3}" dt="2020-09-03T04:26:58.977" v="653" actId="20577"/>
          <ac:spMkLst>
            <pc:docMk/>
            <pc:sldMk cId="788667789" sldId="1007"/>
            <ac:spMk id="12" creationId="{1CF2A67A-41E3-464E-B64A-F5388ED380EA}"/>
          </ac:spMkLst>
        </pc:spChg>
        <pc:spChg chg="add mod">
          <ac:chgData name="Marzieh Ayati" userId="719e7aeb-c3b5-48e5-801b-084d43cd09ac" providerId="ADAL" clId="{6BD075F5-8908-4642-9295-A8A4304BE1E3}" dt="2020-09-03T18:40:43.230" v="3021" actId="20577"/>
          <ac:spMkLst>
            <pc:docMk/>
            <pc:sldMk cId="788667789" sldId="1007"/>
            <ac:spMk id="15" creationId="{5D908023-1804-4B3F-B706-F330F791FF45}"/>
          </ac:spMkLst>
        </pc:spChg>
        <pc:picChg chg="add">
          <ac:chgData name="Marzieh Ayati" userId="719e7aeb-c3b5-48e5-801b-084d43cd09ac" providerId="ADAL" clId="{6BD075F5-8908-4642-9295-A8A4304BE1E3}" dt="2020-09-03T04:22:40.025" v="546"/>
          <ac:picMkLst>
            <pc:docMk/>
            <pc:sldMk cId="788667789" sldId="1007"/>
            <ac:picMk id="4" creationId="{D76602C7-360D-42D0-AD1C-43031EC7C01D}"/>
          </ac:picMkLst>
        </pc:picChg>
        <pc:picChg chg="add mod">
          <ac:chgData name="Marzieh Ayati" userId="719e7aeb-c3b5-48e5-801b-084d43cd09ac" providerId="ADAL" clId="{6BD075F5-8908-4642-9295-A8A4304BE1E3}" dt="2020-09-03T04:23:10.937" v="548" actId="1076"/>
          <ac:picMkLst>
            <pc:docMk/>
            <pc:sldMk cId="788667789" sldId="1007"/>
            <ac:picMk id="5" creationId="{B1ECE387-715F-4501-9AED-D7AE4404D32A}"/>
          </ac:picMkLst>
        </pc:picChg>
        <pc:picChg chg="add mod">
          <ac:chgData name="Marzieh Ayati" userId="719e7aeb-c3b5-48e5-801b-084d43cd09ac" providerId="ADAL" clId="{6BD075F5-8908-4642-9295-A8A4304BE1E3}" dt="2020-09-03T04:24:10.489" v="550" actId="1076"/>
          <ac:picMkLst>
            <pc:docMk/>
            <pc:sldMk cId="788667789" sldId="1007"/>
            <ac:picMk id="6" creationId="{44D22BE6-099F-4DA9-9E5E-5E31162E61B6}"/>
          </ac:picMkLst>
        </pc:picChg>
        <pc:picChg chg="add mod">
          <ac:chgData name="Marzieh Ayati" userId="719e7aeb-c3b5-48e5-801b-084d43cd09ac" providerId="ADAL" clId="{6BD075F5-8908-4642-9295-A8A4304BE1E3}" dt="2020-09-03T04:24:27.017" v="554" actId="688"/>
          <ac:picMkLst>
            <pc:docMk/>
            <pc:sldMk cId="788667789" sldId="1007"/>
            <ac:picMk id="7" creationId="{855A0412-8695-4E6B-BD04-4209656CDBFE}"/>
          </ac:picMkLst>
        </pc:picChg>
        <pc:picChg chg="add mod">
          <ac:chgData name="Marzieh Ayati" userId="719e7aeb-c3b5-48e5-801b-084d43cd09ac" providerId="ADAL" clId="{6BD075F5-8908-4642-9295-A8A4304BE1E3}" dt="2020-09-03T04:25:40.553" v="562" actId="1076"/>
          <ac:picMkLst>
            <pc:docMk/>
            <pc:sldMk cId="788667789" sldId="1007"/>
            <ac:picMk id="10" creationId="{F4106ECF-D611-4744-AA9B-07AEE32CA05A}"/>
          </ac:picMkLst>
        </pc:picChg>
        <pc:picChg chg="add mod">
          <ac:chgData name="Marzieh Ayati" userId="719e7aeb-c3b5-48e5-801b-084d43cd09ac" providerId="ADAL" clId="{6BD075F5-8908-4642-9295-A8A4304BE1E3}" dt="2020-09-03T04:28:16.401" v="667" actId="1076"/>
          <ac:picMkLst>
            <pc:docMk/>
            <pc:sldMk cId="788667789" sldId="1007"/>
            <ac:picMk id="14" creationId="{4626914D-A597-4068-ADA0-40464ED0ADBC}"/>
          </ac:picMkLst>
        </pc:picChg>
        <pc:cxnChg chg="add mod">
          <ac:chgData name="Marzieh Ayati" userId="719e7aeb-c3b5-48e5-801b-084d43cd09ac" providerId="ADAL" clId="{6BD075F5-8908-4642-9295-A8A4304BE1E3}" dt="2020-09-03T04:25:26.731" v="558" actId="693"/>
          <ac:cxnSpMkLst>
            <pc:docMk/>
            <pc:sldMk cId="788667789" sldId="1007"/>
            <ac:cxnSpMk id="9" creationId="{76258652-5749-47DE-82D7-30C02C257785}"/>
          </ac:cxnSpMkLst>
        </pc:cxnChg>
        <pc:cxnChg chg="add mod">
          <ac:chgData name="Marzieh Ayati" userId="719e7aeb-c3b5-48e5-801b-084d43cd09ac" providerId="ADAL" clId="{6BD075F5-8908-4642-9295-A8A4304BE1E3}" dt="2020-09-03T04:27:58.289" v="663" actId="1076"/>
          <ac:cxnSpMkLst>
            <pc:docMk/>
            <pc:sldMk cId="788667789" sldId="1007"/>
            <ac:cxnSpMk id="13" creationId="{4FA24A03-082E-408F-91E2-46664421CAD5}"/>
          </ac:cxnSpMkLst>
        </pc:cxnChg>
      </pc:sldChg>
      <pc:sldChg chg="addSp delSp modSp new mod modAnim">
        <pc:chgData name="Marzieh Ayati" userId="719e7aeb-c3b5-48e5-801b-084d43cd09ac" providerId="ADAL" clId="{6BD075F5-8908-4642-9295-A8A4304BE1E3}" dt="2020-09-03T04:49:18.283" v="1175"/>
        <pc:sldMkLst>
          <pc:docMk/>
          <pc:sldMk cId="2533160564" sldId="1008"/>
        </pc:sldMkLst>
        <pc:spChg chg="mod">
          <ac:chgData name="Marzieh Ayati" userId="719e7aeb-c3b5-48e5-801b-084d43cd09ac" providerId="ADAL" clId="{6BD075F5-8908-4642-9295-A8A4304BE1E3}" dt="2020-09-03T04:36:33.097" v="810" actId="1076"/>
          <ac:spMkLst>
            <pc:docMk/>
            <pc:sldMk cId="2533160564" sldId="1008"/>
            <ac:spMk id="2" creationId="{03795DBF-0731-45B6-B4AC-25840D4CE801}"/>
          </ac:spMkLst>
        </pc:spChg>
        <pc:spChg chg="del">
          <ac:chgData name="Marzieh Ayati" userId="719e7aeb-c3b5-48e5-801b-084d43cd09ac" providerId="ADAL" clId="{6BD075F5-8908-4642-9295-A8A4304BE1E3}" dt="2020-09-03T04:36:35.168" v="811" actId="478"/>
          <ac:spMkLst>
            <pc:docMk/>
            <pc:sldMk cId="2533160564" sldId="1008"/>
            <ac:spMk id="3" creationId="{AA84C2EE-918A-4E5F-AA5E-F6508D4F699D}"/>
          </ac:spMkLst>
        </pc:spChg>
        <pc:spChg chg="add mod">
          <ac:chgData name="Marzieh Ayati" userId="719e7aeb-c3b5-48e5-801b-084d43cd09ac" providerId="ADAL" clId="{6BD075F5-8908-4642-9295-A8A4304BE1E3}" dt="2020-09-03T04:38:37.080" v="887" actId="1076"/>
          <ac:spMkLst>
            <pc:docMk/>
            <pc:sldMk cId="2533160564" sldId="1008"/>
            <ac:spMk id="6" creationId="{92D8E514-9C91-4EE5-8A73-B71B6A82B52D}"/>
          </ac:spMkLst>
        </pc:spChg>
        <pc:spChg chg="add mod">
          <ac:chgData name="Marzieh Ayati" userId="719e7aeb-c3b5-48e5-801b-084d43cd09ac" providerId="ADAL" clId="{6BD075F5-8908-4642-9295-A8A4304BE1E3}" dt="2020-09-03T04:39:08.465" v="912" actId="20577"/>
          <ac:spMkLst>
            <pc:docMk/>
            <pc:sldMk cId="2533160564" sldId="1008"/>
            <ac:spMk id="8" creationId="{0BDD4CB1-736F-443D-A357-647F078DA709}"/>
          </ac:spMkLst>
        </pc:spChg>
        <pc:spChg chg="add mod">
          <ac:chgData name="Marzieh Ayati" userId="719e7aeb-c3b5-48e5-801b-084d43cd09ac" providerId="ADAL" clId="{6BD075F5-8908-4642-9295-A8A4304BE1E3}" dt="2020-09-03T04:42:40.144" v="1135" actId="20577"/>
          <ac:spMkLst>
            <pc:docMk/>
            <pc:sldMk cId="2533160564" sldId="1008"/>
            <ac:spMk id="10" creationId="{0E33824C-4A93-49C9-94AF-77BC11183CB4}"/>
          </ac:spMkLst>
        </pc:spChg>
        <pc:picChg chg="add mod">
          <ac:chgData name="Marzieh Ayati" userId="719e7aeb-c3b5-48e5-801b-084d43cd09ac" providerId="ADAL" clId="{6BD075F5-8908-4642-9295-A8A4304BE1E3}" dt="2020-09-03T04:38:28.081" v="886" actId="1037"/>
          <ac:picMkLst>
            <pc:docMk/>
            <pc:sldMk cId="2533160564" sldId="1008"/>
            <ac:picMk id="4" creationId="{9B59745C-7E57-4005-8C62-90B384A8C339}"/>
          </ac:picMkLst>
        </pc:picChg>
        <pc:picChg chg="add mod">
          <ac:chgData name="Marzieh Ayati" userId="719e7aeb-c3b5-48e5-801b-084d43cd09ac" providerId="ADAL" clId="{6BD075F5-8908-4642-9295-A8A4304BE1E3}" dt="2020-09-03T04:38:28.081" v="886" actId="1037"/>
          <ac:picMkLst>
            <pc:docMk/>
            <pc:sldMk cId="2533160564" sldId="1008"/>
            <ac:picMk id="5" creationId="{F6D0B3D4-3B4D-438A-9E4E-0595F330A358}"/>
          </ac:picMkLst>
        </pc:picChg>
        <pc:picChg chg="add mod">
          <ac:chgData name="Marzieh Ayati" userId="719e7aeb-c3b5-48e5-801b-084d43cd09ac" providerId="ADAL" clId="{6BD075F5-8908-4642-9295-A8A4304BE1E3}" dt="2020-09-03T04:38:41.016" v="888" actId="1076"/>
          <ac:picMkLst>
            <pc:docMk/>
            <pc:sldMk cId="2533160564" sldId="1008"/>
            <ac:picMk id="7" creationId="{1A2A938E-EAE5-40AF-AE80-190822B80006}"/>
          </ac:picMkLst>
        </pc:picChg>
        <pc:picChg chg="add mod">
          <ac:chgData name="Marzieh Ayati" userId="719e7aeb-c3b5-48e5-801b-084d43cd09ac" providerId="ADAL" clId="{6BD075F5-8908-4642-9295-A8A4304BE1E3}" dt="2020-09-03T04:39:28.504" v="914" actId="1076"/>
          <ac:picMkLst>
            <pc:docMk/>
            <pc:sldMk cId="2533160564" sldId="1008"/>
            <ac:picMk id="9" creationId="{7AFC3794-5AD8-4F91-8E7C-3DEC15BC414E}"/>
          </ac:picMkLst>
        </pc:picChg>
        <pc:picChg chg="add mod">
          <ac:chgData name="Marzieh Ayati" userId="719e7aeb-c3b5-48e5-801b-084d43cd09ac" providerId="ADAL" clId="{6BD075F5-8908-4642-9295-A8A4304BE1E3}" dt="2020-09-03T04:43:48.776" v="1140" actId="14100"/>
          <ac:picMkLst>
            <pc:docMk/>
            <pc:sldMk cId="2533160564" sldId="1008"/>
            <ac:picMk id="11" creationId="{2AAEA724-5D30-45EF-B41B-88134BCD31D7}"/>
          </ac:picMkLst>
        </pc:picChg>
        <pc:picChg chg="add mod">
          <ac:chgData name="Marzieh Ayati" userId="719e7aeb-c3b5-48e5-801b-084d43cd09ac" providerId="ADAL" clId="{6BD075F5-8908-4642-9295-A8A4304BE1E3}" dt="2020-09-03T04:44:56.960" v="1148" actId="1076"/>
          <ac:picMkLst>
            <pc:docMk/>
            <pc:sldMk cId="2533160564" sldId="1008"/>
            <ac:picMk id="12" creationId="{E605649B-FAE5-46FB-B37D-6D18EAADAEE6}"/>
          </ac:picMkLst>
        </pc:picChg>
        <pc:picChg chg="add mod">
          <ac:chgData name="Marzieh Ayati" userId="719e7aeb-c3b5-48e5-801b-084d43cd09ac" providerId="ADAL" clId="{6BD075F5-8908-4642-9295-A8A4304BE1E3}" dt="2020-09-03T04:45:39.663" v="1155" actId="14100"/>
          <ac:picMkLst>
            <pc:docMk/>
            <pc:sldMk cId="2533160564" sldId="1008"/>
            <ac:picMk id="13" creationId="{6EB4B3BC-4FB4-4271-91D9-0C2FD8BA8035}"/>
          </ac:picMkLst>
        </pc:picChg>
        <pc:picChg chg="add mod">
          <ac:chgData name="Marzieh Ayati" userId="719e7aeb-c3b5-48e5-801b-084d43cd09ac" providerId="ADAL" clId="{6BD075F5-8908-4642-9295-A8A4304BE1E3}" dt="2020-09-03T04:49:04.183" v="1174" actId="14100"/>
          <ac:picMkLst>
            <pc:docMk/>
            <pc:sldMk cId="2533160564" sldId="1008"/>
            <ac:picMk id="14" creationId="{71F973E8-75A4-495A-86DD-574E709DE463}"/>
          </ac:picMkLst>
        </pc:picChg>
        <pc:picChg chg="add mod">
          <ac:chgData name="Marzieh Ayati" userId="719e7aeb-c3b5-48e5-801b-084d43cd09ac" providerId="ADAL" clId="{6BD075F5-8908-4642-9295-A8A4304BE1E3}" dt="2020-09-03T04:47:41.679" v="1170" actId="1035"/>
          <ac:picMkLst>
            <pc:docMk/>
            <pc:sldMk cId="2533160564" sldId="1008"/>
            <ac:picMk id="15" creationId="{789473B5-97F0-4EFD-ABC9-9B40DF9C4102}"/>
          </ac:picMkLst>
        </pc:picChg>
      </pc:sldChg>
      <pc:sldChg chg="addSp delSp modSp new mod modAnim">
        <pc:chgData name="Marzieh Ayati" userId="719e7aeb-c3b5-48e5-801b-084d43cd09ac" providerId="ADAL" clId="{6BD075F5-8908-4642-9295-A8A4304BE1E3}" dt="2020-09-03T05:01:18.657" v="1271"/>
        <pc:sldMkLst>
          <pc:docMk/>
          <pc:sldMk cId="1314966999" sldId="1009"/>
        </pc:sldMkLst>
        <pc:spChg chg="del">
          <ac:chgData name="Marzieh Ayati" userId="719e7aeb-c3b5-48e5-801b-084d43cd09ac" providerId="ADAL" clId="{6BD075F5-8908-4642-9295-A8A4304BE1E3}" dt="2020-09-03T04:53:30.895" v="1199" actId="478"/>
          <ac:spMkLst>
            <pc:docMk/>
            <pc:sldMk cId="1314966999" sldId="1009"/>
            <ac:spMk id="2" creationId="{82FAC489-34F9-4E8D-88B8-4113C5AAAFE1}"/>
          </ac:spMkLst>
        </pc:spChg>
        <pc:spChg chg="del">
          <ac:chgData name="Marzieh Ayati" userId="719e7aeb-c3b5-48e5-801b-084d43cd09ac" providerId="ADAL" clId="{6BD075F5-8908-4642-9295-A8A4304BE1E3}" dt="2020-09-03T04:53:28.543" v="1198" actId="478"/>
          <ac:spMkLst>
            <pc:docMk/>
            <pc:sldMk cId="1314966999" sldId="1009"/>
            <ac:spMk id="3" creationId="{D2A9B511-37E9-4403-B1B2-E01A0889D37B}"/>
          </ac:spMkLst>
        </pc:spChg>
        <pc:picChg chg="add del mod">
          <ac:chgData name="Marzieh Ayati" userId="719e7aeb-c3b5-48e5-801b-084d43cd09ac" providerId="ADAL" clId="{6BD075F5-8908-4642-9295-A8A4304BE1E3}" dt="2020-09-03T04:52:15.743" v="1179" actId="478"/>
          <ac:picMkLst>
            <pc:docMk/>
            <pc:sldMk cId="1314966999" sldId="1009"/>
            <ac:picMk id="4" creationId="{F9BE13FE-91CF-44F7-951F-7FD4ED22C130}"/>
          </ac:picMkLst>
        </pc:picChg>
        <pc:picChg chg="add mod">
          <ac:chgData name="Marzieh Ayati" userId="719e7aeb-c3b5-48e5-801b-084d43cd09ac" providerId="ADAL" clId="{6BD075F5-8908-4642-9295-A8A4304BE1E3}" dt="2020-09-03T04:53:35.535" v="1200" actId="1076"/>
          <ac:picMkLst>
            <pc:docMk/>
            <pc:sldMk cId="1314966999" sldId="1009"/>
            <ac:picMk id="5" creationId="{A94CE0D2-67F5-406A-A3F4-E46D1A583400}"/>
          </ac:picMkLst>
        </pc:picChg>
        <pc:picChg chg="add mod">
          <ac:chgData name="Marzieh Ayati" userId="719e7aeb-c3b5-48e5-801b-084d43cd09ac" providerId="ADAL" clId="{6BD075F5-8908-4642-9295-A8A4304BE1E3}" dt="2020-09-03T04:53:24.535" v="1196" actId="1076"/>
          <ac:picMkLst>
            <pc:docMk/>
            <pc:sldMk cId="1314966999" sldId="1009"/>
            <ac:picMk id="6" creationId="{FBD65982-3E54-42ED-B0B5-BB7082D8BDB0}"/>
          </ac:picMkLst>
        </pc:picChg>
        <pc:picChg chg="add mod">
          <ac:chgData name="Marzieh Ayati" userId="719e7aeb-c3b5-48e5-801b-084d43cd09ac" providerId="ADAL" clId="{6BD075F5-8908-4642-9295-A8A4304BE1E3}" dt="2020-09-03T04:53:26.471" v="1197" actId="14100"/>
          <ac:picMkLst>
            <pc:docMk/>
            <pc:sldMk cId="1314966999" sldId="1009"/>
            <ac:picMk id="7" creationId="{EA91F036-B9EC-4F37-8D1C-55D09DBEFCE4}"/>
          </ac:picMkLst>
        </pc:picChg>
      </pc:sldChg>
      <pc:sldChg chg="addSp delSp modSp new mod modAnim">
        <pc:chgData name="Marzieh Ayati" userId="719e7aeb-c3b5-48e5-801b-084d43cd09ac" providerId="ADAL" clId="{6BD075F5-8908-4642-9295-A8A4304BE1E3}" dt="2020-09-03T05:01:22.298" v="1273"/>
        <pc:sldMkLst>
          <pc:docMk/>
          <pc:sldMk cId="2015056683" sldId="1010"/>
        </pc:sldMkLst>
        <pc:spChg chg="del">
          <ac:chgData name="Marzieh Ayati" userId="719e7aeb-c3b5-48e5-801b-084d43cd09ac" providerId="ADAL" clId="{6BD075F5-8908-4642-9295-A8A4304BE1E3}" dt="2020-09-03T04:54:00.431" v="1203" actId="478"/>
          <ac:spMkLst>
            <pc:docMk/>
            <pc:sldMk cId="2015056683" sldId="1010"/>
            <ac:spMk id="2" creationId="{B056D7C2-BBA1-4389-8108-16B53972A7A4}"/>
          </ac:spMkLst>
        </pc:spChg>
        <pc:spChg chg="del">
          <ac:chgData name="Marzieh Ayati" userId="719e7aeb-c3b5-48e5-801b-084d43cd09ac" providerId="ADAL" clId="{6BD075F5-8908-4642-9295-A8A4304BE1E3}" dt="2020-09-03T04:53:59.295" v="1202" actId="478"/>
          <ac:spMkLst>
            <pc:docMk/>
            <pc:sldMk cId="2015056683" sldId="1010"/>
            <ac:spMk id="3" creationId="{B24B74F5-A38E-4D63-9398-55604E58C719}"/>
          </ac:spMkLst>
        </pc:spChg>
        <pc:picChg chg="add mod">
          <ac:chgData name="Marzieh Ayati" userId="719e7aeb-c3b5-48e5-801b-084d43cd09ac" providerId="ADAL" clId="{6BD075F5-8908-4642-9295-A8A4304BE1E3}" dt="2020-09-03T04:54:23.367" v="1210" actId="1076"/>
          <ac:picMkLst>
            <pc:docMk/>
            <pc:sldMk cId="2015056683" sldId="1010"/>
            <ac:picMk id="4" creationId="{35B40042-3DC0-4EED-912A-12A9C56B92EF}"/>
          </ac:picMkLst>
        </pc:picChg>
        <pc:picChg chg="add mod">
          <ac:chgData name="Marzieh Ayati" userId="719e7aeb-c3b5-48e5-801b-084d43cd09ac" providerId="ADAL" clId="{6BD075F5-8908-4642-9295-A8A4304BE1E3}" dt="2020-09-03T04:54:27.847" v="1212" actId="1076"/>
          <ac:picMkLst>
            <pc:docMk/>
            <pc:sldMk cId="2015056683" sldId="1010"/>
            <ac:picMk id="5" creationId="{D84E1F69-4A57-4979-8650-53E092F839B0}"/>
          </ac:picMkLst>
        </pc:picChg>
      </pc:sldChg>
      <pc:sldChg chg="addSp modSp new mod modAnim">
        <pc:chgData name="Marzieh Ayati" userId="719e7aeb-c3b5-48e5-801b-084d43cd09ac" providerId="ADAL" clId="{6BD075F5-8908-4642-9295-A8A4304BE1E3}" dt="2020-09-03T04:58:35.151" v="1267" actId="1076"/>
        <pc:sldMkLst>
          <pc:docMk/>
          <pc:sldMk cId="2197640144" sldId="1011"/>
        </pc:sldMkLst>
        <pc:spChg chg="mod">
          <ac:chgData name="Marzieh Ayati" userId="719e7aeb-c3b5-48e5-801b-084d43cd09ac" providerId="ADAL" clId="{6BD075F5-8908-4642-9295-A8A4304BE1E3}" dt="2020-09-03T04:58:35.151" v="1267" actId="1076"/>
          <ac:spMkLst>
            <pc:docMk/>
            <pc:sldMk cId="2197640144" sldId="1011"/>
            <ac:spMk id="2" creationId="{67511619-8BAC-4A46-A130-03AF8707F0FE}"/>
          </ac:spMkLst>
        </pc:spChg>
        <pc:picChg chg="add mod">
          <ac:chgData name="Marzieh Ayati" userId="719e7aeb-c3b5-48e5-801b-084d43cd09ac" providerId="ADAL" clId="{6BD075F5-8908-4642-9295-A8A4304BE1E3}" dt="2020-09-03T04:55:23.863" v="1216" actId="1076"/>
          <ac:picMkLst>
            <pc:docMk/>
            <pc:sldMk cId="2197640144" sldId="1011"/>
            <ac:picMk id="4" creationId="{2733225F-7B86-407E-84A3-5BC24375B434}"/>
          </ac:picMkLst>
        </pc:picChg>
        <pc:picChg chg="add mod">
          <ac:chgData name="Marzieh Ayati" userId="719e7aeb-c3b5-48e5-801b-084d43cd09ac" providerId="ADAL" clId="{6BD075F5-8908-4642-9295-A8A4304BE1E3}" dt="2020-09-03T04:56:01.503" v="1221" actId="14100"/>
          <ac:picMkLst>
            <pc:docMk/>
            <pc:sldMk cId="2197640144" sldId="1011"/>
            <ac:picMk id="5" creationId="{D7C47F51-58D5-43E2-98DC-7531DBE70125}"/>
          </ac:picMkLst>
        </pc:picChg>
        <pc:picChg chg="add mod">
          <ac:chgData name="Marzieh Ayati" userId="719e7aeb-c3b5-48e5-801b-084d43cd09ac" providerId="ADAL" clId="{6BD075F5-8908-4642-9295-A8A4304BE1E3}" dt="2020-09-03T04:57:09.071" v="1226" actId="1076"/>
          <ac:picMkLst>
            <pc:docMk/>
            <pc:sldMk cId="2197640144" sldId="1011"/>
            <ac:picMk id="6" creationId="{E8CB83D0-B09A-4FC0-9263-9AD4062D1304}"/>
          </ac:picMkLst>
        </pc:picChg>
        <pc:picChg chg="add mod">
          <ac:chgData name="Marzieh Ayati" userId="719e7aeb-c3b5-48e5-801b-084d43cd09ac" providerId="ADAL" clId="{6BD075F5-8908-4642-9295-A8A4304BE1E3}" dt="2020-09-03T04:57:50.783" v="1230" actId="1076"/>
          <ac:picMkLst>
            <pc:docMk/>
            <pc:sldMk cId="2197640144" sldId="1011"/>
            <ac:picMk id="7" creationId="{5C9A4DE5-5DF6-4883-B189-ECA3771AF7AB}"/>
          </ac:picMkLst>
        </pc:picChg>
      </pc:sldChg>
      <pc:sldChg chg="modSp new mod">
        <pc:chgData name="Marzieh Ayati" userId="719e7aeb-c3b5-48e5-801b-084d43cd09ac" providerId="ADAL" clId="{6BD075F5-8908-4642-9295-A8A4304BE1E3}" dt="2020-09-03T05:08:33.320" v="1295"/>
        <pc:sldMkLst>
          <pc:docMk/>
          <pc:sldMk cId="2441081153" sldId="1012"/>
        </pc:sldMkLst>
        <pc:spChg chg="mod">
          <ac:chgData name="Marzieh Ayati" userId="719e7aeb-c3b5-48e5-801b-084d43cd09ac" providerId="ADAL" clId="{6BD075F5-8908-4642-9295-A8A4304BE1E3}" dt="2020-09-03T05:08:27.151" v="1294" actId="20577"/>
          <ac:spMkLst>
            <pc:docMk/>
            <pc:sldMk cId="2441081153" sldId="1012"/>
            <ac:spMk id="2" creationId="{9007D38E-6BE7-410F-B615-0E95A9CA61F0}"/>
          </ac:spMkLst>
        </pc:spChg>
        <pc:spChg chg="mod">
          <ac:chgData name="Marzieh Ayati" userId="719e7aeb-c3b5-48e5-801b-084d43cd09ac" providerId="ADAL" clId="{6BD075F5-8908-4642-9295-A8A4304BE1E3}" dt="2020-09-03T05:08:33.320" v="1295"/>
          <ac:spMkLst>
            <pc:docMk/>
            <pc:sldMk cId="2441081153" sldId="1012"/>
            <ac:spMk id="3" creationId="{5BF64106-D00B-46DE-BE58-A031CD4B3DF2}"/>
          </ac:spMkLst>
        </pc:spChg>
      </pc:sldChg>
      <pc:sldChg chg="addSp delSp modSp new mod">
        <pc:chgData name="Marzieh Ayati" userId="719e7aeb-c3b5-48e5-801b-084d43cd09ac" providerId="ADAL" clId="{6BD075F5-8908-4642-9295-A8A4304BE1E3}" dt="2020-09-03T05:17:38.688" v="1440" actId="21"/>
        <pc:sldMkLst>
          <pc:docMk/>
          <pc:sldMk cId="2439829849" sldId="1013"/>
        </pc:sldMkLst>
        <pc:spChg chg="mod">
          <ac:chgData name="Marzieh Ayati" userId="719e7aeb-c3b5-48e5-801b-084d43cd09ac" providerId="ADAL" clId="{6BD075F5-8908-4642-9295-A8A4304BE1E3}" dt="2020-09-03T05:11:40.070" v="1404" actId="1076"/>
          <ac:spMkLst>
            <pc:docMk/>
            <pc:sldMk cId="2439829849" sldId="1013"/>
            <ac:spMk id="2" creationId="{388E4CF9-682B-4674-9670-50C9994D85F7}"/>
          </ac:spMkLst>
        </pc:spChg>
        <pc:spChg chg="mod">
          <ac:chgData name="Marzieh Ayati" userId="719e7aeb-c3b5-48e5-801b-084d43cd09ac" providerId="ADAL" clId="{6BD075F5-8908-4642-9295-A8A4304BE1E3}" dt="2020-09-03T05:11:51.374" v="1407" actId="1076"/>
          <ac:spMkLst>
            <pc:docMk/>
            <pc:sldMk cId="2439829849" sldId="1013"/>
            <ac:spMk id="3" creationId="{1E990B1E-AE29-42F8-8423-1A99CEC7C2AC}"/>
          </ac:spMkLst>
        </pc:spChg>
        <pc:picChg chg="add del">
          <ac:chgData name="Marzieh Ayati" userId="719e7aeb-c3b5-48e5-801b-084d43cd09ac" providerId="ADAL" clId="{6BD075F5-8908-4642-9295-A8A4304BE1E3}" dt="2020-09-03T05:12:11.471" v="1412" actId="478"/>
          <ac:picMkLst>
            <pc:docMk/>
            <pc:sldMk cId="2439829849" sldId="1013"/>
            <ac:picMk id="4" creationId="{9DDB5D2C-46B3-44BC-9B71-52DA85999154}"/>
          </ac:picMkLst>
        </pc:picChg>
        <pc:picChg chg="add del mod">
          <ac:chgData name="Marzieh Ayati" userId="719e7aeb-c3b5-48e5-801b-084d43cd09ac" providerId="ADAL" clId="{6BD075F5-8908-4642-9295-A8A4304BE1E3}" dt="2020-09-03T05:13:26.382" v="1425" actId="478"/>
          <ac:picMkLst>
            <pc:docMk/>
            <pc:sldMk cId="2439829849" sldId="1013"/>
            <ac:picMk id="6" creationId="{0A5B7789-49BA-418E-B786-172502A4D470}"/>
          </ac:picMkLst>
        </pc:picChg>
        <pc:picChg chg="add del mod">
          <ac:chgData name="Marzieh Ayati" userId="719e7aeb-c3b5-48e5-801b-084d43cd09ac" providerId="ADAL" clId="{6BD075F5-8908-4642-9295-A8A4304BE1E3}" dt="2020-09-03T05:14:56.142" v="1429" actId="478"/>
          <ac:picMkLst>
            <pc:docMk/>
            <pc:sldMk cId="2439829849" sldId="1013"/>
            <ac:picMk id="8" creationId="{B0D60343-2389-4675-B15E-E61CEF61F6F8}"/>
          </ac:picMkLst>
        </pc:picChg>
        <pc:picChg chg="add mod">
          <ac:chgData name="Marzieh Ayati" userId="719e7aeb-c3b5-48e5-801b-084d43cd09ac" providerId="ADAL" clId="{6BD075F5-8908-4642-9295-A8A4304BE1E3}" dt="2020-09-03T05:15:48.701" v="1434" actId="1076"/>
          <ac:picMkLst>
            <pc:docMk/>
            <pc:sldMk cId="2439829849" sldId="1013"/>
            <ac:picMk id="10" creationId="{FA740DDA-DCC9-4C59-A340-FF25023DF64E}"/>
          </ac:picMkLst>
        </pc:picChg>
        <pc:picChg chg="add del mod">
          <ac:chgData name="Marzieh Ayati" userId="719e7aeb-c3b5-48e5-801b-084d43cd09ac" providerId="ADAL" clId="{6BD075F5-8908-4642-9295-A8A4304BE1E3}" dt="2020-09-03T05:17:38.688" v="1440" actId="21"/>
          <ac:picMkLst>
            <pc:docMk/>
            <pc:sldMk cId="2439829849" sldId="1013"/>
            <ac:picMk id="11" creationId="{256A365E-706B-45FA-86DB-04AB6E540A71}"/>
          </ac:picMkLst>
        </pc:picChg>
        <pc:picChg chg="add del mod">
          <ac:chgData name="Marzieh Ayati" userId="719e7aeb-c3b5-48e5-801b-084d43cd09ac" providerId="ADAL" clId="{6BD075F5-8908-4642-9295-A8A4304BE1E3}" dt="2020-09-03T05:12:19.694" v="1413" actId="478"/>
          <ac:picMkLst>
            <pc:docMk/>
            <pc:sldMk cId="2439829849" sldId="1013"/>
            <ac:picMk id="5122" creationId="{0940E2B4-22ED-4EAE-AC1D-2B314246337A}"/>
          </ac:picMkLst>
        </pc:picChg>
        <pc:picChg chg="add del mod">
          <ac:chgData name="Marzieh Ayati" userId="719e7aeb-c3b5-48e5-801b-084d43cd09ac" providerId="ADAL" clId="{6BD075F5-8908-4642-9295-A8A4304BE1E3}" dt="2020-09-03T05:12:42.573" v="1421" actId="478"/>
          <ac:picMkLst>
            <pc:docMk/>
            <pc:sldMk cId="2439829849" sldId="1013"/>
            <ac:picMk id="5124" creationId="{10754C0A-DDD5-4655-A64B-1B7E0185271C}"/>
          </ac:picMkLst>
        </pc:picChg>
        <pc:picChg chg="add del">
          <ac:chgData name="Marzieh Ayati" userId="719e7aeb-c3b5-48e5-801b-084d43cd09ac" providerId="ADAL" clId="{6BD075F5-8908-4642-9295-A8A4304BE1E3}" dt="2020-09-03T05:12:42.573" v="1421" actId="478"/>
          <ac:picMkLst>
            <pc:docMk/>
            <pc:sldMk cId="2439829849" sldId="1013"/>
            <ac:picMk id="5126" creationId="{5501FDAB-DD89-4697-8B7C-96BB7F09BC02}"/>
          </ac:picMkLst>
        </pc:picChg>
      </pc:sldChg>
      <pc:sldChg chg="new">
        <pc:chgData name="Marzieh Ayati" userId="719e7aeb-c3b5-48e5-801b-084d43cd09ac" providerId="ADAL" clId="{6BD075F5-8908-4642-9295-A8A4304BE1E3}" dt="2020-09-03T05:16:34.595" v="1435" actId="680"/>
        <pc:sldMkLst>
          <pc:docMk/>
          <pc:sldMk cId="665143871" sldId="1014"/>
        </pc:sldMkLst>
      </pc:sldChg>
      <pc:sldChg chg="addSp delSp modSp new mod modAnim">
        <pc:chgData name="Marzieh Ayati" userId="719e7aeb-c3b5-48e5-801b-084d43cd09ac" providerId="ADAL" clId="{6BD075F5-8908-4642-9295-A8A4304BE1E3}" dt="2020-09-03T05:19:41.361" v="1629"/>
        <pc:sldMkLst>
          <pc:docMk/>
          <pc:sldMk cId="3230253809" sldId="1015"/>
        </pc:sldMkLst>
        <pc:spChg chg="mod">
          <ac:chgData name="Marzieh Ayati" userId="719e7aeb-c3b5-48e5-801b-084d43cd09ac" providerId="ADAL" clId="{6BD075F5-8908-4642-9295-A8A4304BE1E3}" dt="2020-09-03T05:17:51.919" v="1479" actId="20577"/>
          <ac:spMkLst>
            <pc:docMk/>
            <pc:sldMk cId="3230253809" sldId="1015"/>
            <ac:spMk id="2" creationId="{31C09428-B2CB-45D6-BA18-8A602D14B833}"/>
          </ac:spMkLst>
        </pc:spChg>
        <pc:spChg chg="del">
          <ac:chgData name="Marzieh Ayati" userId="719e7aeb-c3b5-48e5-801b-084d43cd09ac" providerId="ADAL" clId="{6BD075F5-8908-4642-9295-A8A4304BE1E3}" dt="2020-09-03T05:18:19.166" v="1481" actId="478"/>
          <ac:spMkLst>
            <pc:docMk/>
            <pc:sldMk cId="3230253809" sldId="1015"/>
            <ac:spMk id="3" creationId="{4C4247DC-6FE7-429B-903A-8A40128CBF11}"/>
          </ac:spMkLst>
        </pc:spChg>
        <pc:spChg chg="add mod">
          <ac:chgData name="Marzieh Ayati" userId="719e7aeb-c3b5-48e5-801b-084d43cd09ac" providerId="ADAL" clId="{6BD075F5-8908-4642-9295-A8A4304BE1E3}" dt="2020-09-03T05:19:13.503" v="1596" actId="20577"/>
          <ac:spMkLst>
            <pc:docMk/>
            <pc:sldMk cId="3230253809" sldId="1015"/>
            <ac:spMk id="5" creationId="{74C7A82C-88D3-4D3A-827B-58D226539431}"/>
          </ac:spMkLst>
        </pc:spChg>
        <pc:spChg chg="add mod">
          <ac:chgData name="Marzieh Ayati" userId="719e7aeb-c3b5-48e5-801b-084d43cd09ac" providerId="ADAL" clId="{6BD075F5-8908-4642-9295-A8A4304BE1E3}" dt="2020-09-03T05:19:37.487" v="1627" actId="20577"/>
          <ac:spMkLst>
            <pc:docMk/>
            <pc:sldMk cId="3230253809" sldId="1015"/>
            <ac:spMk id="6" creationId="{F8B920B6-6BF6-4CFE-9ECA-68994E700649}"/>
          </ac:spMkLst>
        </pc:spChg>
        <pc:picChg chg="add mod">
          <ac:chgData name="Marzieh Ayati" userId="719e7aeb-c3b5-48e5-801b-084d43cd09ac" providerId="ADAL" clId="{6BD075F5-8908-4642-9295-A8A4304BE1E3}" dt="2020-09-03T05:18:24.542" v="1483" actId="1076"/>
          <ac:picMkLst>
            <pc:docMk/>
            <pc:sldMk cId="3230253809" sldId="1015"/>
            <ac:picMk id="4" creationId="{D9CC7B1D-5EAE-494B-9045-8B5214711023}"/>
          </ac:picMkLst>
        </pc:picChg>
      </pc:sldChg>
      <pc:sldChg chg="addSp modSp new mod modAnim">
        <pc:chgData name="Marzieh Ayati" userId="719e7aeb-c3b5-48e5-801b-084d43cd09ac" providerId="ADAL" clId="{6BD075F5-8908-4642-9295-A8A4304BE1E3}" dt="2020-09-03T05:24:25.685" v="1918" actId="1076"/>
        <pc:sldMkLst>
          <pc:docMk/>
          <pc:sldMk cId="1204337365" sldId="1016"/>
        </pc:sldMkLst>
        <pc:spChg chg="mod">
          <ac:chgData name="Marzieh Ayati" userId="719e7aeb-c3b5-48e5-801b-084d43cd09ac" providerId="ADAL" clId="{6BD075F5-8908-4642-9295-A8A4304BE1E3}" dt="2020-09-03T05:21:59.806" v="1754" actId="1076"/>
          <ac:spMkLst>
            <pc:docMk/>
            <pc:sldMk cId="1204337365" sldId="1016"/>
            <ac:spMk id="2" creationId="{2B9C11E9-95CA-4A5B-B545-B6D839313A95}"/>
          </ac:spMkLst>
        </pc:spChg>
        <pc:spChg chg="mod">
          <ac:chgData name="Marzieh Ayati" userId="719e7aeb-c3b5-48e5-801b-084d43cd09ac" providerId="ADAL" clId="{6BD075F5-8908-4642-9295-A8A4304BE1E3}" dt="2020-09-03T05:23:56.587" v="1909" actId="20577"/>
          <ac:spMkLst>
            <pc:docMk/>
            <pc:sldMk cId="1204337365" sldId="1016"/>
            <ac:spMk id="3" creationId="{643CD68E-55FC-4D29-8C10-9BA525BCBC54}"/>
          </ac:spMkLst>
        </pc:spChg>
        <pc:spChg chg="add mod">
          <ac:chgData name="Marzieh Ayati" userId="719e7aeb-c3b5-48e5-801b-084d43cd09ac" providerId="ADAL" clId="{6BD075F5-8908-4642-9295-A8A4304BE1E3}" dt="2020-09-03T05:24:21.941" v="1917" actId="1076"/>
          <ac:spMkLst>
            <pc:docMk/>
            <pc:sldMk cId="1204337365" sldId="1016"/>
            <ac:spMk id="5" creationId="{4B7723FC-AB4D-49DF-9A33-EC25B8EFF1C3}"/>
          </ac:spMkLst>
        </pc:spChg>
        <pc:spChg chg="add mod">
          <ac:chgData name="Marzieh Ayati" userId="719e7aeb-c3b5-48e5-801b-084d43cd09ac" providerId="ADAL" clId="{6BD075F5-8908-4642-9295-A8A4304BE1E3}" dt="2020-09-03T05:24:25.685" v="1918" actId="1076"/>
          <ac:spMkLst>
            <pc:docMk/>
            <pc:sldMk cId="1204337365" sldId="1016"/>
            <ac:spMk id="6" creationId="{42C0A916-69D1-4BDD-89DF-CF15C247B643}"/>
          </ac:spMkLst>
        </pc:spChg>
        <pc:picChg chg="add mod">
          <ac:chgData name="Marzieh Ayati" userId="719e7aeb-c3b5-48e5-801b-084d43cd09ac" providerId="ADAL" clId="{6BD075F5-8908-4642-9295-A8A4304BE1E3}" dt="2020-09-03T05:24:17.118" v="1916" actId="1076"/>
          <ac:picMkLst>
            <pc:docMk/>
            <pc:sldMk cId="1204337365" sldId="1016"/>
            <ac:picMk id="4" creationId="{957152F4-9FBB-479C-8DB9-BC1ACC35A2A2}"/>
          </ac:picMkLst>
        </pc:picChg>
      </pc:sldChg>
      <pc:sldChg chg="addSp delSp modSp new mod">
        <pc:chgData name="Marzieh Ayati" userId="719e7aeb-c3b5-48e5-801b-084d43cd09ac" providerId="ADAL" clId="{6BD075F5-8908-4642-9295-A8A4304BE1E3}" dt="2020-09-03T05:30:02.357" v="1988" actId="1076"/>
        <pc:sldMkLst>
          <pc:docMk/>
          <pc:sldMk cId="655211533" sldId="1017"/>
        </pc:sldMkLst>
        <pc:spChg chg="del">
          <ac:chgData name="Marzieh Ayati" userId="719e7aeb-c3b5-48e5-801b-084d43cd09ac" providerId="ADAL" clId="{6BD075F5-8908-4642-9295-A8A4304BE1E3}" dt="2020-09-03T05:26:35.133" v="1979" actId="478"/>
          <ac:spMkLst>
            <pc:docMk/>
            <pc:sldMk cId="655211533" sldId="1017"/>
            <ac:spMk id="2" creationId="{60749EDC-F744-40F1-8F71-1CD5B5534257}"/>
          </ac:spMkLst>
        </pc:spChg>
        <pc:spChg chg="del">
          <ac:chgData name="Marzieh Ayati" userId="719e7aeb-c3b5-48e5-801b-084d43cd09ac" providerId="ADAL" clId="{6BD075F5-8908-4642-9295-A8A4304BE1E3}" dt="2020-09-03T05:26:13.199" v="1923" actId="478"/>
          <ac:spMkLst>
            <pc:docMk/>
            <pc:sldMk cId="655211533" sldId="1017"/>
            <ac:spMk id="3" creationId="{056BAAAB-2970-41AB-AA2E-5BD9A23A122E}"/>
          </ac:spMkLst>
        </pc:spChg>
        <pc:spChg chg="add mod">
          <ac:chgData name="Marzieh Ayati" userId="719e7aeb-c3b5-48e5-801b-084d43cd09ac" providerId="ADAL" clId="{6BD075F5-8908-4642-9295-A8A4304BE1E3}" dt="2020-09-03T05:26:38.181" v="1980" actId="1076"/>
          <ac:spMkLst>
            <pc:docMk/>
            <pc:sldMk cId="655211533" sldId="1017"/>
            <ac:spMk id="5" creationId="{1B92FBA8-7467-4BD3-9B69-9BA59E1B9032}"/>
          </ac:spMkLst>
        </pc:spChg>
        <pc:picChg chg="add mod">
          <ac:chgData name="Marzieh Ayati" userId="719e7aeb-c3b5-48e5-801b-084d43cd09ac" providerId="ADAL" clId="{6BD075F5-8908-4642-9295-A8A4304BE1E3}" dt="2020-09-03T05:29:54.325" v="1985" actId="1076"/>
          <ac:picMkLst>
            <pc:docMk/>
            <pc:sldMk cId="655211533" sldId="1017"/>
            <ac:picMk id="4" creationId="{FCB58A7A-11BD-4F48-8DD3-963B6A141CF7}"/>
          </ac:picMkLst>
        </pc:picChg>
        <pc:picChg chg="add mod">
          <ac:chgData name="Marzieh Ayati" userId="719e7aeb-c3b5-48e5-801b-084d43cd09ac" providerId="ADAL" clId="{6BD075F5-8908-4642-9295-A8A4304BE1E3}" dt="2020-09-03T05:30:02.357" v="1988" actId="1076"/>
          <ac:picMkLst>
            <pc:docMk/>
            <pc:sldMk cId="655211533" sldId="1017"/>
            <ac:picMk id="6" creationId="{10EE4D7C-AF77-4E95-A59A-C380ADAD8B35}"/>
          </ac:picMkLst>
        </pc:picChg>
      </pc:sldChg>
      <pc:sldChg chg="addSp modSp new mod">
        <pc:chgData name="Marzieh Ayati" userId="719e7aeb-c3b5-48e5-801b-084d43cd09ac" providerId="ADAL" clId="{6BD075F5-8908-4642-9295-A8A4304BE1E3}" dt="2020-09-03T05:30:40.238" v="2031" actId="20577"/>
        <pc:sldMkLst>
          <pc:docMk/>
          <pc:sldMk cId="3651610873" sldId="1018"/>
        </pc:sldMkLst>
        <pc:spChg chg="mod">
          <ac:chgData name="Marzieh Ayati" userId="719e7aeb-c3b5-48e5-801b-084d43cd09ac" providerId="ADAL" clId="{6BD075F5-8908-4642-9295-A8A4304BE1E3}" dt="2020-09-03T05:30:40.238" v="2031" actId="20577"/>
          <ac:spMkLst>
            <pc:docMk/>
            <pc:sldMk cId="3651610873" sldId="1018"/>
            <ac:spMk id="2" creationId="{F3612E4E-CAD1-4927-A7AE-07EA7540CCB7}"/>
          </ac:spMkLst>
        </pc:spChg>
        <pc:picChg chg="add mod">
          <ac:chgData name="Marzieh Ayati" userId="719e7aeb-c3b5-48e5-801b-084d43cd09ac" providerId="ADAL" clId="{6BD075F5-8908-4642-9295-A8A4304BE1E3}" dt="2020-09-03T05:30:32.797" v="1991" actId="1076"/>
          <ac:picMkLst>
            <pc:docMk/>
            <pc:sldMk cId="3651610873" sldId="1018"/>
            <ac:picMk id="4" creationId="{FDB38963-2EBB-45D6-9216-B6117B170069}"/>
          </ac:picMkLst>
        </pc:picChg>
      </pc:sldChg>
      <pc:sldChg chg="addSp delSp modSp new mod">
        <pc:chgData name="Marzieh Ayati" userId="719e7aeb-c3b5-48e5-801b-084d43cd09ac" providerId="ADAL" clId="{6BD075F5-8908-4642-9295-A8A4304BE1E3}" dt="2020-09-03T05:32:07.438" v="2064" actId="478"/>
        <pc:sldMkLst>
          <pc:docMk/>
          <pc:sldMk cId="2692359937" sldId="1019"/>
        </pc:sldMkLst>
        <pc:spChg chg="mod">
          <ac:chgData name="Marzieh Ayati" userId="719e7aeb-c3b5-48e5-801b-084d43cd09ac" providerId="ADAL" clId="{6BD075F5-8908-4642-9295-A8A4304BE1E3}" dt="2020-09-03T05:31:45.757" v="2063" actId="20577"/>
          <ac:spMkLst>
            <pc:docMk/>
            <pc:sldMk cId="2692359937" sldId="1019"/>
            <ac:spMk id="2" creationId="{FE5C4613-3B23-420D-AD2A-6C3B1D5B892D}"/>
          </ac:spMkLst>
        </pc:spChg>
        <pc:spChg chg="del">
          <ac:chgData name="Marzieh Ayati" userId="719e7aeb-c3b5-48e5-801b-084d43cd09ac" providerId="ADAL" clId="{6BD075F5-8908-4642-9295-A8A4304BE1E3}" dt="2020-09-03T05:32:07.438" v="2064" actId="478"/>
          <ac:spMkLst>
            <pc:docMk/>
            <pc:sldMk cId="2692359937" sldId="1019"/>
            <ac:spMk id="3" creationId="{FD0637E9-F6CB-4678-B4E2-8A08C6D6D4EE}"/>
          </ac:spMkLst>
        </pc:spChg>
        <pc:picChg chg="add mod">
          <ac:chgData name="Marzieh Ayati" userId="719e7aeb-c3b5-48e5-801b-084d43cd09ac" providerId="ADAL" clId="{6BD075F5-8908-4642-9295-A8A4304BE1E3}" dt="2020-09-03T05:31:35.645" v="2035" actId="1076"/>
          <ac:picMkLst>
            <pc:docMk/>
            <pc:sldMk cId="2692359937" sldId="1019"/>
            <ac:picMk id="4" creationId="{9468FF47-65E0-4F0C-A99D-593ADB3FFA83}"/>
          </ac:picMkLst>
        </pc:picChg>
      </pc:sldChg>
      <pc:sldChg chg="addSp delSp modSp new mod">
        <pc:chgData name="Marzieh Ayati" userId="719e7aeb-c3b5-48e5-801b-084d43cd09ac" providerId="ADAL" clId="{6BD075F5-8908-4642-9295-A8A4304BE1E3}" dt="2020-09-03T05:52:21.324" v="2406" actId="14100"/>
        <pc:sldMkLst>
          <pc:docMk/>
          <pc:sldMk cId="1770944534" sldId="1020"/>
        </pc:sldMkLst>
        <pc:spChg chg="mod">
          <ac:chgData name="Marzieh Ayati" userId="719e7aeb-c3b5-48e5-801b-084d43cd09ac" providerId="ADAL" clId="{6BD075F5-8908-4642-9295-A8A4304BE1E3}" dt="2020-09-03T05:48:03.451" v="2127" actId="14100"/>
          <ac:spMkLst>
            <pc:docMk/>
            <pc:sldMk cId="1770944534" sldId="1020"/>
            <ac:spMk id="2" creationId="{A74A05C0-D43C-4429-9F2F-34E10ADA465A}"/>
          </ac:spMkLst>
        </pc:spChg>
        <pc:spChg chg="mod">
          <ac:chgData name="Marzieh Ayati" userId="719e7aeb-c3b5-48e5-801b-084d43cd09ac" providerId="ADAL" clId="{6BD075F5-8908-4642-9295-A8A4304BE1E3}" dt="2020-09-03T05:51:52.620" v="2401" actId="20577"/>
          <ac:spMkLst>
            <pc:docMk/>
            <pc:sldMk cId="1770944534" sldId="1020"/>
            <ac:spMk id="3" creationId="{A45A988D-453C-42D5-9D5E-E1E43055C3E4}"/>
          </ac:spMkLst>
        </pc:spChg>
        <pc:picChg chg="add del mod">
          <ac:chgData name="Marzieh Ayati" userId="719e7aeb-c3b5-48e5-801b-084d43cd09ac" providerId="ADAL" clId="{6BD075F5-8908-4642-9295-A8A4304BE1E3}" dt="2020-09-03T05:49:07.357" v="2190" actId="478"/>
          <ac:picMkLst>
            <pc:docMk/>
            <pc:sldMk cId="1770944534" sldId="1020"/>
            <ac:picMk id="4" creationId="{4F2E8C95-FEF6-476D-8D9E-FB2633805734}"/>
          </ac:picMkLst>
        </pc:picChg>
        <pc:picChg chg="add mod">
          <ac:chgData name="Marzieh Ayati" userId="719e7aeb-c3b5-48e5-801b-084d43cd09ac" providerId="ADAL" clId="{6BD075F5-8908-4642-9295-A8A4304BE1E3}" dt="2020-09-03T05:50:04.356" v="2300" actId="1076"/>
          <ac:picMkLst>
            <pc:docMk/>
            <pc:sldMk cId="1770944534" sldId="1020"/>
            <ac:picMk id="5" creationId="{51A6F7DC-09F5-46A6-B56D-1E8F26983B44}"/>
          </ac:picMkLst>
        </pc:picChg>
        <pc:picChg chg="add mod">
          <ac:chgData name="Marzieh Ayati" userId="719e7aeb-c3b5-48e5-801b-084d43cd09ac" providerId="ADAL" clId="{6BD075F5-8908-4642-9295-A8A4304BE1E3}" dt="2020-09-03T05:51:12.092" v="2360" actId="1076"/>
          <ac:picMkLst>
            <pc:docMk/>
            <pc:sldMk cId="1770944534" sldId="1020"/>
            <ac:picMk id="6" creationId="{78F85613-55D1-4E44-A44C-A467DF0EDC9C}"/>
          </ac:picMkLst>
        </pc:picChg>
        <pc:picChg chg="add mod">
          <ac:chgData name="Marzieh Ayati" userId="719e7aeb-c3b5-48e5-801b-084d43cd09ac" providerId="ADAL" clId="{6BD075F5-8908-4642-9295-A8A4304BE1E3}" dt="2020-09-03T05:52:21.324" v="2406" actId="14100"/>
          <ac:picMkLst>
            <pc:docMk/>
            <pc:sldMk cId="1770944534" sldId="1020"/>
            <ac:picMk id="7" creationId="{47D6E184-B24F-408F-9126-4D2A7BCDB160}"/>
          </ac:picMkLst>
        </pc:picChg>
      </pc:sldChg>
      <pc:sldChg chg="addSp delSp modSp new mod modAnim">
        <pc:chgData name="Marzieh Ayati" userId="719e7aeb-c3b5-48e5-801b-084d43cd09ac" providerId="ADAL" clId="{6BD075F5-8908-4642-9295-A8A4304BE1E3}" dt="2020-09-03T15:05:24.827" v="3006" actId="1038"/>
        <pc:sldMkLst>
          <pc:docMk/>
          <pc:sldMk cId="2065504107" sldId="1021"/>
        </pc:sldMkLst>
        <pc:spChg chg="mod">
          <ac:chgData name="Marzieh Ayati" userId="719e7aeb-c3b5-48e5-801b-084d43cd09ac" providerId="ADAL" clId="{6BD075F5-8908-4642-9295-A8A4304BE1E3}" dt="2020-09-03T05:53:10.291" v="2411" actId="1076"/>
          <ac:spMkLst>
            <pc:docMk/>
            <pc:sldMk cId="2065504107" sldId="1021"/>
            <ac:spMk id="2" creationId="{7195DAA3-1841-4E72-BE37-AB783E289075}"/>
          </ac:spMkLst>
        </pc:spChg>
        <pc:spChg chg="mod">
          <ac:chgData name="Marzieh Ayati" userId="719e7aeb-c3b5-48e5-801b-084d43cd09ac" providerId="ADAL" clId="{6BD075F5-8908-4642-9295-A8A4304BE1E3}" dt="2020-09-03T15:04:40.877" v="2982" actId="20577"/>
          <ac:spMkLst>
            <pc:docMk/>
            <pc:sldMk cId="2065504107" sldId="1021"/>
            <ac:spMk id="3" creationId="{4A28B792-71E0-4778-9309-A6D3306C1C66}"/>
          </ac:spMkLst>
        </pc:spChg>
        <pc:spChg chg="add mod">
          <ac:chgData name="Marzieh Ayati" userId="719e7aeb-c3b5-48e5-801b-084d43cd09ac" providerId="ADAL" clId="{6BD075F5-8908-4642-9295-A8A4304BE1E3}" dt="2020-09-03T15:04:10.611" v="2899" actId="1076"/>
          <ac:spMkLst>
            <pc:docMk/>
            <pc:sldMk cId="2065504107" sldId="1021"/>
            <ac:spMk id="7" creationId="{B6F14EF2-B9BC-48D3-843A-703D01A37AFB}"/>
          </ac:spMkLst>
        </pc:spChg>
        <pc:spChg chg="add mod">
          <ac:chgData name="Marzieh Ayati" userId="719e7aeb-c3b5-48e5-801b-084d43cd09ac" providerId="ADAL" clId="{6BD075F5-8908-4642-9295-A8A4304BE1E3}" dt="2020-09-03T15:05:24.827" v="3006" actId="1038"/>
          <ac:spMkLst>
            <pc:docMk/>
            <pc:sldMk cId="2065504107" sldId="1021"/>
            <ac:spMk id="8" creationId="{42A188BC-9DD4-4614-AB83-8BB317A6AA9F}"/>
          </ac:spMkLst>
        </pc:spChg>
        <pc:picChg chg="add mod">
          <ac:chgData name="Marzieh Ayati" userId="719e7aeb-c3b5-48e5-801b-084d43cd09ac" providerId="ADAL" clId="{6BD075F5-8908-4642-9295-A8A4304BE1E3}" dt="2020-09-03T15:04:07.299" v="2898" actId="1076"/>
          <ac:picMkLst>
            <pc:docMk/>
            <pc:sldMk cId="2065504107" sldId="1021"/>
            <ac:picMk id="4" creationId="{5A5B1EF6-EFBE-497F-AE76-CE1147C73601}"/>
          </ac:picMkLst>
        </pc:picChg>
        <pc:cxnChg chg="add del">
          <ac:chgData name="Marzieh Ayati" userId="719e7aeb-c3b5-48e5-801b-084d43cd09ac" providerId="ADAL" clId="{6BD075F5-8908-4642-9295-A8A4304BE1E3}" dt="2020-09-03T05:54:46.219" v="2468" actId="478"/>
          <ac:cxnSpMkLst>
            <pc:docMk/>
            <pc:sldMk cId="2065504107" sldId="1021"/>
            <ac:cxnSpMk id="6" creationId="{3391A8AE-3975-45D7-A4C1-2B410AC726FC}"/>
          </ac:cxnSpMkLst>
        </pc:cxnChg>
      </pc:sldChg>
      <pc:sldChg chg="addSp delSp modSp new mod">
        <pc:chgData name="Marzieh Ayati" userId="719e7aeb-c3b5-48e5-801b-084d43cd09ac" providerId="ADAL" clId="{6BD075F5-8908-4642-9295-A8A4304BE1E3}" dt="2020-09-03T05:58:48.700" v="2773" actId="20577"/>
        <pc:sldMkLst>
          <pc:docMk/>
          <pc:sldMk cId="3902106134" sldId="1022"/>
        </pc:sldMkLst>
        <pc:spChg chg="mod">
          <ac:chgData name="Marzieh Ayati" userId="719e7aeb-c3b5-48e5-801b-084d43cd09ac" providerId="ADAL" clId="{6BD075F5-8908-4642-9295-A8A4304BE1E3}" dt="2020-09-03T05:58:00.876" v="2674" actId="6549"/>
          <ac:spMkLst>
            <pc:docMk/>
            <pc:sldMk cId="3902106134" sldId="1022"/>
            <ac:spMk id="2" creationId="{4AA9FBC4-CE6C-430D-9E9A-20FC2D7813A7}"/>
          </ac:spMkLst>
        </pc:spChg>
        <pc:spChg chg="del">
          <ac:chgData name="Marzieh Ayati" userId="719e7aeb-c3b5-48e5-801b-084d43cd09ac" providerId="ADAL" clId="{6BD075F5-8908-4642-9295-A8A4304BE1E3}" dt="2020-09-03T05:57:53.788" v="2670" actId="478"/>
          <ac:spMkLst>
            <pc:docMk/>
            <pc:sldMk cId="3902106134" sldId="1022"/>
            <ac:spMk id="3" creationId="{F9BF6E54-DF75-4961-9677-3634671371D3}"/>
          </ac:spMkLst>
        </pc:spChg>
        <pc:spChg chg="add mod">
          <ac:chgData name="Marzieh Ayati" userId="719e7aeb-c3b5-48e5-801b-084d43cd09ac" providerId="ADAL" clId="{6BD075F5-8908-4642-9295-A8A4304BE1E3}" dt="2020-09-03T05:58:48.700" v="2773" actId="20577"/>
          <ac:spMkLst>
            <pc:docMk/>
            <pc:sldMk cId="3902106134" sldId="1022"/>
            <ac:spMk id="5" creationId="{5A4EE176-E188-4A2B-91F1-5E44EC997308}"/>
          </ac:spMkLst>
        </pc:spChg>
        <pc:picChg chg="add mod">
          <ac:chgData name="Marzieh Ayati" userId="719e7aeb-c3b5-48e5-801b-084d43cd09ac" providerId="ADAL" clId="{6BD075F5-8908-4642-9295-A8A4304BE1E3}" dt="2020-09-03T05:58:31.787" v="2750" actId="1076"/>
          <ac:picMkLst>
            <pc:docMk/>
            <pc:sldMk cId="3902106134" sldId="1022"/>
            <ac:picMk id="4" creationId="{8B37A1B5-62DE-4997-A57F-AF79AA9E956C}"/>
          </ac:picMkLst>
        </pc:picChg>
      </pc:sldChg>
      <pc:sldChg chg="modSp new mod">
        <pc:chgData name="Marzieh Ayati" userId="719e7aeb-c3b5-48e5-801b-084d43cd09ac" providerId="ADAL" clId="{6BD075F5-8908-4642-9295-A8A4304BE1E3}" dt="2020-09-03T15:16:51.947" v="3019" actId="20577"/>
        <pc:sldMkLst>
          <pc:docMk/>
          <pc:sldMk cId="2359899370" sldId="1023"/>
        </pc:sldMkLst>
        <pc:spChg chg="mod">
          <ac:chgData name="Marzieh Ayati" userId="719e7aeb-c3b5-48e5-801b-084d43cd09ac" providerId="ADAL" clId="{6BD075F5-8908-4642-9295-A8A4304BE1E3}" dt="2020-09-03T15:16:51.947" v="3019" actId="20577"/>
          <ac:spMkLst>
            <pc:docMk/>
            <pc:sldMk cId="2359899370" sldId="1023"/>
            <ac:spMk id="3" creationId="{DEBE64CB-5E76-4AFC-9339-62DB9EA3799C}"/>
          </ac:spMkLst>
        </pc:spChg>
      </pc:sldChg>
    </pc:docChg>
  </pc:docChgLst>
  <pc:docChgLst>
    <pc:chgData name="Marzieh Ayati" userId="719e7aeb-c3b5-48e5-801b-084d43cd09ac" providerId="ADAL" clId="{B101B88F-CB64-443E-B9B7-3137C11B5188}"/>
    <pc:docChg chg="custSel addSld modSld">
      <pc:chgData name="Marzieh Ayati" userId="719e7aeb-c3b5-48e5-801b-084d43cd09ac" providerId="ADAL" clId="{B101B88F-CB64-443E-B9B7-3137C11B5188}" dt="2024-01-29T17:30:17.081" v="52"/>
      <pc:docMkLst>
        <pc:docMk/>
      </pc:docMkLst>
      <pc:sldChg chg="addSp delSp modSp new mod modAnim">
        <pc:chgData name="Marzieh Ayati" userId="719e7aeb-c3b5-48e5-801b-084d43cd09ac" providerId="ADAL" clId="{B101B88F-CB64-443E-B9B7-3137C11B5188}" dt="2024-01-29T17:30:17.081" v="52"/>
        <pc:sldMkLst>
          <pc:docMk/>
          <pc:sldMk cId="3018469797" sldId="1025"/>
        </pc:sldMkLst>
        <pc:spChg chg="mod">
          <ac:chgData name="Marzieh Ayati" userId="719e7aeb-c3b5-48e5-801b-084d43cd09ac" providerId="ADAL" clId="{B101B88F-CB64-443E-B9B7-3137C11B5188}" dt="2024-01-29T17:29:09.871" v="8" actId="20577"/>
          <ac:spMkLst>
            <pc:docMk/>
            <pc:sldMk cId="3018469797" sldId="1025"/>
            <ac:spMk id="2" creationId="{AB338F70-44AE-434A-9E42-86459475E5AA}"/>
          </ac:spMkLst>
        </pc:spChg>
        <pc:spChg chg="del">
          <ac:chgData name="Marzieh Ayati" userId="719e7aeb-c3b5-48e5-801b-084d43cd09ac" providerId="ADAL" clId="{B101B88F-CB64-443E-B9B7-3137C11B5188}" dt="2024-01-29T17:29:07.199" v="1" actId="478"/>
          <ac:spMkLst>
            <pc:docMk/>
            <pc:sldMk cId="3018469797" sldId="1025"/>
            <ac:spMk id="3" creationId="{1DBC0070-0591-4F3D-9CD2-B0CB92B0E32A}"/>
          </ac:spMkLst>
        </pc:spChg>
        <pc:spChg chg="add mod">
          <ac:chgData name="Marzieh Ayati" userId="719e7aeb-c3b5-48e5-801b-084d43cd09ac" providerId="ADAL" clId="{B101B88F-CB64-443E-B9B7-3137C11B5188}" dt="2024-01-29T17:30:04.959" v="50" actId="1076"/>
          <ac:spMkLst>
            <pc:docMk/>
            <pc:sldMk cId="3018469797" sldId="1025"/>
            <ac:spMk id="6" creationId="{5B09466D-D6B5-4118-A57A-0DB23D98AD9D}"/>
          </ac:spMkLst>
        </pc:spChg>
        <pc:picChg chg="add mod">
          <ac:chgData name="Marzieh Ayati" userId="719e7aeb-c3b5-48e5-801b-084d43cd09ac" providerId="ADAL" clId="{B101B88F-CB64-443E-B9B7-3137C11B5188}" dt="2024-01-29T17:29:14.639" v="10" actId="1076"/>
          <ac:picMkLst>
            <pc:docMk/>
            <pc:sldMk cId="3018469797" sldId="1025"/>
            <ac:picMk id="4" creationId="{04C7C5DE-8F3E-40AF-B4AF-7A93640FDEC3}"/>
          </ac:picMkLst>
        </pc:picChg>
        <pc:picChg chg="add mod">
          <ac:chgData name="Marzieh Ayati" userId="719e7aeb-c3b5-48e5-801b-084d43cd09ac" providerId="ADAL" clId="{B101B88F-CB64-443E-B9B7-3137C11B5188}" dt="2024-01-29T17:29:21.304" v="12" actId="1076"/>
          <ac:picMkLst>
            <pc:docMk/>
            <pc:sldMk cId="3018469797" sldId="1025"/>
            <ac:picMk id="5" creationId="{F0A209E4-E45C-4602-8E26-53B95662D8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7CADC-9FC4-445E-8E76-B5E6039639BF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612906-1AC0-49B1-93FF-4987F8C5D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35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60e13202fe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60e13202fe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0e13202fe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0e13202fe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60e13202fe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60e13202fe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60e13202fe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60e13202fe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60e13202fe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60e13202fe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60e13202fe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60e13202fe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6CE5-B839-4FA0-AB34-96838183C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66C41B-5604-4736-A5B3-894CDAC74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E1535-93BC-4018-9E9F-0F419207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A62BB-7733-492C-A8FE-37E9B5C8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17A6B-DA65-419D-AD05-95207CB5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4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8A1CE-C29A-4808-98C6-89A2BFAAA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C305A-24A8-4A3B-BC8D-DBEAB2DB0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4FB5D-F338-4558-B509-72BB086DD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E89E0-424F-4DD6-B91D-E939EBDF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102D7-5DC7-4312-B70A-DE394F9E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6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11EAF-D11B-4583-B83E-E663BA4F3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E46B0-2EA7-4829-BF3B-3A4223B18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88E4-DA77-4174-9AB6-8E4975CDE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80D3-8138-4DA3-81AA-4D2D6F9F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A82CB-E940-4F25-A196-E21053A8D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6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E839-9110-47CB-B3E0-A2C2DDD79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601B-151B-48A3-B5EA-E80C275AA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9D9AB-2F43-4C69-B890-ED676AB3B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AF032-5240-4527-A5D1-CE758D62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D426F-BE79-4936-B6DE-71B1AC34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2A923-D980-4635-8F64-8681BC18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1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F55B-EAD2-419E-9D4E-800347DA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1CDAF-50FA-4D72-A281-03CB49EE0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5B68B-8C36-4DE7-ADB5-EA2A699CD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14C61-ECD3-48EA-9F6F-D39063780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DCF32-29A3-4E70-93B2-EFC2D8237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E8281-1F40-4AFA-84EA-F5DAD4E11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CD651-E655-46FD-93BB-65A1115B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3D4BE0-0A2F-489B-8898-81BF64E10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FE84-876E-4F41-AA3B-C87A5E323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E01E5F-AD60-4416-8E95-CEE33BA5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E8685-E829-4C49-8510-8364E91E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7988A-4FB5-4525-8037-7E695895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2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59FB40-F867-4770-A046-F83EA5755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25943A-9C9D-4414-8C35-59E1C4C8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FAC6E-BB50-47B5-B480-2FB032A1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5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DEEE-A055-4D21-ADC7-FA670316A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E319-E931-450E-8F6F-9BCD3C723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B313A-CC80-43F0-B013-DB6B823B4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51620-C1AF-418D-ABA0-0BA7D766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EFE2C-359F-492E-9662-F92123E5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D57A3-3EB0-4B31-8127-3F8D8124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5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D641-6CC5-443F-B6F7-2080A2419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94106E-FAC0-4542-8E99-E6E9D3CAE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3402B-0B79-4C9A-9880-F2D07D87C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BE518-E173-4B9E-92A3-CF667742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8C973-8BE7-4217-91AC-F06410F95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EF1FD-E59B-49A8-A300-A64FF9E4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47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CA52-A7FA-4C23-AA9B-4E621C57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5C108-1F77-4372-85A2-55C04905D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DE205-6A6A-45C3-B757-0B7464C2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FCF13-BC3E-44F2-B14E-634A8FC9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FF76B-A760-4B02-BE5E-D0A39932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8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C3A44-C77B-4D00-A6F1-A4CE852F8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8C029-9829-48DC-AB11-67A35CEE6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5B22-5F70-411D-B4B6-F94131B4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C2D6A-BB48-4881-AC89-235516CD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7D9A1-E3D9-4E8A-8DBC-9F20BE38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0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995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68C3-184F-4E88-BC46-A001ECF9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B6EFA-2CB9-48BC-A015-5B20F57CE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E2F46-A66E-4A0F-9DF0-1C87C39F2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E251C-9B52-4A6E-BC97-8E70ABBFA3A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2AFF7-E74E-4D89-BEFB-A8B5D1163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318F5-DD47-497E-8364-3EF1A7C64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563B7-E193-46BE-8E5F-D113C3EA8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1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eaborn.pydata.org/generated/seaborn.violinplot.html" TargetMode="Externa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D5D24-596F-4C2C-9D2B-1F16EF92DC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Basic Statistics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071020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2B93E-2347-4B1F-977F-849284FB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92" y="261815"/>
            <a:ext cx="10515600" cy="1325563"/>
          </a:xfrm>
        </p:spPr>
        <p:txBody>
          <a:bodyPr/>
          <a:lstStyle/>
          <a:p>
            <a:r>
              <a:rPr lang="en"/>
              <a:t>Basic stats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FF128-ECB4-40D2-8A11-477BDE112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227" y="1827579"/>
            <a:ext cx="10653346" cy="4768606"/>
          </a:xfrm>
        </p:spPr>
        <p:txBody>
          <a:bodyPr>
            <a:normAutofit/>
          </a:bodyPr>
          <a:lstStyle/>
          <a:p>
            <a:r>
              <a:rPr lang="en-US"/>
              <a:t>Mean : Where is the random variable concentrated?</a:t>
            </a:r>
          </a:p>
          <a:p>
            <a:r>
              <a:rPr lang="en-US"/>
              <a:t>standard deviation : How the values spread out?</a:t>
            </a:r>
          </a:p>
          <a:p>
            <a:r>
              <a:rPr lang="en-US"/>
              <a:t>Mode: Most frequent value</a:t>
            </a:r>
          </a:p>
          <a:p>
            <a:r>
              <a:rPr lang="en-US"/>
              <a:t>Median: What is the value that 50% of the mass on left and 50% on the right</a:t>
            </a:r>
          </a:p>
          <a:p>
            <a:r>
              <a:rPr lang="en-US"/>
              <a:t>min</a:t>
            </a:r>
          </a:p>
          <a:p>
            <a:r>
              <a:rPr lang="en-US"/>
              <a:t>max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5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7FBF-7ABF-4FAE-A647-3F0F1A35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Percentile and Quantile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196D-C4D5-41DD-87BC-6FA6D6D08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7638" cy="4351338"/>
          </a:xfrm>
        </p:spPr>
        <p:txBody>
          <a:bodyPr>
            <a:normAutofit lnSpcReduction="10000"/>
          </a:bodyPr>
          <a:lstStyle/>
          <a:p>
            <a:r>
              <a:rPr lang="en-US"/>
              <a:t>Quantiles are the lines that divide the data in equally size groups</a:t>
            </a:r>
          </a:p>
          <a:p>
            <a:r>
              <a:rPr lang="en-US"/>
              <a:t>Percentile are quantiles that divide the data into 100 equally sized group</a:t>
            </a:r>
          </a:p>
          <a:p>
            <a:endParaRPr lang="en-US"/>
          </a:p>
          <a:p>
            <a:r>
              <a:rPr lang="en-US"/>
              <a:t>The k-</a:t>
            </a:r>
            <a:r>
              <a:rPr lang="en-US" err="1"/>
              <a:t>th</a:t>
            </a:r>
            <a:r>
              <a:rPr lang="en-US"/>
              <a:t> percentile of a set of values divides them so that k % of the values lie below and (100 − k)% of the values lie above. </a:t>
            </a:r>
          </a:p>
          <a:p>
            <a:endParaRPr lang="en-US"/>
          </a:p>
          <a:p>
            <a:r>
              <a:rPr lang="en-US"/>
              <a:t>The 25th percentile is known as the lower quartile. </a:t>
            </a:r>
          </a:p>
          <a:p>
            <a:r>
              <a:rPr lang="en-US"/>
              <a:t>The 50th percentile is known as the median. (0.5 quantile; 50% quantile) </a:t>
            </a:r>
          </a:p>
          <a:p>
            <a:r>
              <a:rPr lang="en-US"/>
              <a:t>The 75th percentile is known as the upper quartile.</a:t>
            </a:r>
          </a:p>
        </p:txBody>
      </p:sp>
    </p:spTree>
    <p:extLst>
      <p:ext uri="{BB962C8B-B14F-4D97-AF65-F5344CB8AC3E}">
        <p14:creationId xmlns:p14="http://schemas.microsoft.com/office/powerpoint/2010/main" val="185086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6F7C8-8D92-4414-8777-ED76EE42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BD0EC-3B63-4D8C-BFF8-60B99BEB1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6602C7-360D-42D0-AD1C-43031EC7C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503555"/>
            <a:ext cx="10887075" cy="5810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ECE387-715F-4501-9AED-D7AE4404D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612" y="4471988"/>
            <a:ext cx="4733925" cy="1704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D22BE6-099F-4DA9-9E5E-5E31162E6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756" y="3318670"/>
            <a:ext cx="4057650" cy="723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5A0412-8695-4E6B-BD04-4209656CD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51970">
            <a:off x="6745360" y="3532982"/>
            <a:ext cx="800100" cy="29527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58652-5749-47DE-82D7-30C02C257785}"/>
              </a:ext>
            </a:extLst>
          </p:cNvPr>
          <p:cNvCxnSpPr/>
          <p:nvPr/>
        </p:nvCxnSpPr>
        <p:spPr>
          <a:xfrm>
            <a:off x="3423684" y="6176963"/>
            <a:ext cx="3200400" cy="0"/>
          </a:xfrm>
          <a:prstGeom prst="line">
            <a:avLst/>
          </a:prstGeom>
          <a:ln w="57150"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4106ECF-D611-4744-AA9B-07AEE32CA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375670">
            <a:off x="2247937" y="6052818"/>
            <a:ext cx="800100" cy="295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B6DB5C-8686-4877-BC50-DB95B66F7558}"/>
              </a:ext>
            </a:extLst>
          </p:cNvPr>
          <p:cNvSpPr txBox="1"/>
          <p:nvPr/>
        </p:nvSpPr>
        <p:spPr>
          <a:xfrm>
            <a:off x="2390849" y="5592188"/>
            <a:ext cx="514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2A67A-41E3-464E-B64A-F5388ED380EA}"/>
              </a:ext>
            </a:extLst>
          </p:cNvPr>
          <p:cNvSpPr txBox="1"/>
          <p:nvPr/>
        </p:nvSpPr>
        <p:spPr>
          <a:xfrm>
            <a:off x="175098" y="5671226"/>
            <a:ext cx="33441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0% quantile or</a:t>
            </a:r>
          </a:p>
          <a:p>
            <a:r>
              <a:rPr lang="en-US"/>
              <a:t>0</a:t>
            </a:r>
            <a:r>
              <a:rPr lang="en-US" baseline="30000"/>
              <a:t>th</a:t>
            </a:r>
            <a:r>
              <a:rPr lang="en-US"/>
              <a:t> percentile</a:t>
            </a:r>
          </a:p>
          <a:p>
            <a:r>
              <a:rPr lang="en-US"/>
              <a:t>Since no values are less than that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D83063-1508-CC0A-88F4-F8E3D634CADE}"/>
              </a:ext>
            </a:extLst>
          </p:cNvPr>
          <p:cNvSpPr/>
          <p:nvPr/>
        </p:nvSpPr>
        <p:spPr>
          <a:xfrm>
            <a:off x="4778062" y="4497744"/>
            <a:ext cx="367048" cy="31895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3D3FF1-2605-2DA9-6E55-E8255AF0E5C2}"/>
              </a:ext>
            </a:extLst>
          </p:cNvPr>
          <p:cNvSpPr/>
          <p:nvPr/>
        </p:nvSpPr>
        <p:spPr>
          <a:xfrm>
            <a:off x="4778061" y="3086849"/>
            <a:ext cx="418563" cy="3733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6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8F94-E909-4763-BAF2-20CBC4027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0"/>
            <a:ext cx="10515600" cy="1325563"/>
          </a:xfrm>
        </p:spPr>
        <p:txBody>
          <a:bodyPr/>
          <a:lstStyle/>
          <a:p>
            <a:r>
              <a:rPr lang="en-US"/>
              <a:t>How to compute quantile?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E30A2-11B5-41F6-88D2-70D12220E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840" y="1325563"/>
            <a:ext cx="7995905" cy="523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7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38F70-44AE-434A-9E42-86459475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C7C5DE-8F3E-40AF-B4AF-7A93640FD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37" y="4397076"/>
            <a:ext cx="5800725" cy="1000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A209E4-E45C-4602-8E26-53B95662D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66" y="4436158"/>
            <a:ext cx="1468307" cy="921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09466D-D6B5-4118-A57A-0DB23D98AD9D}"/>
              </a:ext>
            </a:extLst>
          </p:cNvPr>
          <p:cNvSpPr txBox="1"/>
          <p:nvPr/>
        </p:nvSpPr>
        <p:spPr>
          <a:xfrm>
            <a:off x="1302700" y="1814593"/>
            <a:ext cx="4793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3.3, 2.7, 2.2, 1.3, 3.7, 3.1</a:t>
            </a:r>
          </a:p>
        </p:txBody>
      </p:sp>
    </p:spTree>
    <p:extLst>
      <p:ext uri="{BB962C8B-B14F-4D97-AF65-F5344CB8AC3E}">
        <p14:creationId xmlns:p14="http://schemas.microsoft.com/office/powerpoint/2010/main" val="301846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8D63-97FC-4145-AD2A-DC913EA8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04951-70DA-465C-B016-651EA73B5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123" y="1825624"/>
            <a:ext cx="10808677" cy="4847737"/>
          </a:xfrm>
        </p:spPr>
        <p:txBody>
          <a:bodyPr>
            <a:normAutofit/>
          </a:bodyPr>
          <a:lstStyle/>
          <a:p>
            <a:r>
              <a:rPr lang="en-US" dirty="0"/>
              <a:t>What is the 25% quantile of these numbers?</a:t>
            </a:r>
          </a:p>
          <a:p>
            <a:pPr marL="0" indent="0">
              <a:buNone/>
            </a:pPr>
            <a:r>
              <a:rPr lang="en-US" dirty="0"/>
              <a:t>    3.7   2.7  3.3  1.3  2.2   3.1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First:  sort them:   1.3    2.2   2.7   3.1   3.3   3.7</a:t>
            </a:r>
          </a:p>
          <a:p>
            <a:pPr marL="514350" indent="-514350">
              <a:buAutoNum type="arabicParenR"/>
            </a:pPr>
            <a:r>
              <a:rPr lang="en-US" dirty="0"/>
              <a:t>Associate the ordered values with sample fractions equally spaced from zero to one. 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Lower quantile:                                             .75 × 2.2 + .25 × 2.7 = 2.325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76A2B-49D7-4291-A530-92AE8EF6E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489439"/>
            <a:ext cx="5800725" cy="1000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B43A4-2AC1-42A9-AD01-7D6B85210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566" y="4567604"/>
            <a:ext cx="1468307" cy="921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C8A1A-165E-48B0-AA04-A98385800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469" y="5808180"/>
            <a:ext cx="3388702" cy="546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F3C5A0-B2A7-F106-577E-39AFFEE6AC99}"/>
              </a:ext>
            </a:extLst>
          </p:cNvPr>
          <p:cNvSpPr txBox="1"/>
          <p:nvPr/>
        </p:nvSpPr>
        <p:spPr>
          <a:xfrm>
            <a:off x="7070501" y="4249492"/>
            <a:ext cx="468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                     1         2         3        4          5        6</a:t>
            </a:r>
          </a:p>
        </p:txBody>
      </p:sp>
    </p:spTree>
    <p:extLst>
      <p:ext uri="{BB962C8B-B14F-4D97-AF65-F5344CB8AC3E}">
        <p14:creationId xmlns:p14="http://schemas.microsoft.com/office/powerpoint/2010/main" val="246472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B872-5149-452A-9EFE-F116A7438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10515600" cy="1325563"/>
          </a:xfrm>
        </p:spPr>
        <p:txBody>
          <a:bodyPr/>
          <a:lstStyle/>
          <a:p>
            <a:r>
              <a:rPr lang="en-US"/>
              <a:t>How to compute quantile?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E790F-9641-4011-86DA-7E6716945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49" y="1506393"/>
            <a:ext cx="71151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84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787AA-E23D-4A27-9438-16EFB86D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Visualizing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FE78-32FF-4235-8AAF-A3E25B170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/>
              <a:t>Statistics are numbers and they are useful, but they do not tell the entire story</a:t>
            </a:r>
          </a:p>
          <a:p>
            <a:pPr>
              <a:spcBef>
                <a:spcPts val="1600"/>
              </a:spcBef>
            </a:pPr>
            <a:endParaRPr lang="en-US"/>
          </a:p>
          <a:p>
            <a:pPr>
              <a:spcBef>
                <a:spcPts val="1600"/>
              </a:spcBef>
            </a:pPr>
            <a:r>
              <a:rPr lang="en-US"/>
              <a:t>Visualization is useful for understanding the distribution of a single variable…</a:t>
            </a:r>
          </a:p>
          <a:p>
            <a:pPr>
              <a:spcBef>
                <a:spcPts val="1600"/>
              </a:spcBef>
            </a:pPr>
            <a:endParaRPr lang="en-US"/>
          </a:p>
          <a:p>
            <a:pPr>
              <a:spcBef>
                <a:spcPts val="1600"/>
              </a:spcBef>
            </a:pPr>
            <a:r>
              <a:rPr lang="en-US"/>
              <a:t>Easier for comparing distributions of multiple variables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6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11AD-A84E-4ABD-A9B3-CA0A25813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visualization?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C9602B-4610-4161-ABE0-455086396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775" y="1924050"/>
            <a:ext cx="4743450" cy="3771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D7DEED-5950-413C-9375-E28A09117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009775"/>
            <a:ext cx="48006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0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0559-205C-4C27-9E41-ACB8A124D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1" y="0"/>
            <a:ext cx="10515600" cy="1325563"/>
          </a:xfrm>
        </p:spPr>
        <p:txBody>
          <a:bodyPr/>
          <a:lstStyle/>
          <a:p>
            <a:r>
              <a:rPr lang="en-US"/>
              <a:t>Sample Mean: Iris sepal length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BAB98-D38B-417D-93A5-204982DDD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03" y="2858040"/>
            <a:ext cx="9023166" cy="3999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17A0A8-9660-4C41-8C5A-6DBEEFA58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896" y="1222363"/>
            <a:ext cx="6739112" cy="178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34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43CE-EFAF-4C96-B319-738122E0C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0" y="36551"/>
            <a:ext cx="10515600" cy="1325563"/>
          </a:xfrm>
        </p:spPr>
        <p:txBody>
          <a:bodyPr/>
          <a:lstStyle/>
          <a:p>
            <a:r>
              <a:rPr lang="en-US"/>
              <a:t>Histogram</a:t>
            </a:r>
          </a:p>
        </p:txBody>
      </p:sp>
      <p:pic>
        <p:nvPicPr>
          <p:cNvPr id="4" name="Google Shape;265;p44">
            <a:extLst>
              <a:ext uri="{FF2B5EF4-FFF2-40B4-BE49-F238E27FC236}">
                <a16:creationId xmlns:a16="http://schemas.microsoft.com/office/drawing/2014/main" id="{6FB1160B-293F-4EB7-96E2-6DAE3BF11A4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93440" y="2111080"/>
            <a:ext cx="5932214" cy="33929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67;p44">
            <a:extLst>
              <a:ext uri="{FF2B5EF4-FFF2-40B4-BE49-F238E27FC236}">
                <a16:creationId xmlns:a16="http://schemas.microsoft.com/office/drawing/2014/main" id="{8045239B-746E-46DB-B7E3-02AF02EB1DED}"/>
              </a:ext>
            </a:extLst>
          </p:cNvPr>
          <p:cNvSpPr txBox="1">
            <a:spLocks/>
          </p:cNvSpPr>
          <p:nvPr/>
        </p:nvSpPr>
        <p:spPr>
          <a:xfrm>
            <a:off x="232570" y="1739600"/>
            <a:ext cx="5754992" cy="393143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An empirical representation of the probability function</a:t>
            </a:r>
          </a:p>
          <a:p>
            <a:pPr marL="0" indent="0">
              <a:spcBef>
                <a:spcPts val="1600"/>
              </a:spcBef>
              <a:buFont typeface="Arial" panose="020B0604020202020204" pitchFamily="34" charset="0"/>
              <a:buNone/>
            </a:pPr>
            <a:r>
              <a:rPr lang="en-US"/>
              <a:t>Divide data into bins (how to do it?)</a:t>
            </a:r>
          </a:p>
          <a:p>
            <a:pPr marL="0" indent="0">
              <a:spcBef>
                <a:spcPts val="1600"/>
              </a:spcBef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spcBef>
                <a:spcPts val="1600"/>
              </a:spcBef>
              <a:buFont typeface="Arial" panose="020B0604020202020204" pitchFamily="34" charset="0"/>
              <a:buNone/>
            </a:pPr>
            <a:r>
              <a:rPr lang="en-US"/>
              <a:t>X axis: center point of bin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None/>
            </a:pPr>
            <a:r>
              <a:rPr lang="en-US"/>
              <a:t>Y axis: number (fraction) of data points in bin</a:t>
            </a:r>
          </a:p>
        </p:txBody>
      </p:sp>
      <p:sp>
        <p:nvSpPr>
          <p:cNvPr id="6" name="Google Shape;268;p44">
            <a:extLst>
              <a:ext uri="{FF2B5EF4-FFF2-40B4-BE49-F238E27FC236}">
                <a16:creationId xmlns:a16="http://schemas.microsoft.com/office/drawing/2014/main" id="{14038AF1-C17A-4F17-8A0F-E6ECA50F7D6A}"/>
              </a:ext>
            </a:extLst>
          </p:cNvPr>
          <p:cNvSpPr txBox="1">
            <a:spLocks/>
          </p:cNvSpPr>
          <p:nvPr/>
        </p:nvSpPr>
        <p:spPr>
          <a:xfrm>
            <a:off x="4968530" y="6097800"/>
            <a:ext cx="7223470" cy="760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>
                <a:solidFill>
                  <a:srgbClr val="666666"/>
                </a:solidFill>
              </a:rPr>
              <a:t>Comparison of age distributions of Boston Marathon participants in 2014 by gender</a:t>
            </a:r>
          </a:p>
          <a:p>
            <a:pPr marL="0" indent="0" algn="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600">
                <a:solidFill>
                  <a:srgbClr val="666666"/>
                </a:solidFill>
              </a:rPr>
              <a:t>	 </a:t>
            </a:r>
            <a:r>
              <a:rPr lang="en-US" sz="1000">
                <a:solidFill>
                  <a:srgbClr val="666666"/>
                </a:solidFill>
              </a:rPr>
              <a:t>https://github.com/llimllib/bostonmarathon#user-content-visualizations</a:t>
            </a:r>
          </a:p>
        </p:txBody>
      </p:sp>
      <p:pic>
        <p:nvPicPr>
          <p:cNvPr id="7" name="Google Shape;269;p44">
            <a:extLst>
              <a:ext uri="{FF2B5EF4-FFF2-40B4-BE49-F238E27FC236}">
                <a16:creationId xmlns:a16="http://schemas.microsoft.com/office/drawing/2014/main" id="{122E4830-7CF5-41B7-94D2-FEFC34A4F12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399" y="327350"/>
            <a:ext cx="3093415" cy="14157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E2BAC5-305B-4F70-9DB8-756F254CEA25}"/>
              </a:ext>
            </a:extLst>
          </p:cNvPr>
          <p:cNvSpPr txBox="1"/>
          <p:nvPr/>
        </p:nvSpPr>
        <p:spPr>
          <a:xfrm>
            <a:off x="8636502" y="5486372"/>
            <a:ext cx="54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4F302-A76D-4E83-964D-59FF1B802B58}"/>
              </a:ext>
            </a:extLst>
          </p:cNvPr>
          <p:cNvSpPr txBox="1"/>
          <p:nvPr/>
        </p:nvSpPr>
        <p:spPr>
          <a:xfrm rot="16200000">
            <a:off x="5324240" y="3520652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1190837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359067" y="235333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Clustering Histograms Visually</a:t>
            </a:r>
            <a:endParaRPr/>
          </a:p>
        </p:txBody>
      </p:sp>
      <p:pic>
        <p:nvPicPr>
          <p:cNvPr id="275" name="Google Shape;27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01" y="1107934"/>
            <a:ext cx="2423407" cy="545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5"/>
          <p:cNvPicPr preferRelativeResize="0"/>
          <p:nvPr/>
        </p:nvPicPr>
        <p:blipFill rotWithShape="1">
          <a:blip r:embed="rId3">
            <a:alphaModFix/>
          </a:blip>
          <a:srcRect l="6169" t="3257" r="61172" b="78536"/>
          <a:stretch/>
        </p:blipFill>
        <p:spPr>
          <a:xfrm>
            <a:off x="3250567" y="915801"/>
            <a:ext cx="2649067" cy="332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5"/>
          <p:cNvPicPr preferRelativeResize="0"/>
          <p:nvPr/>
        </p:nvPicPr>
        <p:blipFill rotWithShape="1">
          <a:blip r:embed="rId3">
            <a:alphaModFix/>
          </a:blip>
          <a:srcRect l="7893" t="27258" r="61391" b="55496"/>
          <a:stretch/>
        </p:blipFill>
        <p:spPr>
          <a:xfrm>
            <a:off x="6303267" y="1045201"/>
            <a:ext cx="2468568" cy="311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5"/>
          <p:cNvPicPr preferRelativeResize="0"/>
          <p:nvPr/>
        </p:nvPicPr>
        <p:blipFill rotWithShape="1">
          <a:blip r:embed="rId3">
            <a:alphaModFix/>
          </a:blip>
          <a:srcRect l="37608" t="44824" r="34009" b="37895"/>
          <a:stretch/>
        </p:blipFill>
        <p:spPr>
          <a:xfrm>
            <a:off x="9252301" y="998934"/>
            <a:ext cx="2364967" cy="323970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5"/>
          <p:cNvSpPr txBox="1">
            <a:spLocks noGrp="1"/>
          </p:cNvSpPr>
          <p:nvPr>
            <p:ph type="body" idx="1"/>
          </p:nvPr>
        </p:nvSpPr>
        <p:spPr>
          <a:xfrm>
            <a:off x="3344800" y="5214333"/>
            <a:ext cx="8459600" cy="148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2133">
                <a:solidFill>
                  <a:srgbClr val="666666"/>
                </a:solidFill>
              </a:rPr>
              <a:t>Distribution of Reddit ranks by SubReddit</a:t>
            </a:r>
            <a:endParaRPr sz="2133">
              <a:solidFill>
                <a:srgbClr val="666666"/>
              </a:solidFill>
            </a:endParaRPr>
          </a:p>
          <a:p>
            <a:pPr marL="0" indent="0" algn="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133">
                <a:solidFill>
                  <a:srgbClr val="666666"/>
                </a:solidFill>
              </a:rPr>
              <a:t>	 </a:t>
            </a:r>
            <a:r>
              <a:rPr lang="en" sz="1333">
                <a:solidFill>
                  <a:srgbClr val="666666"/>
                </a:solidFill>
              </a:rPr>
              <a:t>https://toddwschneider.com/posts/the-reddit-front-page-is-not-a-meritocracy/</a:t>
            </a:r>
            <a:endParaRPr sz="1333">
              <a:solidFill>
                <a:srgbClr val="666666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D4AED9-BC6E-421D-BA0F-D16A53EB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915802"/>
            <a:ext cx="11693233" cy="57825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>
            <a:spLocks noGrp="1"/>
          </p:cNvSpPr>
          <p:nvPr>
            <p:ph type="title"/>
          </p:nvPr>
        </p:nvSpPr>
        <p:spPr>
          <a:xfrm>
            <a:off x="151833" y="2072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Line Chart</a:t>
            </a:r>
            <a:endParaRPr/>
          </a:p>
        </p:txBody>
      </p:sp>
      <p:sp>
        <p:nvSpPr>
          <p:cNvPr id="285" name="Google Shape;285;p46"/>
          <p:cNvSpPr txBox="1">
            <a:spLocks noGrp="1"/>
          </p:cNvSpPr>
          <p:nvPr>
            <p:ph type="body" idx="1"/>
          </p:nvPr>
        </p:nvSpPr>
        <p:spPr>
          <a:xfrm>
            <a:off x="321600" y="1795000"/>
            <a:ext cx="6181200" cy="326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"/>
              <a:t>Getting closer to the probability density function</a:t>
            </a: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"/>
              <a:t>Just use sufficient number of bins so that the curve is smooth enough, while also accurately representing the distribution</a:t>
            </a:r>
            <a:endParaRPr/>
          </a:p>
        </p:txBody>
      </p:sp>
      <p:sp>
        <p:nvSpPr>
          <p:cNvPr id="286" name="Google Shape;286;p46"/>
          <p:cNvSpPr txBox="1">
            <a:spLocks noGrp="1"/>
          </p:cNvSpPr>
          <p:nvPr>
            <p:ph type="body" idx="1"/>
          </p:nvPr>
        </p:nvSpPr>
        <p:spPr>
          <a:xfrm>
            <a:off x="321600" y="5789067"/>
            <a:ext cx="11548800" cy="10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2133">
                <a:solidFill>
                  <a:srgbClr val="666666"/>
                </a:solidFill>
              </a:rPr>
              <a:t>Comparison of distributions of men’s height in the US vs. heights reported by men on OkCupid</a:t>
            </a:r>
            <a:endParaRPr sz="2133">
              <a:solidFill>
                <a:srgbClr val="666666"/>
              </a:solidFill>
            </a:endParaRPr>
          </a:p>
          <a:p>
            <a:pPr marL="0" indent="0" algn="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133">
                <a:solidFill>
                  <a:srgbClr val="666666"/>
                </a:solidFill>
              </a:rPr>
              <a:t>	 </a:t>
            </a:r>
            <a:r>
              <a:rPr lang="en" sz="1333">
                <a:solidFill>
                  <a:srgbClr val="666666"/>
                </a:solidFill>
              </a:rPr>
              <a:t>https://theblog.okcupid.com/the-big-lies-people-tell-in-online-dating-a9e3990d6ae2</a:t>
            </a:r>
            <a:endParaRPr sz="1333">
              <a:solidFill>
                <a:srgbClr val="666666"/>
              </a:solidFill>
            </a:endParaRPr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401" y="1"/>
            <a:ext cx="3713700" cy="1654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5886" y="1747799"/>
            <a:ext cx="4307253" cy="3775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7"/>
          <p:cNvSpPr txBox="1">
            <a:spLocks noGrp="1"/>
          </p:cNvSpPr>
          <p:nvPr>
            <p:ph type="title"/>
          </p:nvPr>
        </p:nvSpPr>
        <p:spPr>
          <a:xfrm>
            <a:off x="151833" y="2072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Error Bar</a:t>
            </a:r>
            <a:endParaRPr/>
          </a:p>
        </p:txBody>
      </p:sp>
      <p:sp>
        <p:nvSpPr>
          <p:cNvPr id="294" name="Google Shape;294;p47"/>
          <p:cNvSpPr txBox="1">
            <a:spLocks noGrp="1"/>
          </p:cNvSpPr>
          <p:nvPr>
            <p:ph type="body" idx="1"/>
          </p:nvPr>
        </p:nvSpPr>
        <p:spPr>
          <a:xfrm>
            <a:off x="387919" y="1795000"/>
            <a:ext cx="6181200" cy="326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"/>
              <a:t>If we are comparing too many categories or distributions as a function of a continuous variable (e.g., by binning), it is useful to display summaries of each distribution side-by-side</a:t>
            </a: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"/>
              <a:t>Show curve of means by subpopulation, show standard deviation via bars </a:t>
            </a:r>
            <a:endParaRPr/>
          </a:p>
        </p:txBody>
      </p:sp>
      <p:sp>
        <p:nvSpPr>
          <p:cNvPr id="295" name="Google Shape;295;p47"/>
          <p:cNvSpPr txBox="1">
            <a:spLocks noGrp="1"/>
          </p:cNvSpPr>
          <p:nvPr>
            <p:ph type="body" idx="1"/>
          </p:nvPr>
        </p:nvSpPr>
        <p:spPr>
          <a:xfrm>
            <a:off x="6954715" y="5788434"/>
            <a:ext cx="4982004" cy="12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133">
                <a:solidFill>
                  <a:srgbClr val="666666"/>
                </a:solidFill>
              </a:rPr>
              <a:t>Effect of drug on two groups of patients who are resistant and sensitive to the drug</a:t>
            </a:r>
            <a:endParaRPr sz="1333">
              <a:solidFill>
                <a:srgbClr val="666666"/>
              </a:solidFill>
            </a:endParaRPr>
          </a:p>
        </p:txBody>
      </p:sp>
      <p:pic>
        <p:nvPicPr>
          <p:cNvPr id="296" name="Google Shape;2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4300" y="84801"/>
            <a:ext cx="1916600" cy="143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E3AF61-F0B2-4702-8511-BEC2BD9A9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652" y="1795000"/>
            <a:ext cx="4591050" cy="39528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6F22F0-AE9D-418B-B683-C73750E72178}"/>
              </a:ext>
            </a:extLst>
          </p:cNvPr>
          <p:cNvSpPr/>
          <p:nvPr/>
        </p:nvSpPr>
        <p:spPr>
          <a:xfrm>
            <a:off x="8308731" y="1705708"/>
            <a:ext cx="1608992" cy="3604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1F1D2-394C-4528-87F0-CD73AE2E7A75}"/>
              </a:ext>
            </a:extLst>
          </p:cNvPr>
          <p:cNvSpPr/>
          <p:nvPr/>
        </p:nvSpPr>
        <p:spPr>
          <a:xfrm>
            <a:off x="10881253" y="3286125"/>
            <a:ext cx="759069" cy="285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A249FE-6539-4E79-8030-4830760B2021}"/>
              </a:ext>
            </a:extLst>
          </p:cNvPr>
          <p:cNvSpPr/>
          <p:nvPr/>
        </p:nvSpPr>
        <p:spPr>
          <a:xfrm>
            <a:off x="11075052" y="3571875"/>
            <a:ext cx="759069" cy="285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53173-83E1-4567-98A4-77A701CF7ACB}"/>
              </a:ext>
            </a:extLst>
          </p:cNvPr>
          <p:cNvSpPr txBox="1"/>
          <p:nvPr/>
        </p:nvSpPr>
        <p:spPr>
          <a:xfrm>
            <a:off x="11003600" y="3519587"/>
            <a:ext cx="7072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Sensitive</a:t>
            </a:r>
          </a:p>
          <a:p>
            <a:r>
              <a:rPr lang="en-US" sz="1100"/>
              <a:t>Resistant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>
            <a:spLocks noGrp="1"/>
          </p:cNvSpPr>
          <p:nvPr>
            <p:ph type="title"/>
          </p:nvPr>
        </p:nvSpPr>
        <p:spPr>
          <a:xfrm>
            <a:off x="415600" y="2918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Variations of Error Bar</a:t>
            </a:r>
            <a:endParaRPr/>
          </a:p>
        </p:txBody>
      </p:sp>
      <p:pic>
        <p:nvPicPr>
          <p:cNvPr id="303" name="Google Shape;30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218" y="1846800"/>
            <a:ext cx="5505167" cy="394226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8"/>
          <p:cNvSpPr txBox="1">
            <a:spLocks noGrp="1"/>
          </p:cNvSpPr>
          <p:nvPr>
            <p:ph type="body" idx="1"/>
          </p:nvPr>
        </p:nvSpPr>
        <p:spPr>
          <a:xfrm>
            <a:off x="321617" y="5920967"/>
            <a:ext cx="5218400" cy="69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" sz="2133">
                <a:solidFill>
                  <a:srgbClr val="666666"/>
                </a:solidFill>
              </a:rPr>
              <a:t>Error cloud</a:t>
            </a:r>
            <a:endParaRPr sz="1333">
              <a:solidFill>
                <a:srgbClr val="666666"/>
              </a:solidFill>
            </a:endParaRPr>
          </a:p>
        </p:txBody>
      </p:sp>
      <p:pic>
        <p:nvPicPr>
          <p:cNvPr id="305" name="Google Shape;30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1900" y="1846801"/>
            <a:ext cx="4694200" cy="352066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8"/>
          <p:cNvSpPr txBox="1">
            <a:spLocks noGrp="1"/>
          </p:cNvSpPr>
          <p:nvPr>
            <p:ph type="body" idx="1"/>
          </p:nvPr>
        </p:nvSpPr>
        <p:spPr>
          <a:xfrm>
            <a:off x="6557984" y="5857300"/>
            <a:ext cx="5218400" cy="69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" sz="2133">
                <a:solidFill>
                  <a:srgbClr val="666666"/>
                </a:solidFill>
              </a:rPr>
              <a:t>Bar plot with error bars</a:t>
            </a:r>
            <a:endParaRPr sz="1333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>
            <a:spLocks noGrp="1"/>
          </p:cNvSpPr>
          <p:nvPr>
            <p:ph type="title"/>
          </p:nvPr>
        </p:nvSpPr>
        <p:spPr>
          <a:xfrm>
            <a:off x="151833" y="2072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Violin Plot</a:t>
            </a:r>
            <a:endParaRPr/>
          </a:p>
        </p:txBody>
      </p:sp>
      <p:sp>
        <p:nvSpPr>
          <p:cNvPr id="322" name="Google Shape;322;p50"/>
          <p:cNvSpPr txBox="1">
            <a:spLocks noGrp="1"/>
          </p:cNvSpPr>
          <p:nvPr>
            <p:ph type="body" idx="1"/>
          </p:nvPr>
        </p:nvSpPr>
        <p:spPr>
          <a:xfrm>
            <a:off x="321600" y="5789067"/>
            <a:ext cx="11548800" cy="101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2133">
                <a:solidFill>
                  <a:srgbClr val="666666"/>
                </a:solidFill>
              </a:rPr>
              <a:t>Distribution of finishing times (in minutes) in Boston Marathon as a function of year</a:t>
            </a:r>
            <a:endParaRPr sz="2133">
              <a:solidFill>
                <a:srgbClr val="666666"/>
              </a:solidFill>
            </a:endParaRPr>
          </a:p>
          <a:p>
            <a:pPr marL="0" indent="0" algn="r">
              <a:lnSpc>
                <a:spcPct val="100000"/>
              </a:lnSpc>
              <a:spcBef>
                <a:spcPts val="800"/>
              </a:spcBef>
              <a:buNone/>
            </a:pPr>
            <a:r>
              <a:rPr lang="en" sz="2133">
                <a:solidFill>
                  <a:srgbClr val="666666"/>
                </a:solidFill>
              </a:rPr>
              <a:t>	  </a:t>
            </a:r>
            <a:r>
              <a:rPr lang="en" sz="1333">
                <a:solidFill>
                  <a:srgbClr val="666666"/>
                </a:solidFill>
              </a:rPr>
              <a:t>https://github.com/llimllib/bostonmarathon#user-content-visualizations</a:t>
            </a:r>
            <a:endParaRPr sz="1333">
              <a:solidFill>
                <a:srgbClr val="666666"/>
              </a:solidFill>
            </a:endParaRPr>
          </a:p>
          <a:p>
            <a:pPr marL="0" indent="0" algn="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333">
              <a:solidFill>
                <a:srgbClr val="666666"/>
              </a:solidFill>
            </a:endParaRPr>
          </a:p>
        </p:txBody>
      </p:sp>
      <p:pic>
        <p:nvPicPr>
          <p:cNvPr id="323" name="Google Shape;32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174067"/>
            <a:ext cx="6367029" cy="44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8267" y="2064134"/>
            <a:ext cx="5141367" cy="22850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1F471-335B-45ED-ADA3-FDC77B473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36AC00-DCC4-4E4E-ABD1-CDB12FEF4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438" y="1673028"/>
            <a:ext cx="4864452" cy="364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C034-39B9-4BB2-8136-DD87868F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Combined Violin Plot for comparing distributions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54D2AF2-3B77-4EAA-8F4A-5D88A529B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8579C4B-0585-403F-BD51-63F5518B6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36098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eaborn.violinplot — seaborn 0.10.1 documentation">
            <a:extLst>
              <a:ext uri="{FF2B5EF4-FFF2-40B4-BE49-F238E27FC236}">
                <a16:creationId xmlns:a16="http://schemas.microsoft.com/office/drawing/2014/main" id="{97A45382-1F26-4ABA-BAED-E389AF471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38" y="1371600"/>
            <a:ext cx="5802924" cy="435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1226D6-2517-409C-AF32-EF3FDE1EDBD0}"/>
              </a:ext>
            </a:extLst>
          </p:cNvPr>
          <p:cNvSpPr txBox="1"/>
          <p:nvPr/>
        </p:nvSpPr>
        <p:spPr>
          <a:xfrm>
            <a:off x="6254262" y="6488668"/>
            <a:ext cx="6041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https://seaborn.pydata.org/generated/seaborn.violinplot.html</a:t>
            </a:r>
            <a:endParaRPr 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10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"/>
          <p:cNvSpPr txBox="1">
            <a:spLocks noGrp="1"/>
          </p:cNvSpPr>
          <p:nvPr>
            <p:ph type="title"/>
          </p:nvPr>
        </p:nvSpPr>
        <p:spPr>
          <a:xfrm>
            <a:off x="57600" y="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Barcode Chart</a:t>
            </a:r>
            <a:endParaRPr/>
          </a:p>
        </p:txBody>
      </p:sp>
      <p:sp>
        <p:nvSpPr>
          <p:cNvPr id="257" name="Google Shape;257;p43"/>
          <p:cNvSpPr txBox="1">
            <a:spLocks noGrp="1"/>
          </p:cNvSpPr>
          <p:nvPr>
            <p:ph type="body" idx="1"/>
          </p:nvPr>
        </p:nvSpPr>
        <p:spPr>
          <a:xfrm>
            <a:off x="321600" y="1470869"/>
            <a:ext cx="4512000" cy="278011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"/>
              <a:t>Show each data point as a bar on a line</a:t>
            </a:r>
            <a:endParaRPr/>
          </a:p>
          <a:p>
            <a:pPr marL="0" indent="0">
              <a:spcBef>
                <a:spcPts val="2133"/>
              </a:spcBef>
              <a:buNone/>
            </a:pPr>
            <a:r>
              <a:rPr lang="en"/>
              <a:t>Present each variable in a separate row</a:t>
            </a: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"/>
              <a:t>When is this useful?</a:t>
            </a:r>
            <a:endParaRPr/>
          </a:p>
        </p:txBody>
      </p:sp>
      <p:pic>
        <p:nvPicPr>
          <p:cNvPr id="258" name="Google Shape;258;p43"/>
          <p:cNvPicPr preferRelativeResize="0"/>
          <p:nvPr/>
        </p:nvPicPr>
        <p:blipFill rotWithShape="1">
          <a:blip r:embed="rId3">
            <a:alphaModFix/>
          </a:blip>
          <a:srcRect t="13738" b="61394"/>
          <a:stretch/>
        </p:blipFill>
        <p:spPr>
          <a:xfrm>
            <a:off x="5954037" y="880501"/>
            <a:ext cx="6131099" cy="444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3"/>
          <p:cNvSpPr txBox="1">
            <a:spLocks noGrp="1"/>
          </p:cNvSpPr>
          <p:nvPr>
            <p:ph type="body" idx="1"/>
          </p:nvPr>
        </p:nvSpPr>
        <p:spPr>
          <a:xfrm>
            <a:off x="321600" y="5264267"/>
            <a:ext cx="11548800" cy="148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2133">
                <a:solidFill>
                  <a:srgbClr val="666666"/>
                </a:solidFill>
              </a:rPr>
              <a:t>Each bar shows the monthly average of on-time performance of Washington Metro</a:t>
            </a:r>
            <a:endParaRPr sz="2133">
              <a:solidFill>
                <a:srgbClr val="666666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" sz="2133">
                <a:solidFill>
                  <a:srgbClr val="666666"/>
                </a:solidFill>
              </a:rPr>
              <a:t>Each row displays 12 bars</a:t>
            </a:r>
            <a:endParaRPr sz="2133">
              <a:solidFill>
                <a:srgbClr val="666666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" sz="2133">
                <a:solidFill>
                  <a:srgbClr val="666666"/>
                </a:solidFill>
              </a:rPr>
              <a:t>Annual average is shown by a bold bar</a:t>
            </a:r>
            <a:endParaRPr sz="2133">
              <a:solidFill>
                <a:srgbClr val="666666"/>
              </a:solidFill>
            </a:endParaRPr>
          </a:p>
          <a:p>
            <a:pPr indent="0" algn="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333">
                <a:solidFill>
                  <a:srgbClr val="666666"/>
                </a:solidFill>
              </a:rPr>
              <a:t>https://postgraphics.tumblr.com/post/143869718338/a-complete-guide-to-the-major-problems-facing</a:t>
            </a:r>
            <a:endParaRPr sz="1333">
              <a:solidFill>
                <a:srgbClr val="666666"/>
              </a:solidFill>
            </a:endParaRPr>
          </a:p>
        </p:txBody>
      </p:sp>
      <p:pic>
        <p:nvPicPr>
          <p:cNvPr id="260" name="Google Shape;26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368" y="109733"/>
            <a:ext cx="6699049" cy="653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D3E8154-0543-436B-810A-CFE4F8FE1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892" y="1470869"/>
            <a:ext cx="68580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1C7110-34E5-43FB-85D8-BFC51580A334}"/>
              </a:ext>
            </a:extLst>
          </p:cNvPr>
          <p:cNvSpPr/>
          <p:nvPr/>
        </p:nvSpPr>
        <p:spPr>
          <a:xfrm>
            <a:off x="515567" y="4095333"/>
            <a:ext cx="530322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/>
              <a:t>Range is compatible between </a:t>
            </a:r>
            <a:r>
              <a:rPr lang="en-US" sz="2000"/>
              <a:t>different variables</a:t>
            </a:r>
            <a:endParaRPr lang="en-US" sz="2000" dirty="0"/>
          </a:p>
          <a:p>
            <a:r>
              <a:rPr lang="en-US" sz="2000" dirty="0"/>
              <a:t>A few data points</a:t>
            </a:r>
          </a:p>
          <a:p>
            <a:pPr lvl="0"/>
            <a:r>
              <a:rPr lang="en-US" sz="2000" dirty="0"/>
              <a:t>Not too much space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73D0-EFF5-416B-A7F6-0423E6C3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2041"/>
            <a:ext cx="10515600" cy="1325563"/>
          </a:xfrm>
        </p:spPr>
        <p:txBody>
          <a:bodyPr/>
          <a:lstStyle/>
          <a:p>
            <a:r>
              <a:rPr lang="en-US"/>
              <a:t>Box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EA0B5-2E93-41A0-8A93-0663C9F79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7342" cy="4351338"/>
          </a:xfrm>
        </p:spPr>
        <p:txBody>
          <a:bodyPr>
            <a:normAutofit lnSpcReduction="10000"/>
          </a:bodyPr>
          <a:lstStyle/>
          <a:p>
            <a:r>
              <a:rPr lang="en-US"/>
              <a:t>Draw a box from the lower quartile to the upper quartile. </a:t>
            </a:r>
          </a:p>
          <a:p>
            <a:r>
              <a:rPr lang="en-US"/>
              <a:t>Extend a whisker from the ends of the box to the furthest observation which is no more than 1.5 times inter-quartile range from the box. </a:t>
            </a:r>
          </a:p>
          <a:p>
            <a:r>
              <a:rPr lang="en-US"/>
              <a:t>Mark any observations beyond this as “outliers.”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2E5820-8322-4DED-9CF6-B58652FFA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937" y="1071930"/>
            <a:ext cx="6617363" cy="3395296"/>
          </a:xfrm>
          <a:prstGeom prst="rect">
            <a:avLst/>
          </a:prstGeom>
        </p:spPr>
      </p:pic>
      <p:pic>
        <p:nvPicPr>
          <p:cNvPr id="1028" name="Picture 4" descr="How to Create and Interpret Box and Whisker Plots for a Six Sigma Project -  dummies">
            <a:extLst>
              <a:ext uri="{FF2B5EF4-FFF2-40B4-BE49-F238E27FC236}">
                <a16:creationId xmlns:a16="http://schemas.microsoft.com/office/drawing/2014/main" id="{BD1ADA96-72EB-4424-89FC-4165589F3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247" y="4364174"/>
            <a:ext cx="3459407" cy="2476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E46B88-0156-4F5F-B88F-AABED8DF9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867" y="1484067"/>
            <a:ext cx="3459407" cy="446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6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26A8-2DB5-417F-873A-B46E1298D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Comparing Samples with Box Plots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4442A0F-835E-4E30-A8E4-B0A04B6AF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024" y="1763377"/>
            <a:ext cx="6510012" cy="488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B521F7-F0C0-4D15-9FD3-89CF38FF7851}"/>
              </a:ext>
            </a:extLst>
          </p:cNvPr>
          <p:cNvSpPr txBox="1"/>
          <p:nvPr/>
        </p:nvSpPr>
        <p:spPr>
          <a:xfrm>
            <a:off x="641838" y="2417885"/>
            <a:ext cx="43066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The median in Sepal is higher than Petal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The spread of the values in Petal is larger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5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1CE4-3D30-41BF-B3F5-C2FD5AE5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15" y="0"/>
            <a:ext cx="10515600" cy="1325563"/>
          </a:xfrm>
        </p:spPr>
        <p:txBody>
          <a:bodyPr/>
          <a:lstStyle/>
          <a:p>
            <a:r>
              <a:rPr lang="en-US"/>
              <a:t>Box Plots with Notch</a:t>
            </a:r>
          </a:p>
        </p:txBody>
      </p:sp>
      <p:pic>
        <p:nvPicPr>
          <p:cNvPr id="2050" name="Picture 2" descr="Notched Box Plots - David's Statistics">
            <a:extLst>
              <a:ext uri="{FF2B5EF4-FFF2-40B4-BE49-F238E27FC236}">
                <a16:creationId xmlns:a16="http://schemas.microsoft.com/office/drawing/2014/main" id="{9A3E4F9D-53B6-44DD-B580-DCCAC9006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929" y="1478293"/>
            <a:ext cx="8035715" cy="4744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7AEBCF-19F7-4F09-9288-73D921EF1462}"/>
              </a:ext>
            </a:extLst>
          </p:cNvPr>
          <p:cNvSpPr/>
          <p:nvPr/>
        </p:nvSpPr>
        <p:spPr>
          <a:xfrm>
            <a:off x="8994530" y="4150215"/>
            <a:ext cx="1647530" cy="2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16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FBE8-2D78-4E8A-814E-A79D696FA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Confidence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F1CD1-4450-4B72-AFA8-E5988C5CB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confidence interval is how much uncertainty there is with any particular statistics.</a:t>
            </a:r>
          </a:p>
          <a:p>
            <a:endParaRPr lang="en-US"/>
          </a:p>
          <a:p>
            <a:r>
              <a:rPr lang="en-US"/>
              <a:t>Confidence intervals are often used with a margin of error. </a:t>
            </a:r>
          </a:p>
          <a:p>
            <a:endParaRPr lang="en-US"/>
          </a:p>
          <a:p>
            <a:r>
              <a:rPr lang="en-US"/>
              <a:t>It tells you how confident you can be that the results from a poll or survey reflect what you would expect to find if it were possible to </a:t>
            </a:r>
            <a:r>
              <a:rPr lang="en-US" b="1"/>
              <a:t>survey the entire population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14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6F1CB-388D-44FB-8830-910FA961B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132" y="3459297"/>
            <a:ext cx="3487616" cy="16412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A01CE4-3D30-41BF-B3F5-C2FD5AE5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15" y="0"/>
            <a:ext cx="10515600" cy="1325563"/>
          </a:xfrm>
        </p:spPr>
        <p:txBody>
          <a:bodyPr/>
          <a:lstStyle/>
          <a:p>
            <a:r>
              <a:rPr lang="en-US"/>
              <a:t>Box Plots with Notch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63111-2622-40FC-9B39-8033FE5F1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36" y="1477146"/>
            <a:ext cx="10515600" cy="4351338"/>
          </a:xfrm>
        </p:spPr>
        <p:txBody>
          <a:bodyPr/>
          <a:lstStyle/>
          <a:p>
            <a:r>
              <a:rPr lang="en-US"/>
              <a:t>s: Compute the standard deviation</a:t>
            </a:r>
          </a:p>
          <a:p>
            <a:r>
              <a:rPr lang="en-US"/>
              <a:t>n: Number of observations</a:t>
            </a:r>
          </a:p>
          <a:p>
            <a:r>
              <a:rPr lang="en-US"/>
              <a:t>Z: Z-value from the table</a:t>
            </a:r>
          </a:p>
          <a:p>
            <a:r>
              <a:rPr lang="en-US"/>
              <a:t>X: the value we are computing the CI for</a:t>
            </a:r>
          </a:p>
        </p:txBody>
      </p:sp>
      <p:pic>
        <p:nvPicPr>
          <p:cNvPr id="2050" name="Picture 2" descr="Notched Box Plots - David's Statistics">
            <a:extLst>
              <a:ext uri="{FF2B5EF4-FFF2-40B4-BE49-F238E27FC236}">
                <a16:creationId xmlns:a16="http://schemas.microsoft.com/office/drawing/2014/main" id="{9A3E4F9D-53B6-44DD-B580-DCCAC9006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330" y="477533"/>
            <a:ext cx="5411358" cy="319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E9F2ACC-E89A-4218-8861-7B02AA0A9B5C}"/>
              </a:ext>
            </a:extLst>
          </p:cNvPr>
          <p:cNvGrpSpPr/>
          <p:nvPr/>
        </p:nvGrpSpPr>
        <p:grpSpPr>
          <a:xfrm>
            <a:off x="425336" y="3728424"/>
            <a:ext cx="2362200" cy="2714625"/>
            <a:chOff x="627183" y="3988409"/>
            <a:chExt cx="2362200" cy="27146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B9E58D3-70AB-4BBA-B34E-376FBE0A3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7183" y="3988409"/>
              <a:ext cx="2362200" cy="271462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2A5085-ED31-445C-AE69-FFB059D7B5D4}"/>
                </a:ext>
              </a:extLst>
            </p:cNvPr>
            <p:cNvSpPr txBox="1"/>
            <p:nvPr/>
          </p:nvSpPr>
          <p:spPr>
            <a:xfrm>
              <a:off x="674446" y="4071632"/>
              <a:ext cx="1133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Desired CI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2154748-E242-4038-A4ED-47EBCD82F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451" y="4071632"/>
            <a:ext cx="5267325" cy="26384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DCC36E-7330-4D66-AA65-9CD353C9AE05}"/>
              </a:ext>
            </a:extLst>
          </p:cNvPr>
          <p:cNvSpPr/>
          <p:nvPr/>
        </p:nvSpPr>
        <p:spPr>
          <a:xfrm>
            <a:off x="2787535" y="5028314"/>
            <a:ext cx="430891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121212"/>
                </a:solidFill>
                <a:latin typeface="Noto Sans"/>
              </a:rPr>
              <a:t>The probability of randomly selecting a value between -1.96 and +1.96 standard deviations from the mean is 95% . </a:t>
            </a:r>
            <a:r>
              <a:rPr lang="en-US"/>
              <a:t>If there is less than a 5% chance of a raw score being selected randomly, then this is a statistically significant result.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7AEBCF-19F7-4F09-9288-73D921EF1462}"/>
              </a:ext>
            </a:extLst>
          </p:cNvPr>
          <p:cNvSpPr/>
          <p:nvPr/>
        </p:nvSpPr>
        <p:spPr>
          <a:xfrm>
            <a:off x="8994530" y="4150215"/>
            <a:ext cx="1647530" cy="2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769ABB-8DFD-4460-909B-41DF1F040854}"/>
              </a:ext>
            </a:extLst>
          </p:cNvPr>
          <p:cNvSpPr/>
          <p:nvPr/>
        </p:nvSpPr>
        <p:spPr>
          <a:xfrm>
            <a:off x="7808300" y="4073498"/>
            <a:ext cx="48703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121212"/>
                </a:solidFill>
                <a:latin typeface="Noto Sans"/>
              </a:rPr>
              <a:t>Proportion of a standard normal distribution (SND) in percentages.</a:t>
            </a:r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A07DDD-A893-46AA-A4C3-C1A899B0B68A}"/>
              </a:ext>
            </a:extLst>
          </p:cNvPr>
          <p:cNvSpPr/>
          <p:nvPr/>
        </p:nvSpPr>
        <p:spPr>
          <a:xfrm>
            <a:off x="3439789" y="3867441"/>
            <a:ext cx="515566" cy="6825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00696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05C0-D43C-4429-9F2F-34E10ADA4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27" y="18255"/>
            <a:ext cx="11433463" cy="1325563"/>
          </a:xfrm>
        </p:spPr>
        <p:txBody>
          <a:bodyPr/>
          <a:lstStyle/>
          <a:p>
            <a:r>
              <a:rPr lang="en-US"/>
              <a:t>Calculating Confidence Interval: 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988D-453C-42D5-9D5E-E1E43055C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27" y="1451551"/>
            <a:ext cx="11685010" cy="5388193"/>
          </a:xfrm>
        </p:spPr>
        <p:txBody>
          <a:bodyPr/>
          <a:lstStyle/>
          <a:p>
            <a:r>
              <a:rPr lang="en-US"/>
              <a:t>Suppose we measure the weight of 12 female mice</a:t>
            </a:r>
          </a:p>
          <a:p>
            <a:r>
              <a:rPr lang="en-US"/>
              <a:t>Calculate Sample Mean</a:t>
            </a:r>
          </a:p>
          <a:p>
            <a:endParaRPr lang="en-US"/>
          </a:p>
          <a:p>
            <a:r>
              <a:rPr lang="en-US"/>
              <a:t>Bootstrap the samples: Randomly select 12 data point with replacement (duplicate is allowed)</a:t>
            </a:r>
          </a:p>
          <a:p>
            <a:r>
              <a:rPr lang="en-US"/>
              <a:t>Calculate the mean of random samples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Repeat Bootstrapping &gt;10000 times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6F7DC-09F5-46A6-B56D-1E8F26983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962" y="1886815"/>
            <a:ext cx="7762875" cy="1047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F85613-55D1-4E44-A44C-A467DF0ED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37" y="4463473"/>
            <a:ext cx="7772400" cy="942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D6E184-B24F-408F-9126-4D2A7BCDB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436" y="5778311"/>
            <a:ext cx="7520853" cy="113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44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DAA3-1841-4E72-BE37-AB783E289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7" y="0"/>
            <a:ext cx="11272736" cy="1325563"/>
          </a:xfrm>
        </p:spPr>
        <p:txBody>
          <a:bodyPr/>
          <a:lstStyle/>
          <a:p>
            <a:r>
              <a:rPr lang="en-US"/>
              <a:t>Calculating Confidence Interval: 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8B792-71E0-4778-9309-A6D3306C1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474" y="1173871"/>
            <a:ext cx="10515600" cy="568412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95% CI is the interval that covers 95% of the means (the 2.5th percentile as the lower bound and the 97.5th percentile as the upper bound. 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Anything outside of CI occurs less than 5% of the time</a:t>
            </a:r>
          </a:p>
          <a:p>
            <a:pPr lvl="1"/>
            <a:r>
              <a:rPr lang="en-US" dirty="0"/>
              <a:t>The probability that the true mean will be &lt;20 is less than 5% (p-value &lt; 0.05)</a:t>
            </a:r>
          </a:p>
          <a:p>
            <a:pPr lvl="1"/>
            <a:endParaRPr lang="en-US" dirty="0"/>
          </a:p>
          <a:p>
            <a:r>
              <a:rPr lang="en-US" dirty="0"/>
              <a:t>Increasing the sample size, ……………………..Confidence Interval</a:t>
            </a:r>
          </a:p>
          <a:p>
            <a:r>
              <a:rPr lang="en-US" dirty="0"/>
              <a:t>Higher Standard Deviation, …………………….. Confidence Interval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B1EF6-EFBE-497F-AE76-CE1147C7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833" y="2663031"/>
            <a:ext cx="7629525" cy="1428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F14EF2-B9BC-48D3-843A-703D01A37AFB}"/>
              </a:ext>
            </a:extLst>
          </p:cNvPr>
          <p:cNvSpPr txBox="1"/>
          <p:nvPr/>
        </p:nvSpPr>
        <p:spPr>
          <a:xfrm>
            <a:off x="5061338" y="5641120"/>
            <a:ext cx="17758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Narrower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A188BC-9DD4-4614-AB83-8BB317A6AA9F}"/>
              </a:ext>
            </a:extLst>
          </p:cNvPr>
          <p:cNvSpPr txBox="1"/>
          <p:nvPr/>
        </p:nvSpPr>
        <p:spPr>
          <a:xfrm>
            <a:off x="5119705" y="6167527"/>
            <a:ext cx="12073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Wider</a:t>
            </a:r>
          </a:p>
        </p:txBody>
      </p:sp>
    </p:spTree>
    <p:extLst>
      <p:ext uri="{BB962C8B-B14F-4D97-AF65-F5344CB8AC3E}">
        <p14:creationId xmlns:p14="http://schemas.microsoft.com/office/powerpoint/2010/main" val="206550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9FBC4-CE6C-430D-9E9A-20FC2D781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601" y="248394"/>
            <a:ext cx="11010089" cy="1325563"/>
          </a:xfrm>
        </p:spPr>
        <p:txBody>
          <a:bodyPr/>
          <a:lstStyle/>
          <a:p>
            <a:r>
              <a:rPr lang="en-US"/>
              <a:t>Use Confidence Interval to Compare 2 Samples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7A1B5-62DE-4997-A57F-AF79AA9E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548" y="2883239"/>
            <a:ext cx="8286750" cy="3562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4EE176-E188-4A2B-91F1-5E44EC997308}"/>
              </a:ext>
            </a:extLst>
          </p:cNvPr>
          <p:cNvSpPr txBox="1"/>
          <p:nvPr/>
        </p:nvSpPr>
        <p:spPr>
          <a:xfrm>
            <a:off x="629726" y="2043932"/>
            <a:ext cx="852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Confidence intervals do not overlap, so they are statistically different with p-value &lt; 0.05 </a:t>
            </a:r>
          </a:p>
        </p:txBody>
      </p:sp>
    </p:spTree>
    <p:extLst>
      <p:ext uri="{BB962C8B-B14F-4D97-AF65-F5344CB8AC3E}">
        <p14:creationId xmlns:p14="http://schemas.microsoft.com/office/powerpoint/2010/main" val="3902106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8AEF-0695-4A4D-B564-CBA72D4B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E64CB-5E76-4AFC-9339-62DB9EA37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Kahoot Quiz</a:t>
            </a:r>
          </a:p>
        </p:txBody>
      </p:sp>
    </p:spTree>
    <p:extLst>
      <p:ext uri="{BB962C8B-B14F-4D97-AF65-F5344CB8AC3E}">
        <p14:creationId xmlns:p14="http://schemas.microsoft.com/office/powerpoint/2010/main" val="2359899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20FD0C2881EA4A90727A064126FC20" ma:contentTypeVersion="13" ma:contentTypeDescription="Create a new document." ma:contentTypeScope="" ma:versionID="c260b951da18117c8c193c037c96b92c">
  <xsd:schema xmlns:xsd="http://www.w3.org/2001/XMLSchema" xmlns:xs="http://www.w3.org/2001/XMLSchema" xmlns:p="http://schemas.microsoft.com/office/2006/metadata/properties" xmlns:ns3="19eadfd7-bd8e-490f-9f29-05c59f74add2" xmlns:ns4="74abacc2-06e5-4e7c-aecc-4fd68412481c" targetNamespace="http://schemas.microsoft.com/office/2006/metadata/properties" ma:root="true" ma:fieldsID="95adb3d05306777b1d2a43a6ccfcbaf4" ns3:_="" ns4:_="">
    <xsd:import namespace="19eadfd7-bd8e-490f-9f29-05c59f74add2"/>
    <xsd:import namespace="74abacc2-06e5-4e7c-aecc-4fd6841248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eadfd7-bd8e-490f-9f29-05c59f74a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bacc2-06e5-4e7c-aecc-4fd68412481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BB2FDD-1EE2-486D-B31E-2C885FAF469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E9EFB1A-9BD9-48FC-A944-1ECC0A9DEC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1CEFB6-883F-4C9F-8523-01B406BBEB3B}">
  <ds:schemaRefs>
    <ds:schemaRef ds:uri="19eadfd7-bd8e-490f-9f29-05c59f74add2"/>
    <ds:schemaRef ds:uri="74abacc2-06e5-4e7c-aecc-4fd6841248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1019</Words>
  <Application>Microsoft Office PowerPoint</Application>
  <PresentationFormat>Widescreen</PresentationFormat>
  <Paragraphs>137</Paragraphs>
  <Slides>28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Noto Sans</vt:lpstr>
      <vt:lpstr>Office Theme</vt:lpstr>
      <vt:lpstr>Basic Statistics and Visualization</vt:lpstr>
      <vt:lpstr>Basic stats</vt:lpstr>
      <vt:lpstr>Percentile and Quantile</vt:lpstr>
      <vt:lpstr>PowerPoint Presentation</vt:lpstr>
      <vt:lpstr>How to compute quantile?</vt:lpstr>
      <vt:lpstr>Example</vt:lpstr>
      <vt:lpstr>Example</vt:lpstr>
      <vt:lpstr>How to compute quantile?</vt:lpstr>
      <vt:lpstr>Visualizing Distributions</vt:lpstr>
      <vt:lpstr>Why visualization?</vt:lpstr>
      <vt:lpstr>Sample Mean: Iris sepal length</vt:lpstr>
      <vt:lpstr>Histogram</vt:lpstr>
      <vt:lpstr>Clustering Histograms Visually</vt:lpstr>
      <vt:lpstr>Line Chart</vt:lpstr>
      <vt:lpstr>Error Bar</vt:lpstr>
      <vt:lpstr>Variations of Error Bar</vt:lpstr>
      <vt:lpstr>Violin Plot</vt:lpstr>
      <vt:lpstr>Combined Violin Plot for comparing distributions</vt:lpstr>
      <vt:lpstr>Barcode Chart</vt:lpstr>
      <vt:lpstr>Box Plot</vt:lpstr>
      <vt:lpstr>Comparing Samples with Box Plots</vt:lpstr>
      <vt:lpstr>Box Plots with Notch</vt:lpstr>
      <vt:lpstr>Confidence Interval</vt:lpstr>
      <vt:lpstr>Box Plots with Notch</vt:lpstr>
      <vt:lpstr>Calculating Confidence Interval: Bootstrapping</vt:lpstr>
      <vt:lpstr>Calculating Confidence Interval: Bootstrapping</vt:lpstr>
      <vt:lpstr>Use Confidence Interval to Compare 2 Samples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Marzieh Ayati</dc:creator>
  <cp:lastModifiedBy>Marzieh Ayati</cp:lastModifiedBy>
  <cp:revision>1</cp:revision>
  <dcterms:created xsi:type="dcterms:W3CDTF">2020-09-02T04:35:56Z</dcterms:created>
  <dcterms:modified xsi:type="dcterms:W3CDTF">2024-01-29T17:30:20Z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0x0101007E20FD0C2881EA4A90727A064126FC20</vt:lpwstr>
  </property>
</Properties>
</file>