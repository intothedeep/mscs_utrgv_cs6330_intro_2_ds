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64" r:id="rId6"/>
    <p:sldId id="258" r:id="rId7"/>
    <p:sldId id="259" r:id="rId8"/>
    <p:sldId id="260" r:id="rId9"/>
    <p:sldId id="261" r:id="rId10"/>
    <p:sldId id="262" r:id="rId11"/>
    <p:sldId id="281" r:id="rId12"/>
    <p:sldId id="282" r:id="rId13"/>
    <p:sldId id="263" r:id="rId14"/>
    <p:sldId id="267" r:id="rId15"/>
    <p:sldId id="28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5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zieh Ayati" userId="719e7aeb-c3b5-48e5-801b-084d43cd09ac" providerId="ADAL" clId="{7DE94390-E349-4679-AACA-2F60EACD8E01}"/>
    <pc:docChg chg="modSld">
      <pc:chgData name="Marzieh Ayati" userId="719e7aeb-c3b5-48e5-801b-084d43cd09ac" providerId="ADAL" clId="{7DE94390-E349-4679-AACA-2F60EACD8E01}" dt="2022-08-30T21:00:59.317" v="20" actId="20577"/>
      <pc:docMkLst>
        <pc:docMk/>
      </pc:docMkLst>
      <pc:sldChg chg="modSp mod">
        <pc:chgData name="Marzieh Ayati" userId="719e7aeb-c3b5-48e5-801b-084d43cd09ac" providerId="ADAL" clId="{7DE94390-E349-4679-AACA-2F60EACD8E01}" dt="2022-08-30T20:56:57.561" v="3" actId="20577"/>
        <pc:sldMkLst>
          <pc:docMk/>
          <pc:sldMk cId="172094096" sldId="258"/>
        </pc:sldMkLst>
        <pc:spChg chg="mod">
          <ac:chgData name="Marzieh Ayati" userId="719e7aeb-c3b5-48e5-801b-084d43cd09ac" providerId="ADAL" clId="{7DE94390-E349-4679-AACA-2F60EACD8E01}" dt="2022-08-30T20:56:57.561" v="3" actId="20577"/>
          <ac:spMkLst>
            <pc:docMk/>
            <pc:sldMk cId="172094096" sldId="258"/>
            <ac:spMk id="3" creationId="{BC736A34-6D89-4158-BD94-90BCBDE41BE1}"/>
          </ac:spMkLst>
        </pc:spChg>
      </pc:sldChg>
      <pc:sldChg chg="modSp mod">
        <pc:chgData name="Marzieh Ayati" userId="719e7aeb-c3b5-48e5-801b-084d43cd09ac" providerId="ADAL" clId="{7DE94390-E349-4679-AACA-2F60EACD8E01}" dt="2022-08-30T21:00:59.317" v="20" actId="20577"/>
        <pc:sldMkLst>
          <pc:docMk/>
          <pc:sldMk cId="1955476541" sldId="259"/>
        </pc:sldMkLst>
        <pc:spChg chg="mod">
          <ac:chgData name="Marzieh Ayati" userId="719e7aeb-c3b5-48e5-801b-084d43cd09ac" providerId="ADAL" clId="{7DE94390-E349-4679-AACA-2F60EACD8E01}" dt="2022-08-30T21:00:59.317" v="20" actId="20577"/>
          <ac:spMkLst>
            <pc:docMk/>
            <pc:sldMk cId="1955476541" sldId="259"/>
            <ac:spMk id="3" creationId="{3FF50985-2D88-4910-A6E4-42EFC80095DB}"/>
          </ac:spMkLst>
        </pc:spChg>
      </pc:sldChg>
      <pc:sldChg chg="modTransition">
        <pc:chgData name="Marzieh Ayati" userId="719e7aeb-c3b5-48e5-801b-084d43cd09ac" providerId="ADAL" clId="{7DE94390-E349-4679-AACA-2F60EACD8E01}" dt="2022-08-30T20:53:53.645" v="0"/>
        <pc:sldMkLst>
          <pc:docMk/>
          <pc:sldMk cId="2618304594" sldId="264"/>
        </pc:sldMkLst>
      </pc:sldChg>
    </pc:docChg>
  </pc:docChgLst>
  <pc:docChgLst>
    <pc:chgData name="Marzieh Ayati" userId="719e7aeb-c3b5-48e5-801b-084d43cd09ac" providerId="ADAL" clId="{2CC103CC-E0EF-4C7B-8E0A-F9C17F35BB2F}"/>
    <pc:docChg chg="custSel modSld">
      <pc:chgData name="Marzieh Ayati" userId="719e7aeb-c3b5-48e5-801b-084d43cd09ac" providerId="ADAL" clId="{2CC103CC-E0EF-4C7B-8E0A-F9C17F35BB2F}" dt="2020-08-24T20:41:00.543" v="300" actId="20577"/>
      <pc:docMkLst>
        <pc:docMk/>
      </pc:docMkLst>
      <pc:sldChg chg="modSp mod">
        <pc:chgData name="Marzieh Ayati" userId="719e7aeb-c3b5-48e5-801b-084d43cd09ac" providerId="ADAL" clId="{2CC103CC-E0EF-4C7B-8E0A-F9C17F35BB2F}" dt="2020-08-24T20:36:05.863" v="64" actId="207"/>
        <pc:sldMkLst>
          <pc:docMk/>
          <pc:sldMk cId="409671230" sldId="261"/>
        </pc:sldMkLst>
        <pc:spChg chg="mod">
          <ac:chgData name="Marzieh Ayati" userId="719e7aeb-c3b5-48e5-801b-084d43cd09ac" providerId="ADAL" clId="{2CC103CC-E0EF-4C7B-8E0A-F9C17F35BB2F}" dt="2020-08-24T20:36:05.863" v="64" actId="207"/>
          <ac:spMkLst>
            <pc:docMk/>
            <pc:sldMk cId="409671230" sldId="261"/>
            <ac:spMk id="3" creationId="{A142C5A2-45C7-48AA-9C9F-E72FDD390790}"/>
          </ac:spMkLst>
        </pc:spChg>
      </pc:sldChg>
      <pc:sldChg chg="modSp mod">
        <pc:chgData name="Marzieh Ayati" userId="719e7aeb-c3b5-48e5-801b-084d43cd09ac" providerId="ADAL" clId="{2CC103CC-E0EF-4C7B-8E0A-F9C17F35BB2F}" dt="2020-08-24T20:41:00.543" v="300" actId="20577"/>
        <pc:sldMkLst>
          <pc:docMk/>
          <pc:sldMk cId="2556271351" sldId="262"/>
        </pc:sldMkLst>
        <pc:spChg chg="mod">
          <ac:chgData name="Marzieh Ayati" userId="719e7aeb-c3b5-48e5-801b-084d43cd09ac" providerId="ADAL" clId="{2CC103CC-E0EF-4C7B-8E0A-F9C17F35BB2F}" dt="2020-08-24T20:41:00.543" v="300" actId="20577"/>
          <ac:spMkLst>
            <pc:docMk/>
            <pc:sldMk cId="2556271351" sldId="262"/>
            <ac:spMk id="3" creationId="{00000000-0000-0000-0000-000000000000}"/>
          </ac:spMkLst>
        </pc:spChg>
        <pc:spChg chg="mod">
          <ac:chgData name="Marzieh Ayati" userId="719e7aeb-c3b5-48e5-801b-084d43cd09ac" providerId="ADAL" clId="{2CC103CC-E0EF-4C7B-8E0A-F9C17F35BB2F}" dt="2020-08-24T20:40:02.951" v="282" actId="1076"/>
          <ac:spMkLst>
            <pc:docMk/>
            <pc:sldMk cId="2556271351" sldId="262"/>
            <ac:spMk id="5" creationId="{00000000-0000-0000-0000-000000000000}"/>
          </ac:spMkLst>
        </pc:spChg>
      </pc:sldChg>
      <pc:sldChg chg="modSp mod">
        <pc:chgData name="Marzieh Ayati" userId="719e7aeb-c3b5-48e5-801b-084d43cd09ac" providerId="ADAL" clId="{2CC103CC-E0EF-4C7B-8E0A-F9C17F35BB2F}" dt="2020-08-24T20:38:32.519" v="130" actId="20577"/>
        <pc:sldMkLst>
          <pc:docMk/>
          <pc:sldMk cId="4004878901" sldId="280"/>
        </pc:sldMkLst>
        <pc:spChg chg="mod">
          <ac:chgData name="Marzieh Ayati" userId="719e7aeb-c3b5-48e5-801b-084d43cd09ac" providerId="ADAL" clId="{2CC103CC-E0EF-4C7B-8E0A-F9C17F35BB2F}" dt="2020-08-24T20:38:32.519" v="130" actId="20577"/>
          <ac:spMkLst>
            <pc:docMk/>
            <pc:sldMk cId="4004878901" sldId="280"/>
            <ac:spMk id="3" creationId="{98CC6D7E-4186-4332-BD6F-9B674CCF3326}"/>
          </ac:spMkLst>
        </pc:spChg>
      </pc:sldChg>
    </pc:docChg>
  </pc:docChgLst>
  <pc:docChgLst>
    <pc:chgData name="Marzieh Ayati" userId="719e7aeb-c3b5-48e5-801b-084d43cd09ac" providerId="ADAL" clId="{CC77E929-90EB-403E-802E-183292CFFDEA}"/>
    <pc:docChg chg="modSld">
      <pc:chgData name="Marzieh Ayati" userId="719e7aeb-c3b5-48e5-801b-084d43cd09ac" providerId="ADAL" clId="{CC77E929-90EB-403E-802E-183292CFFDEA}" dt="2022-08-29T22:06:29.143" v="58" actId="6549"/>
      <pc:docMkLst>
        <pc:docMk/>
      </pc:docMkLst>
      <pc:sldChg chg="modSp mod">
        <pc:chgData name="Marzieh Ayati" userId="719e7aeb-c3b5-48e5-801b-084d43cd09ac" providerId="ADAL" clId="{CC77E929-90EB-403E-802E-183292CFFDEA}" dt="2022-08-29T22:05:11.378" v="57" actId="20577"/>
        <pc:sldMkLst>
          <pc:docMk/>
          <pc:sldMk cId="1734858430" sldId="257"/>
        </pc:sldMkLst>
        <pc:spChg chg="mod">
          <ac:chgData name="Marzieh Ayati" userId="719e7aeb-c3b5-48e5-801b-084d43cd09ac" providerId="ADAL" clId="{CC77E929-90EB-403E-802E-183292CFFDEA}" dt="2022-08-29T22:05:11.378" v="57" actId="20577"/>
          <ac:spMkLst>
            <pc:docMk/>
            <pc:sldMk cId="1734858430" sldId="257"/>
            <ac:spMk id="2" creationId="{00000000-0000-0000-0000-000000000000}"/>
          </ac:spMkLst>
        </pc:spChg>
      </pc:sldChg>
      <pc:sldChg chg="modSp mod">
        <pc:chgData name="Marzieh Ayati" userId="719e7aeb-c3b5-48e5-801b-084d43cd09ac" providerId="ADAL" clId="{CC77E929-90EB-403E-802E-183292CFFDEA}" dt="2022-08-29T22:06:29.143" v="58" actId="6549"/>
        <pc:sldMkLst>
          <pc:docMk/>
          <pc:sldMk cId="4004878901" sldId="280"/>
        </pc:sldMkLst>
        <pc:spChg chg="mod">
          <ac:chgData name="Marzieh Ayati" userId="719e7aeb-c3b5-48e5-801b-084d43cd09ac" providerId="ADAL" clId="{CC77E929-90EB-403E-802E-183292CFFDEA}" dt="2022-08-29T22:06:29.143" v="58" actId="6549"/>
          <ac:spMkLst>
            <pc:docMk/>
            <pc:sldMk cId="4004878901" sldId="280"/>
            <ac:spMk id="3" creationId="{98CC6D7E-4186-4332-BD6F-9B674CCF3326}"/>
          </ac:spMkLst>
        </pc:spChg>
      </pc:sldChg>
    </pc:docChg>
  </pc:docChgLst>
  <pc:docChgLst>
    <pc:chgData name="Marzieh Ayati" userId="719e7aeb-c3b5-48e5-801b-084d43cd09ac" providerId="ADAL" clId="{C068460D-3A39-46AB-AE6C-5E1DA40AC88E}"/>
    <pc:docChg chg="modSld">
      <pc:chgData name="Marzieh Ayati" userId="719e7aeb-c3b5-48e5-801b-084d43cd09ac" providerId="ADAL" clId="{C068460D-3A39-46AB-AE6C-5E1DA40AC88E}" dt="2024-01-17T06:02:14.977" v="29" actId="20577"/>
      <pc:docMkLst>
        <pc:docMk/>
      </pc:docMkLst>
      <pc:sldChg chg="modSp mod">
        <pc:chgData name="Marzieh Ayati" userId="719e7aeb-c3b5-48e5-801b-084d43cd09ac" providerId="ADAL" clId="{C068460D-3A39-46AB-AE6C-5E1DA40AC88E}" dt="2024-01-17T06:02:14.977" v="29" actId="20577"/>
        <pc:sldMkLst>
          <pc:docMk/>
          <pc:sldMk cId="1734858430" sldId="257"/>
        </pc:sldMkLst>
        <pc:spChg chg="mod">
          <ac:chgData name="Marzieh Ayati" userId="719e7aeb-c3b5-48e5-801b-084d43cd09ac" providerId="ADAL" clId="{C068460D-3A39-46AB-AE6C-5E1DA40AC88E}" dt="2024-01-17T06:01:52.561" v="12" actId="20577"/>
          <ac:spMkLst>
            <pc:docMk/>
            <pc:sldMk cId="1734858430" sldId="257"/>
            <ac:spMk id="2" creationId="{00000000-0000-0000-0000-000000000000}"/>
          </ac:spMkLst>
        </pc:spChg>
        <pc:spChg chg="mod">
          <ac:chgData name="Marzieh Ayati" userId="719e7aeb-c3b5-48e5-801b-084d43cd09ac" providerId="ADAL" clId="{C068460D-3A39-46AB-AE6C-5E1DA40AC88E}" dt="2024-01-17T06:02:14.977" v="29" actId="20577"/>
          <ac:spMkLst>
            <pc:docMk/>
            <pc:sldMk cId="1734858430" sldId="257"/>
            <ac:spMk id="3" creationId="{00000000-0000-0000-0000-000000000000}"/>
          </ac:spMkLst>
        </pc:spChg>
      </pc:sldChg>
    </pc:docChg>
  </pc:docChgLst>
  <pc:docChgLst>
    <pc:chgData name="Marzieh Ayati" userId="719e7aeb-c3b5-48e5-801b-084d43cd09ac" providerId="ADAL" clId="{B342850E-5A0F-46D5-8530-95604A2C0957}"/>
    <pc:docChg chg="modSld">
      <pc:chgData name="Marzieh Ayati" userId="719e7aeb-c3b5-48e5-801b-084d43cd09ac" providerId="ADAL" clId="{B342850E-5A0F-46D5-8530-95604A2C0957}" dt="2021-08-24T08:57:35.952" v="46" actId="20577"/>
      <pc:docMkLst>
        <pc:docMk/>
      </pc:docMkLst>
      <pc:sldChg chg="modSp mod">
        <pc:chgData name="Marzieh Ayati" userId="719e7aeb-c3b5-48e5-801b-084d43cd09ac" providerId="ADAL" clId="{B342850E-5A0F-46D5-8530-95604A2C0957}" dt="2021-08-24T08:48:34.322" v="32" actId="20577"/>
        <pc:sldMkLst>
          <pc:docMk/>
          <pc:sldMk cId="1734858430" sldId="257"/>
        </pc:sldMkLst>
        <pc:spChg chg="mod">
          <ac:chgData name="Marzieh Ayati" userId="719e7aeb-c3b5-48e5-801b-084d43cd09ac" providerId="ADAL" clId="{B342850E-5A0F-46D5-8530-95604A2C0957}" dt="2021-08-24T08:48:27.387" v="17" actId="20577"/>
          <ac:spMkLst>
            <pc:docMk/>
            <pc:sldMk cId="1734858430" sldId="257"/>
            <ac:spMk id="2" creationId="{00000000-0000-0000-0000-000000000000}"/>
          </ac:spMkLst>
        </pc:spChg>
        <pc:spChg chg="mod">
          <ac:chgData name="Marzieh Ayati" userId="719e7aeb-c3b5-48e5-801b-084d43cd09ac" providerId="ADAL" clId="{B342850E-5A0F-46D5-8530-95604A2C0957}" dt="2021-08-24T08:48:34.322" v="32" actId="20577"/>
          <ac:spMkLst>
            <pc:docMk/>
            <pc:sldMk cId="1734858430" sldId="257"/>
            <ac:spMk id="3" creationId="{00000000-0000-0000-0000-000000000000}"/>
          </ac:spMkLst>
        </pc:spChg>
      </pc:sldChg>
      <pc:sldChg chg="modSp mod">
        <pc:chgData name="Marzieh Ayati" userId="719e7aeb-c3b5-48e5-801b-084d43cd09ac" providerId="ADAL" clId="{B342850E-5A0F-46D5-8530-95604A2C0957}" dt="2021-08-23T16:30:48.280" v="3" actId="20577"/>
        <pc:sldMkLst>
          <pc:docMk/>
          <pc:sldMk cId="2556271351" sldId="262"/>
        </pc:sldMkLst>
        <pc:spChg chg="mod">
          <ac:chgData name="Marzieh Ayati" userId="719e7aeb-c3b5-48e5-801b-084d43cd09ac" providerId="ADAL" clId="{B342850E-5A0F-46D5-8530-95604A2C0957}" dt="2021-08-23T16:30:48.280" v="3" actId="20577"/>
          <ac:spMkLst>
            <pc:docMk/>
            <pc:sldMk cId="2556271351" sldId="262"/>
            <ac:spMk id="3" creationId="{00000000-0000-0000-0000-000000000000}"/>
          </ac:spMkLst>
        </pc:spChg>
      </pc:sldChg>
      <pc:sldChg chg="modSp mod">
        <pc:chgData name="Marzieh Ayati" userId="719e7aeb-c3b5-48e5-801b-084d43cd09ac" providerId="ADAL" clId="{B342850E-5A0F-46D5-8530-95604A2C0957}" dt="2021-08-24T08:57:35.952" v="46" actId="20577"/>
        <pc:sldMkLst>
          <pc:docMk/>
          <pc:sldMk cId="4004878901" sldId="280"/>
        </pc:sldMkLst>
        <pc:spChg chg="mod">
          <ac:chgData name="Marzieh Ayati" userId="719e7aeb-c3b5-48e5-801b-084d43cd09ac" providerId="ADAL" clId="{B342850E-5A0F-46D5-8530-95604A2C0957}" dt="2021-08-24T08:57:35.952" v="46" actId="20577"/>
          <ac:spMkLst>
            <pc:docMk/>
            <pc:sldMk cId="4004878901" sldId="280"/>
            <ac:spMk id="2" creationId="{1D142A56-7045-49BF-96EF-0BA917076A03}"/>
          </ac:spMkLst>
        </pc:spChg>
      </pc:sldChg>
    </pc:docChg>
  </pc:docChgLst>
  <pc:docChgLst>
    <pc:chgData name="Marzieh Ayati" userId="719e7aeb-c3b5-48e5-801b-084d43cd09ac" providerId="ADAL" clId="{01C28081-B840-4776-907A-E1E93A452E07}"/>
    <pc:docChg chg="custSel modSld">
      <pc:chgData name="Marzieh Ayati" userId="719e7aeb-c3b5-48e5-801b-084d43cd09ac" providerId="ADAL" clId="{01C28081-B840-4776-907A-E1E93A452E07}" dt="2023-01-17T01:22:37.149" v="58" actId="729"/>
      <pc:docMkLst>
        <pc:docMk/>
      </pc:docMkLst>
      <pc:sldChg chg="modSp mod">
        <pc:chgData name="Marzieh Ayati" userId="719e7aeb-c3b5-48e5-801b-084d43cd09ac" providerId="ADAL" clId="{01C28081-B840-4776-907A-E1E93A452E07}" dt="2023-01-17T01:22:29.441" v="57" actId="20577"/>
        <pc:sldMkLst>
          <pc:docMk/>
          <pc:sldMk cId="1734858430" sldId="257"/>
        </pc:sldMkLst>
        <pc:spChg chg="mod">
          <ac:chgData name="Marzieh Ayati" userId="719e7aeb-c3b5-48e5-801b-084d43cd09ac" providerId="ADAL" clId="{01C28081-B840-4776-907A-E1E93A452E07}" dt="2023-01-17T01:22:21.229" v="40" actId="20577"/>
          <ac:spMkLst>
            <pc:docMk/>
            <pc:sldMk cId="1734858430" sldId="257"/>
            <ac:spMk id="2" creationId="{00000000-0000-0000-0000-000000000000}"/>
          </ac:spMkLst>
        </pc:spChg>
        <pc:spChg chg="mod">
          <ac:chgData name="Marzieh Ayati" userId="719e7aeb-c3b5-48e5-801b-084d43cd09ac" providerId="ADAL" clId="{01C28081-B840-4776-907A-E1E93A452E07}" dt="2023-01-17T01:22:29.441" v="57" actId="20577"/>
          <ac:spMkLst>
            <pc:docMk/>
            <pc:sldMk cId="1734858430" sldId="257"/>
            <ac:spMk id="3" creationId="{00000000-0000-0000-0000-000000000000}"/>
          </ac:spMkLst>
        </pc:spChg>
      </pc:sldChg>
      <pc:sldChg chg="modSp mod">
        <pc:chgData name="Marzieh Ayati" userId="719e7aeb-c3b5-48e5-801b-084d43cd09ac" providerId="ADAL" clId="{01C28081-B840-4776-907A-E1E93A452E07}" dt="2023-01-17T01:21:26.485" v="19" actId="1076"/>
        <pc:sldMkLst>
          <pc:docMk/>
          <pc:sldMk cId="2556271351" sldId="262"/>
        </pc:sldMkLst>
        <pc:spChg chg="mod">
          <ac:chgData name="Marzieh Ayati" userId="719e7aeb-c3b5-48e5-801b-084d43cd09ac" providerId="ADAL" clId="{01C28081-B840-4776-907A-E1E93A452E07}" dt="2023-01-17T01:21:24.525" v="18" actId="14100"/>
          <ac:spMkLst>
            <pc:docMk/>
            <pc:sldMk cId="2556271351" sldId="262"/>
            <ac:spMk id="5" creationId="{00000000-0000-0000-0000-000000000000}"/>
          </ac:spMkLst>
        </pc:spChg>
        <pc:picChg chg="mod">
          <ac:chgData name="Marzieh Ayati" userId="719e7aeb-c3b5-48e5-801b-084d43cd09ac" providerId="ADAL" clId="{01C28081-B840-4776-907A-E1E93A452E07}" dt="2023-01-17T01:21:26.485" v="19" actId="1076"/>
          <ac:picMkLst>
            <pc:docMk/>
            <pc:sldMk cId="2556271351" sldId="262"/>
            <ac:picMk id="6" creationId="{4EC44644-DDE5-4054-942D-40E706F2416F}"/>
          </ac:picMkLst>
        </pc:picChg>
      </pc:sldChg>
      <pc:sldChg chg="modSp mod modShow">
        <pc:chgData name="Marzieh Ayati" userId="719e7aeb-c3b5-48e5-801b-084d43cd09ac" providerId="ADAL" clId="{01C28081-B840-4776-907A-E1E93A452E07}" dt="2023-01-17T01:22:37.149" v="58" actId="729"/>
        <pc:sldMkLst>
          <pc:docMk/>
          <pc:sldMk cId="2618304594" sldId="264"/>
        </pc:sldMkLst>
        <pc:spChg chg="mod">
          <ac:chgData name="Marzieh Ayati" userId="719e7aeb-c3b5-48e5-801b-084d43cd09ac" providerId="ADAL" clId="{01C28081-B840-4776-907A-E1E93A452E07}" dt="2023-01-17T01:21:04.017" v="17" actId="20577"/>
          <ac:spMkLst>
            <pc:docMk/>
            <pc:sldMk cId="2618304594" sldId="264"/>
            <ac:spMk id="3" creationId="{E0CB191A-5837-4557-91B9-3AB0A000243F}"/>
          </ac:spMkLst>
        </pc:spChg>
      </pc:sldChg>
    </pc:docChg>
  </pc:docChgLst>
  <pc:docChgLst>
    <pc:chgData name="Marzieh Ayati" userId="719e7aeb-c3b5-48e5-801b-084d43cd09ac" providerId="ADAL" clId="{C0A853EC-9E4B-4463-8884-49C339B19A85}"/>
    <pc:docChg chg="custSel modSld">
      <pc:chgData name="Marzieh Ayati" userId="719e7aeb-c3b5-48e5-801b-084d43cd09ac" providerId="ADAL" clId="{C0A853EC-9E4B-4463-8884-49C339B19A85}" dt="2022-01-19T22:15:56.372" v="18" actId="14100"/>
      <pc:docMkLst>
        <pc:docMk/>
      </pc:docMkLst>
      <pc:sldChg chg="modSp mod">
        <pc:chgData name="Marzieh Ayati" userId="719e7aeb-c3b5-48e5-801b-084d43cd09ac" providerId="ADAL" clId="{C0A853EC-9E4B-4463-8884-49C339B19A85}" dt="2022-01-19T21:08:49.015" v="17" actId="20577"/>
        <pc:sldMkLst>
          <pc:docMk/>
          <pc:sldMk cId="1734858430" sldId="257"/>
        </pc:sldMkLst>
        <pc:spChg chg="mod">
          <ac:chgData name="Marzieh Ayati" userId="719e7aeb-c3b5-48e5-801b-084d43cd09ac" providerId="ADAL" clId="{C0A853EC-9E4B-4463-8884-49C339B19A85}" dt="2022-01-19T21:08:49.015" v="17" actId="20577"/>
          <ac:spMkLst>
            <pc:docMk/>
            <pc:sldMk cId="1734858430" sldId="257"/>
            <ac:spMk id="2" creationId="{00000000-0000-0000-0000-000000000000}"/>
          </ac:spMkLst>
        </pc:spChg>
      </pc:sldChg>
      <pc:sldChg chg="modSp mod">
        <pc:chgData name="Marzieh Ayati" userId="719e7aeb-c3b5-48e5-801b-084d43cd09ac" providerId="ADAL" clId="{C0A853EC-9E4B-4463-8884-49C339B19A85}" dt="2022-01-19T20:47:01.205" v="12" actId="27636"/>
        <pc:sldMkLst>
          <pc:docMk/>
          <pc:sldMk cId="1955476541" sldId="259"/>
        </pc:sldMkLst>
        <pc:spChg chg="mod">
          <ac:chgData name="Marzieh Ayati" userId="719e7aeb-c3b5-48e5-801b-084d43cd09ac" providerId="ADAL" clId="{C0A853EC-9E4B-4463-8884-49C339B19A85}" dt="2022-01-19T20:47:01.205" v="12" actId="27636"/>
          <ac:spMkLst>
            <pc:docMk/>
            <pc:sldMk cId="1955476541" sldId="259"/>
            <ac:spMk id="3" creationId="{3FF50985-2D88-4910-A6E4-42EFC80095DB}"/>
          </ac:spMkLst>
        </pc:spChg>
      </pc:sldChg>
      <pc:sldChg chg="modSp mod">
        <pc:chgData name="Marzieh Ayati" userId="719e7aeb-c3b5-48e5-801b-084d43cd09ac" providerId="ADAL" clId="{C0A853EC-9E4B-4463-8884-49C339B19A85}" dt="2022-01-19T22:15:56.372" v="18" actId="14100"/>
        <pc:sldMkLst>
          <pc:docMk/>
          <pc:sldMk cId="2556271351" sldId="262"/>
        </pc:sldMkLst>
        <pc:spChg chg="mod">
          <ac:chgData name="Marzieh Ayati" userId="719e7aeb-c3b5-48e5-801b-084d43cd09ac" providerId="ADAL" clId="{C0A853EC-9E4B-4463-8884-49C339B19A85}" dt="2022-01-19T22:15:56.372" v="18" actId="14100"/>
          <ac:spMkLst>
            <pc:docMk/>
            <pc:sldMk cId="2556271351" sldId="262"/>
            <ac:spMk id="5" creationId="{00000000-0000-0000-0000-000000000000}"/>
          </ac:spMkLst>
        </pc:spChg>
      </pc:sldChg>
    </pc:docChg>
  </pc:docChgLst>
  <pc:docChgLst>
    <pc:chgData name="Marzieh Ayati" userId="719e7aeb-c3b5-48e5-801b-084d43cd09ac" providerId="ADAL" clId="{ADA7D6F3-BE0D-4A4D-8165-9182EC865CFD}"/>
    <pc:docChg chg="custSel modSld">
      <pc:chgData name="Marzieh Ayati" userId="719e7aeb-c3b5-48e5-801b-084d43cd09ac" providerId="ADAL" clId="{ADA7D6F3-BE0D-4A4D-8165-9182EC865CFD}" dt="2023-08-30T18:18:01.751" v="82" actId="20577"/>
      <pc:docMkLst>
        <pc:docMk/>
      </pc:docMkLst>
      <pc:sldChg chg="modSp mod">
        <pc:chgData name="Marzieh Ayati" userId="719e7aeb-c3b5-48e5-801b-084d43cd09ac" providerId="ADAL" clId="{ADA7D6F3-BE0D-4A4D-8165-9182EC865CFD}" dt="2023-08-30T17:57:37.271" v="70" actId="20577"/>
        <pc:sldMkLst>
          <pc:docMk/>
          <pc:sldMk cId="1734858430" sldId="257"/>
        </pc:sldMkLst>
        <pc:spChg chg="mod">
          <ac:chgData name="Marzieh Ayati" userId="719e7aeb-c3b5-48e5-801b-084d43cd09ac" providerId="ADAL" clId="{ADA7D6F3-BE0D-4A4D-8165-9182EC865CFD}" dt="2023-08-30T17:57:37.271" v="70" actId="20577"/>
          <ac:spMkLst>
            <pc:docMk/>
            <pc:sldMk cId="1734858430" sldId="257"/>
            <ac:spMk id="2" creationId="{00000000-0000-0000-0000-000000000000}"/>
          </ac:spMkLst>
        </pc:spChg>
        <pc:spChg chg="mod">
          <ac:chgData name="Marzieh Ayati" userId="719e7aeb-c3b5-48e5-801b-084d43cd09ac" providerId="ADAL" clId="{ADA7D6F3-BE0D-4A4D-8165-9182EC865CFD}" dt="2023-08-30T17:56:29.189" v="20" actId="20577"/>
          <ac:spMkLst>
            <pc:docMk/>
            <pc:sldMk cId="1734858430" sldId="257"/>
            <ac:spMk id="3" creationId="{00000000-0000-0000-0000-000000000000}"/>
          </ac:spMkLst>
        </pc:spChg>
      </pc:sldChg>
      <pc:sldChg chg="modSp mod">
        <pc:chgData name="Marzieh Ayati" userId="719e7aeb-c3b5-48e5-801b-084d43cd09ac" providerId="ADAL" clId="{ADA7D6F3-BE0D-4A4D-8165-9182EC865CFD}" dt="2023-08-30T18:04:59.447" v="80" actId="20577"/>
        <pc:sldMkLst>
          <pc:docMk/>
          <pc:sldMk cId="409671230" sldId="261"/>
        </pc:sldMkLst>
        <pc:spChg chg="mod">
          <ac:chgData name="Marzieh Ayati" userId="719e7aeb-c3b5-48e5-801b-084d43cd09ac" providerId="ADAL" clId="{ADA7D6F3-BE0D-4A4D-8165-9182EC865CFD}" dt="2023-08-30T18:04:59.447" v="80" actId="20577"/>
          <ac:spMkLst>
            <pc:docMk/>
            <pc:sldMk cId="409671230" sldId="261"/>
            <ac:spMk id="3" creationId="{A142C5A2-45C7-48AA-9C9F-E72FDD390790}"/>
          </ac:spMkLst>
        </pc:spChg>
      </pc:sldChg>
      <pc:sldChg chg="modSp mod">
        <pc:chgData name="Marzieh Ayati" userId="719e7aeb-c3b5-48e5-801b-084d43cd09ac" providerId="ADAL" clId="{ADA7D6F3-BE0D-4A4D-8165-9182EC865CFD}" dt="2023-08-30T18:18:01.751" v="82" actId="20577"/>
        <pc:sldMkLst>
          <pc:docMk/>
          <pc:sldMk cId="2556271351" sldId="262"/>
        </pc:sldMkLst>
        <pc:spChg chg="mod">
          <ac:chgData name="Marzieh Ayati" userId="719e7aeb-c3b5-48e5-801b-084d43cd09ac" providerId="ADAL" clId="{ADA7D6F3-BE0D-4A4D-8165-9182EC865CFD}" dt="2023-08-30T18:18:01.751" v="82" actId="20577"/>
          <ac:spMkLst>
            <pc:docMk/>
            <pc:sldMk cId="2556271351" sldId="262"/>
            <ac:spMk id="3" creationId="{00000000-0000-0000-0000-000000000000}"/>
          </ac:spMkLst>
        </pc:spChg>
      </pc:sldChg>
      <pc:sldChg chg="modSp mod">
        <pc:chgData name="Marzieh Ayati" userId="719e7aeb-c3b5-48e5-801b-084d43cd09ac" providerId="ADAL" clId="{ADA7D6F3-BE0D-4A4D-8165-9182EC865CFD}" dt="2023-08-30T17:56:50.742" v="55" actId="20577"/>
        <pc:sldMkLst>
          <pc:docMk/>
          <pc:sldMk cId="2618304594" sldId="264"/>
        </pc:sldMkLst>
        <pc:spChg chg="mod">
          <ac:chgData name="Marzieh Ayati" userId="719e7aeb-c3b5-48e5-801b-084d43cd09ac" providerId="ADAL" clId="{ADA7D6F3-BE0D-4A4D-8165-9182EC865CFD}" dt="2023-08-30T17:56:50.742" v="55" actId="20577"/>
          <ac:spMkLst>
            <pc:docMk/>
            <pc:sldMk cId="2618304594" sldId="264"/>
            <ac:spMk id="3" creationId="{E0CB191A-5837-4557-91B9-3AB0A000243F}"/>
          </ac:spMkLst>
        </pc:spChg>
      </pc:sldChg>
    </pc:docChg>
  </pc:docChgLst>
  <pc:docChgLst>
    <pc:chgData name="Marzieh Ayati" userId="719e7aeb-c3b5-48e5-801b-084d43cd09ac" providerId="ADAL" clId="{6C0DF4EE-1E7B-4376-8F1C-1E96D7EE2C7E}"/>
    <pc:docChg chg="custSel modSld">
      <pc:chgData name="Marzieh Ayati" userId="719e7aeb-c3b5-48e5-801b-084d43cd09ac" providerId="ADAL" clId="{6C0DF4EE-1E7B-4376-8F1C-1E96D7EE2C7E}" dt="2022-01-19T01:52:23.884" v="95"/>
      <pc:docMkLst>
        <pc:docMk/>
      </pc:docMkLst>
      <pc:sldChg chg="addSp modSp mod modAnim">
        <pc:chgData name="Marzieh Ayati" userId="719e7aeb-c3b5-48e5-801b-084d43cd09ac" providerId="ADAL" clId="{6C0DF4EE-1E7B-4376-8F1C-1E96D7EE2C7E}" dt="2022-01-19T01:52:23.884" v="95"/>
        <pc:sldMkLst>
          <pc:docMk/>
          <pc:sldMk cId="2556271351" sldId="262"/>
        </pc:sldMkLst>
        <pc:spChg chg="mod">
          <ac:chgData name="Marzieh Ayati" userId="719e7aeb-c3b5-48e5-801b-084d43cd09ac" providerId="ADAL" clId="{6C0DF4EE-1E7B-4376-8F1C-1E96D7EE2C7E}" dt="2022-01-19T01:42:57.734" v="88" actId="20577"/>
          <ac:spMkLst>
            <pc:docMk/>
            <pc:sldMk cId="2556271351" sldId="262"/>
            <ac:spMk id="3" creationId="{00000000-0000-0000-0000-000000000000}"/>
          </ac:spMkLst>
        </pc:spChg>
        <pc:spChg chg="mod">
          <ac:chgData name="Marzieh Ayati" userId="719e7aeb-c3b5-48e5-801b-084d43cd09ac" providerId="ADAL" clId="{6C0DF4EE-1E7B-4376-8F1C-1E96D7EE2C7E}" dt="2022-01-19T01:42:48.850" v="85" actId="14100"/>
          <ac:spMkLst>
            <pc:docMk/>
            <pc:sldMk cId="2556271351" sldId="262"/>
            <ac:spMk id="5" creationId="{00000000-0000-0000-0000-000000000000}"/>
          </ac:spMkLst>
        </pc:spChg>
        <pc:picChg chg="add mod">
          <ac:chgData name="Marzieh Ayati" userId="719e7aeb-c3b5-48e5-801b-084d43cd09ac" providerId="ADAL" clId="{6C0DF4EE-1E7B-4376-8F1C-1E96D7EE2C7E}" dt="2022-01-19T01:52:13.513" v="93" actId="1076"/>
          <ac:picMkLst>
            <pc:docMk/>
            <pc:sldMk cId="2556271351" sldId="262"/>
            <ac:picMk id="6" creationId="{4EC44644-DDE5-4054-942D-40E706F2416F}"/>
          </ac:picMkLst>
        </pc:picChg>
      </pc:sldChg>
    </pc:docChg>
  </pc:docChgLst>
  <pc:docChgLst>
    <pc:chgData name="Marzieh Ayati" userId="719e7aeb-c3b5-48e5-801b-084d43cd09ac" providerId="ADAL" clId="{FCAE1CB5-BFC8-44C6-84FC-1AEC40A7A340}"/>
    <pc:docChg chg="custSel addSld modSld">
      <pc:chgData name="Marzieh Ayati" userId="719e7aeb-c3b5-48e5-801b-084d43cd09ac" providerId="ADAL" clId="{FCAE1CB5-BFC8-44C6-84FC-1AEC40A7A340}" dt="2026-01-23T06:37:13.048" v="203" actId="27636"/>
      <pc:docMkLst>
        <pc:docMk/>
      </pc:docMkLst>
      <pc:sldChg chg="modSp mod">
        <pc:chgData name="Marzieh Ayati" userId="719e7aeb-c3b5-48e5-801b-084d43cd09ac" providerId="ADAL" clId="{FCAE1CB5-BFC8-44C6-84FC-1AEC40A7A340}" dt="2026-01-23T05:38:33.163" v="13" actId="20577"/>
        <pc:sldMkLst>
          <pc:docMk/>
          <pc:sldMk cId="1734858430" sldId="257"/>
        </pc:sldMkLst>
        <pc:spChg chg="mod">
          <ac:chgData name="Marzieh Ayati" userId="719e7aeb-c3b5-48e5-801b-084d43cd09ac" providerId="ADAL" clId="{FCAE1CB5-BFC8-44C6-84FC-1AEC40A7A340}" dt="2026-01-23T05:38:33.163" v="13" actId="20577"/>
          <ac:spMkLst>
            <pc:docMk/>
            <pc:sldMk cId="1734858430" sldId="257"/>
            <ac:spMk id="2" creationId="{00000000-0000-0000-0000-000000000000}"/>
          </ac:spMkLst>
        </pc:spChg>
        <pc:spChg chg="mod">
          <ac:chgData name="Marzieh Ayati" userId="719e7aeb-c3b5-48e5-801b-084d43cd09ac" providerId="ADAL" clId="{FCAE1CB5-BFC8-44C6-84FC-1AEC40A7A340}" dt="2026-01-23T05:37:40.554" v="10" actId="6549"/>
          <ac:spMkLst>
            <pc:docMk/>
            <pc:sldMk cId="1734858430" sldId="257"/>
            <ac:spMk id="3" creationId="{00000000-0000-0000-0000-000000000000}"/>
          </ac:spMkLst>
        </pc:spChg>
      </pc:sldChg>
      <pc:sldChg chg="modSp mod">
        <pc:chgData name="Marzieh Ayati" userId="719e7aeb-c3b5-48e5-801b-084d43cd09ac" providerId="ADAL" clId="{FCAE1CB5-BFC8-44C6-84FC-1AEC40A7A340}" dt="2026-01-23T05:41:04.065" v="23" actId="20577"/>
        <pc:sldMkLst>
          <pc:docMk/>
          <pc:sldMk cId="2556271351" sldId="262"/>
        </pc:sldMkLst>
        <pc:spChg chg="mod">
          <ac:chgData name="Marzieh Ayati" userId="719e7aeb-c3b5-48e5-801b-084d43cd09ac" providerId="ADAL" clId="{FCAE1CB5-BFC8-44C6-84FC-1AEC40A7A340}" dt="2026-01-23T05:41:04.065" v="23" actId="20577"/>
          <ac:spMkLst>
            <pc:docMk/>
            <pc:sldMk cId="2556271351" sldId="262"/>
            <ac:spMk id="3" creationId="{00000000-0000-0000-0000-000000000000}"/>
          </ac:spMkLst>
        </pc:spChg>
      </pc:sldChg>
      <pc:sldChg chg="modSp mod">
        <pc:chgData name="Marzieh Ayati" userId="719e7aeb-c3b5-48e5-801b-084d43cd09ac" providerId="ADAL" clId="{FCAE1CB5-BFC8-44C6-84FC-1AEC40A7A340}" dt="2026-01-23T05:41:28.882" v="33" actId="20577"/>
        <pc:sldMkLst>
          <pc:docMk/>
          <pc:sldMk cId="4004878901" sldId="280"/>
        </pc:sldMkLst>
        <pc:spChg chg="mod">
          <ac:chgData name="Marzieh Ayati" userId="719e7aeb-c3b5-48e5-801b-084d43cd09ac" providerId="ADAL" clId="{FCAE1CB5-BFC8-44C6-84FC-1AEC40A7A340}" dt="2026-01-23T05:41:28.882" v="33" actId="20577"/>
          <ac:spMkLst>
            <pc:docMk/>
            <pc:sldMk cId="4004878901" sldId="280"/>
            <ac:spMk id="3" creationId="{98CC6D7E-4186-4332-BD6F-9B674CCF3326}"/>
          </ac:spMkLst>
        </pc:spChg>
      </pc:sldChg>
      <pc:sldChg chg="modSp new mod">
        <pc:chgData name="Marzieh Ayati" userId="719e7aeb-c3b5-48e5-801b-084d43cd09ac" providerId="ADAL" clId="{FCAE1CB5-BFC8-44C6-84FC-1AEC40A7A340}" dt="2026-01-23T06:37:13.048" v="203" actId="27636"/>
        <pc:sldMkLst>
          <pc:docMk/>
          <pc:sldMk cId="1666764482" sldId="281"/>
        </pc:sldMkLst>
        <pc:spChg chg="mod">
          <ac:chgData name="Marzieh Ayati" userId="719e7aeb-c3b5-48e5-801b-084d43cd09ac" providerId="ADAL" clId="{FCAE1CB5-BFC8-44C6-84FC-1AEC40A7A340}" dt="2026-01-23T06:35:16.599" v="79" actId="14100"/>
          <ac:spMkLst>
            <pc:docMk/>
            <pc:sldMk cId="1666764482" sldId="281"/>
            <ac:spMk id="2" creationId="{1FB3789C-D032-4569-B960-5BA73C84ABDF}"/>
          </ac:spMkLst>
        </pc:spChg>
        <pc:spChg chg="mod">
          <ac:chgData name="Marzieh Ayati" userId="719e7aeb-c3b5-48e5-801b-084d43cd09ac" providerId="ADAL" clId="{FCAE1CB5-BFC8-44C6-84FC-1AEC40A7A340}" dt="2026-01-23T06:37:13.048" v="203" actId="27636"/>
          <ac:spMkLst>
            <pc:docMk/>
            <pc:sldMk cId="1666764482" sldId="281"/>
            <ac:spMk id="3" creationId="{1CF3F9E5-EB58-447F-8982-EE2C5533DBF2}"/>
          </ac:spMkLst>
        </pc:spChg>
      </pc:sldChg>
    </pc:docChg>
  </pc:docChgLst>
  <pc:docChgLst>
    <pc:chgData name="Marzieh Ayati" userId="719e7aeb-c3b5-48e5-801b-084d43cd09ac" providerId="ADAL" clId="{946CB6C2-302F-4443-ADA1-3EA363AF3C4B}"/>
    <pc:docChg chg="custSel addSld modSld">
      <pc:chgData name="Marzieh Ayati" userId="719e7aeb-c3b5-48e5-801b-084d43cd09ac" providerId="ADAL" clId="{946CB6C2-302F-4443-ADA1-3EA363AF3C4B}" dt="2026-08-26T22:11:38.726" v="88" actId="20577"/>
      <pc:docMkLst>
        <pc:docMk/>
      </pc:docMkLst>
      <pc:sldChg chg="modSp mod">
        <pc:chgData name="Marzieh Ayati" userId="719e7aeb-c3b5-48e5-801b-084d43cd09ac" providerId="ADAL" clId="{946CB6C2-302F-4443-ADA1-3EA363AF3C4B}" dt="2026-08-26T08:32:35.756" v="37" actId="20577"/>
        <pc:sldMkLst>
          <pc:docMk/>
          <pc:sldMk cId="1734858430" sldId="257"/>
        </pc:sldMkLst>
        <pc:spChg chg="mod">
          <ac:chgData name="Marzieh Ayati" userId="719e7aeb-c3b5-48e5-801b-084d43cd09ac" providerId="ADAL" clId="{946CB6C2-302F-4443-ADA1-3EA363AF3C4B}" dt="2026-08-26T08:32:35.756" v="37" actId="20577"/>
          <ac:spMkLst>
            <pc:docMk/>
            <pc:sldMk cId="1734858430" sldId="257"/>
            <ac:spMk id="2" creationId="{00000000-0000-0000-0000-000000000000}"/>
          </ac:spMkLst>
        </pc:spChg>
      </pc:sldChg>
      <pc:sldChg chg="modSp mod">
        <pc:chgData name="Marzieh Ayati" userId="719e7aeb-c3b5-48e5-801b-084d43cd09ac" providerId="ADAL" clId="{946CB6C2-302F-4443-ADA1-3EA363AF3C4B}" dt="2026-08-26T08:33:48.700" v="47" actId="20577"/>
        <pc:sldMkLst>
          <pc:docMk/>
          <pc:sldMk cId="2556271351" sldId="262"/>
        </pc:sldMkLst>
        <pc:spChg chg="mod">
          <ac:chgData name="Marzieh Ayati" userId="719e7aeb-c3b5-48e5-801b-084d43cd09ac" providerId="ADAL" clId="{946CB6C2-302F-4443-ADA1-3EA363AF3C4B}" dt="2026-08-26T08:33:48.700" v="47" actId="20577"/>
          <ac:spMkLst>
            <pc:docMk/>
            <pc:sldMk cId="2556271351" sldId="262"/>
            <ac:spMk id="3" creationId="{00000000-0000-0000-0000-000000000000}"/>
          </ac:spMkLst>
        </pc:spChg>
      </pc:sldChg>
      <pc:sldChg chg="modSp mod">
        <pc:chgData name="Marzieh Ayati" userId="719e7aeb-c3b5-48e5-801b-084d43cd09ac" providerId="ADAL" clId="{946CB6C2-302F-4443-ADA1-3EA363AF3C4B}" dt="2026-08-26T22:11:38.726" v="88" actId="20577"/>
        <pc:sldMkLst>
          <pc:docMk/>
          <pc:sldMk cId="4004878901" sldId="280"/>
        </pc:sldMkLst>
        <pc:spChg chg="mod">
          <ac:chgData name="Marzieh Ayati" userId="719e7aeb-c3b5-48e5-801b-084d43cd09ac" providerId="ADAL" clId="{946CB6C2-302F-4443-ADA1-3EA363AF3C4B}" dt="2026-08-26T22:11:38.726" v="88" actId="20577"/>
          <ac:spMkLst>
            <pc:docMk/>
            <pc:sldMk cId="4004878901" sldId="280"/>
            <ac:spMk id="3" creationId="{98CC6D7E-4186-4332-BD6F-9B674CCF3326}"/>
          </ac:spMkLst>
        </pc:spChg>
      </pc:sldChg>
      <pc:sldChg chg="mod modShow">
        <pc:chgData name="Marzieh Ayati" userId="719e7aeb-c3b5-48e5-801b-084d43cd09ac" providerId="ADAL" clId="{946CB6C2-302F-4443-ADA1-3EA363AF3C4B}" dt="2026-08-26T08:34:06.025" v="48" actId="729"/>
        <pc:sldMkLst>
          <pc:docMk/>
          <pc:sldMk cId="1666764482" sldId="281"/>
        </pc:sldMkLst>
      </pc:sldChg>
      <pc:sldChg chg="modSp new mod">
        <pc:chgData name="Marzieh Ayati" userId="719e7aeb-c3b5-48e5-801b-084d43cd09ac" providerId="ADAL" clId="{946CB6C2-302F-4443-ADA1-3EA363AF3C4B}" dt="2026-08-26T08:35:43.387" v="83" actId="5793"/>
        <pc:sldMkLst>
          <pc:docMk/>
          <pc:sldMk cId="1119514324" sldId="282"/>
        </pc:sldMkLst>
        <pc:spChg chg="mod">
          <ac:chgData name="Marzieh Ayati" userId="719e7aeb-c3b5-48e5-801b-084d43cd09ac" providerId="ADAL" clId="{946CB6C2-302F-4443-ADA1-3EA363AF3C4B}" dt="2026-08-26T08:34:34.571" v="64" actId="20577"/>
          <ac:spMkLst>
            <pc:docMk/>
            <pc:sldMk cId="1119514324" sldId="282"/>
            <ac:spMk id="2" creationId="{97F1F138-B593-4011-8F2B-31CA649A0997}"/>
          </ac:spMkLst>
        </pc:spChg>
        <pc:spChg chg="mod">
          <ac:chgData name="Marzieh Ayati" userId="719e7aeb-c3b5-48e5-801b-084d43cd09ac" providerId="ADAL" clId="{946CB6C2-302F-4443-ADA1-3EA363AF3C4B}" dt="2026-08-26T08:35:43.387" v="83" actId="5793"/>
          <ac:spMkLst>
            <pc:docMk/>
            <pc:sldMk cId="1119514324" sldId="282"/>
            <ac:spMk id="3" creationId="{C91A9E16-DC3C-4284-AE29-D8DBC6C6935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E6730-DE8C-4161-A8A6-BB3E498024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7DCE2A-9793-4BF0-A2DA-7622B83C3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9FFA8-2973-4A4B-B497-58B97F378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A34E-F888-47AE-97E7-FF06FB958F6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5F41A-2917-4D8E-9E32-73D244850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381F0-A7CF-40E3-812A-FBBD0C6E9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9C4D-367B-43C7-AA1A-0659A7B9D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955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4C418-8EE5-4E78-BD0D-178F0509C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FC817-5C34-4D32-A45B-DF91E6920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87C95-24C6-4D59-B807-AAB514182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A34E-F888-47AE-97E7-FF06FB958F6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A2C8F-D1CA-42B1-9E95-9ED42BFE0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EAF1B-1714-47EB-8A58-0CFF4BD38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9C4D-367B-43C7-AA1A-0659A7B9D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76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AD7A0-83AD-430D-95CF-2C9E94D11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8828E-2192-43AE-8DC7-58D35722D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0AA67-31D7-4371-B3EA-C53563015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A34E-F888-47AE-97E7-FF06FB958F6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5C7F8-8CCA-4140-A42B-8583DA2E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CA264-FBF2-49AA-BEC5-BF50132CA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9C4D-367B-43C7-AA1A-0659A7B9D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1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D8692-A5E6-42FA-BAD0-D91FDAA23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C2A78-465A-4E4F-B45C-ECAEC6DBEC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E6498C-C412-429E-B818-A99914CD2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71D8EB-1EE3-4E81-855A-057208AE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A34E-F888-47AE-97E7-FF06FB958F6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7B17C-DCAD-463F-A449-EF1F662F1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55983-9E05-4159-BC54-9201201A4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9C4D-367B-43C7-AA1A-0659A7B9D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83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2F35F-529D-456E-9E7A-C76C048C1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96E5D-2A55-4C5E-8FFD-123D4DBB3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8C3B2-687B-40CF-A8B0-03BF8D5CB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AF6975-6FF7-4D3F-A69D-F8C070732B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5A7432-F4E5-4E6A-8B29-56B7901DEF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D7B9FB-1A4D-401A-AFC1-0318511E7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A34E-F888-47AE-97E7-FF06FB958F6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88605E-53EA-4306-94C7-3A6B6F7A2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70858C-128C-40D7-80D1-C778F9D58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9C4D-367B-43C7-AA1A-0659A7B9D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37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07D73-E8C0-467C-BD60-B22C8092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83DB40-A290-4754-A724-A73EA7556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A34E-F888-47AE-97E7-FF06FB958F6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C0BB19-E5D2-4301-A1ED-AA900B61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F04BB-54B9-4021-BC82-E4A98A6E4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9C4D-367B-43C7-AA1A-0659A7B9D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48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011D8-1045-428D-B5A0-BE06FDFCF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A34E-F888-47AE-97E7-FF06FB958F6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5C3154-67F8-4701-B1B9-4F2EF8A2E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2F403-13F9-409B-AD49-91CF815DE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9C4D-367B-43C7-AA1A-0659A7B9D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945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E856-1EE7-47CE-B6B2-2D5445FB6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70EC8-66F8-4CE1-9C9E-755FD53CA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EA7FA4-F8B6-4BB7-8583-E4B27134E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A8A99-BECB-4A78-B731-B3BF4938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A34E-F888-47AE-97E7-FF06FB958F6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3133E-4838-4052-AD38-4570D45C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C1828-9FDB-4A90-9481-0E508594D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9C4D-367B-43C7-AA1A-0659A7B9D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63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73141-81CF-4307-B286-3971EBC60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478B71-5C86-4D66-BB02-C068F64F0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14E14-BBA0-4227-9AE9-BD0AF3D928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CA7D6-EE86-4F1D-B39B-0E86C468B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A34E-F888-47AE-97E7-FF06FB958F6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F4F40-7133-4CF4-8D61-EB75BB9D2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A9D5C-E2EB-4782-B742-E520D7ADF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9C4D-367B-43C7-AA1A-0659A7B9D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39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75AAF-7E03-4201-816F-84E8263C9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C501F-A659-4705-B7BC-79273184F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18060-3F33-46D9-800B-71771F271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A34E-F888-47AE-97E7-FF06FB958F6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330D7-3EE7-4023-8034-5D2A9420D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89CC0-9C22-4860-BA4B-3DDA7409A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9C4D-367B-43C7-AA1A-0659A7B9D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906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9EF22-3128-424A-A4FA-1F1B063A1E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7E1552-5E4D-48F1-8EB8-DF35C1CC1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868D2-D24C-4DC6-A689-6173AA6A0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A34E-F888-47AE-97E7-FF06FB958F6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C8151-9AF3-43BE-BACD-73C33A8F9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32451-5156-4A7B-BDF6-90FAF373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9C4D-367B-43C7-AA1A-0659A7B9D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71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80B26C-C7FC-4A59-8DE5-A720CD830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AC374-FC8F-470A-A30B-6A3895A3A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ABE92-A675-42CD-95E6-22CD03343F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CA34E-F888-47AE-97E7-FF06FB958F66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7865B-EBD7-4E4A-9150-B37BA090C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8ADFA-0D30-43B9-ACB2-4E56C042CC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89C4D-367B-43C7-AA1A-0659A7B9D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62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zieh.ayati@utrgv.edu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" TargetMode="External"/><Relationship Id="rId2" Type="http://schemas.openxmlformats.org/officeDocument/2006/relationships/hyperlink" Target="https://www.w3schools.in/r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-scm.com/" TargetMode="External"/><Relationship Id="rId4" Type="http://schemas.openxmlformats.org/officeDocument/2006/relationships/hyperlink" Target="http://www.math.ucsd.edu/~bdriver/21d-s99/matlab-primer.html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iscord.gg/YqmE4dHbr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62843"/>
            <a:ext cx="11353800" cy="13255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Introduction to Data Science</a:t>
            </a:r>
            <a:br>
              <a:rPr lang="en-US" dirty="0"/>
            </a:br>
            <a:r>
              <a:rPr lang="en-US" dirty="0"/>
              <a:t>Class Time: W 6:30 - 9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49781"/>
            <a:ext cx="10515600" cy="2727181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Instructor: Marzieh </a:t>
            </a:r>
            <a:r>
              <a:rPr lang="en-US" dirty="0" err="1"/>
              <a:t>Ayati</a:t>
            </a:r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Marzieh.ayati@utrgv.edu</a:t>
            </a:r>
            <a:endParaRPr lang="en-US" dirty="0"/>
          </a:p>
          <a:p>
            <a:r>
              <a:rPr lang="en-US" dirty="0"/>
              <a:t>Office hours: by appointment or after class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85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B6596-4240-475F-92D1-4364C080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191A-5837-4557-91B9-3AB0A0002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Required: CSCI 2380; CSCI 3310 (Algorithm and data structure)</a:t>
            </a:r>
          </a:p>
          <a:p>
            <a:endParaRPr lang="en-US" dirty="0"/>
          </a:p>
          <a:p>
            <a:r>
              <a:rPr lang="en-US" dirty="0"/>
              <a:t>Preferred: STAT3337 or equivalent, CSCI 3333, and CSCI 3336. MATH 2318, MATH 2414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304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26014-3241-4E69-A1CF-DDEC30F08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18255"/>
            <a:ext cx="10515600" cy="1325563"/>
          </a:xfrm>
        </p:spPr>
        <p:txBody>
          <a:bodyPr/>
          <a:lstStyle/>
          <a:p>
            <a:r>
              <a:rPr lang="en-US" dirty="0"/>
              <a:t>Materials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36A34-6D89-4158-BD94-90BCBDE41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25179"/>
            <a:ext cx="10853057" cy="531456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u="sng" dirty="0"/>
              <a:t>Data and Distributions</a:t>
            </a:r>
            <a:endParaRPr lang="en-US" dirty="0"/>
          </a:p>
          <a:p>
            <a:r>
              <a:rPr lang="en-US" dirty="0"/>
              <a:t>Data types, probabilistic representation of data, random variables, descriptive statistics and summarization, visualization of distribution, normalization, transformation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Statistical Inference</a:t>
            </a:r>
            <a:endParaRPr lang="en-US" dirty="0"/>
          </a:p>
          <a:p>
            <a:r>
              <a:rPr lang="en-US" dirty="0"/>
              <a:t>Parameters and likelihood, differential analysis, hypothesis testing, statistical significance, permutation test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Assessing the relationship between variables</a:t>
            </a:r>
            <a:endParaRPr lang="en-US" dirty="0"/>
          </a:p>
          <a:p>
            <a:r>
              <a:rPr lang="en-US" dirty="0"/>
              <a:t>Distance measures, correlations, mutual information, visualization of the relationship between variables</a:t>
            </a:r>
            <a:r>
              <a:rPr lang="en-US" b="1" u="sng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94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50985-2D88-4910-A6E4-42EFC8009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41" y="898162"/>
            <a:ext cx="10931435" cy="58422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u="sng" dirty="0"/>
              <a:t>Supervised and Unsupervised Learning</a:t>
            </a:r>
            <a:endParaRPr lang="en-US" dirty="0"/>
          </a:p>
          <a:p>
            <a:r>
              <a:rPr lang="en-US" dirty="0"/>
              <a:t>Hierarchal clustering, K-means clustering, cluster visualization, enrichment analysis, Model fitting, regression, feature selection, LASSO, Ridge regression, cross validation </a:t>
            </a:r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en-US" b="1" u="sng" dirty="0"/>
              <a:t>Dimensionality Reduction</a:t>
            </a:r>
            <a:endParaRPr lang="en-US" dirty="0"/>
          </a:p>
          <a:p>
            <a:r>
              <a:rPr lang="en-US" dirty="0"/>
              <a:t>Curse of dimensionality, matrix decomposition, principal component analysis, use of dimensionality reduction in visualization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Networks</a:t>
            </a:r>
            <a:endParaRPr lang="en-US" dirty="0"/>
          </a:p>
          <a:p>
            <a:r>
              <a:rPr lang="en-US" dirty="0"/>
              <a:t>Random Walk, Node </a:t>
            </a:r>
            <a:r>
              <a:rPr lang="en-US"/>
              <a:t>Embeddings, Community </a:t>
            </a:r>
            <a:r>
              <a:rPr lang="en-US" dirty="0"/>
              <a:t>Detection</a:t>
            </a:r>
          </a:p>
        </p:txBody>
      </p:sp>
    </p:spTree>
    <p:extLst>
      <p:ext uri="{BB962C8B-B14F-4D97-AF65-F5344CB8AC3E}">
        <p14:creationId xmlns:p14="http://schemas.microsoft.com/office/powerpoint/2010/main" val="1955476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5A93D-EA65-4032-BCB4-2B8E702B0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D2E63-B36C-4F92-B69E-5B5DC580B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M. J. </a:t>
            </a:r>
            <a:r>
              <a:rPr lang="en-US" dirty="0" err="1"/>
              <a:t>Zaki</a:t>
            </a:r>
            <a:r>
              <a:rPr lang="en-US" dirty="0"/>
              <a:t> and W. </a:t>
            </a:r>
            <a:r>
              <a:rPr lang="en-US" dirty="0" err="1"/>
              <a:t>Maiera</a:t>
            </a:r>
            <a:r>
              <a:rPr lang="en-US" dirty="0"/>
              <a:t>, Jr. Data Mining and Analysis: Fundamental Concepts and Algorithms. Cambridge University Press, May 2014</a:t>
            </a:r>
          </a:p>
          <a:p>
            <a:pPr lvl="1"/>
            <a:endParaRPr lang="en-US" sz="1800" dirty="0"/>
          </a:p>
          <a:p>
            <a:pPr lvl="1"/>
            <a:r>
              <a:rPr lang="en-US" dirty="0"/>
              <a:t>C. O’Neil and R Schutt. Doing Data Science: Straight Talk from Frontline. O’Reilly Media Inc, October 2013</a:t>
            </a:r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61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2C5A2-45C7-48AA-9C9F-E72FDD390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85099"/>
            <a:ext cx="10644051" cy="48364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Please note that in this course programming will NOT be taught. You can use the following resources to get familiar with R, Python, or MATLAB:</a:t>
            </a:r>
          </a:p>
          <a:p>
            <a:endParaRPr lang="en-US" dirty="0"/>
          </a:p>
          <a:p>
            <a:pPr lvl="0"/>
            <a:r>
              <a:rPr lang="en-US" dirty="0"/>
              <a:t>Learning R: </a:t>
            </a:r>
            <a:r>
              <a:rPr lang="en-US" u="sng" dirty="0">
                <a:hlinkClick r:id="rId2"/>
              </a:rPr>
              <a:t>https://www.w3schools.in/r/</a:t>
            </a:r>
            <a:endParaRPr lang="en-US" dirty="0"/>
          </a:p>
          <a:p>
            <a:pPr lvl="0"/>
            <a:r>
              <a:rPr lang="en-US" dirty="0"/>
              <a:t>Learning Python: </a:t>
            </a:r>
            <a:r>
              <a:rPr lang="en-US" u="sng" dirty="0">
                <a:hlinkClick r:id="rId3"/>
              </a:rPr>
              <a:t>https://www.w3schools.com/python/</a:t>
            </a:r>
            <a:endParaRPr lang="en-US" dirty="0"/>
          </a:p>
          <a:p>
            <a:pPr lvl="0"/>
            <a:r>
              <a:rPr lang="en-US" dirty="0"/>
              <a:t>Learning MATLAB: </a:t>
            </a:r>
            <a:r>
              <a:rPr lang="en-US" u="sng" dirty="0">
                <a:hlinkClick r:id="rId4"/>
              </a:rPr>
              <a:t>http://www.math.ucsd.edu/~bdriver/21d-s99/matlab-primer.html</a:t>
            </a:r>
            <a:endParaRPr lang="en-US" dirty="0"/>
          </a:p>
          <a:p>
            <a:pPr lvl="0"/>
            <a:r>
              <a:rPr lang="en-US" dirty="0"/>
              <a:t>Learning GIT</a:t>
            </a:r>
            <a:r>
              <a:rPr lang="en-US" u="sng" dirty="0"/>
              <a:t>: </a:t>
            </a:r>
            <a:r>
              <a:rPr lang="en-US" u="sng" dirty="0">
                <a:hlinkClick r:id="rId5"/>
              </a:rPr>
              <a:t>https://git-scm.com/</a:t>
            </a:r>
            <a:endParaRPr lang="en-US" u="sng" dirty="0"/>
          </a:p>
          <a:p>
            <a:pPr lvl="0"/>
            <a:endParaRPr lang="en-US" u="sng" dirty="0"/>
          </a:p>
          <a:p>
            <a:pPr lvl="0"/>
            <a:r>
              <a:rPr lang="en-US" u="sng" dirty="0">
                <a:solidFill>
                  <a:srgbClr val="FF0000"/>
                </a:solidFill>
              </a:rPr>
              <a:t>Learn how to use Google search / ChatGPT efficiently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71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045" y="0"/>
            <a:ext cx="10515600" cy="1325563"/>
          </a:xfrm>
        </p:spPr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181676"/>
            <a:ext cx="10235046" cy="5104824"/>
          </a:xfrm>
        </p:spPr>
        <p:txBody>
          <a:bodyPr>
            <a:normAutofit/>
          </a:bodyPr>
          <a:lstStyle/>
          <a:p>
            <a:r>
              <a:rPr lang="en-US" sz="2400" dirty="0"/>
              <a:t>Participation, Activities, and Quiz (30%)</a:t>
            </a:r>
          </a:p>
          <a:p>
            <a:r>
              <a:rPr lang="en-US" sz="2400" dirty="0"/>
              <a:t>HomeWorks (20%) [Individually]</a:t>
            </a:r>
          </a:p>
          <a:p>
            <a:pPr lvl="1"/>
            <a:r>
              <a:rPr lang="en-US" sz="2000" dirty="0"/>
              <a:t>Working with real data</a:t>
            </a:r>
          </a:p>
          <a:p>
            <a:r>
              <a:rPr lang="en-US" sz="2400" dirty="0"/>
              <a:t>Final Exam (15%) [ Open Book]</a:t>
            </a:r>
          </a:p>
          <a:p>
            <a:pPr lvl="1"/>
            <a:r>
              <a:rPr lang="en-US" sz="2000" dirty="0"/>
              <a:t>Open book</a:t>
            </a:r>
          </a:p>
          <a:p>
            <a:r>
              <a:rPr lang="en-US" sz="2400" dirty="0"/>
              <a:t>Project (35%) [ Group of 3, Pre-defined]</a:t>
            </a:r>
          </a:p>
          <a:p>
            <a:pPr lvl="1"/>
            <a:r>
              <a:rPr lang="en-US" sz="2000" dirty="0"/>
              <a:t>Proposal Presentation</a:t>
            </a:r>
          </a:p>
          <a:p>
            <a:pPr lvl="1"/>
            <a:r>
              <a:rPr lang="en-US" sz="2000" dirty="0"/>
              <a:t>Final Presentation</a:t>
            </a:r>
          </a:p>
          <a:p>
            <a:pPr lvl="1"/>
            <a:r>
              <a:rPr lang="en-US" sz="2000" dirty="0"/>
              <a:t>Final Report</a:t>
            </a:r>
          </a:p>
          <a:p>
            <a:pPr lvl="1"/>
            <a:r>
              <a:rPr lang="en-US" sz="2000" dirty="0"/>
              <a:t>Group Contribution</a:t>
            </a:r>
          </a:p>
          <a:p>
            <a:pPr lvl="2"/>
            <a:r>
              <a:rPr lang="en-US" sz="1600" dirty="0"/>
              <a:t>Public </a:t>
            </a:r>
            <a:r>
              <a:rPr lang="en-US" sz="1600" dirty="0" err="1"/>
              <a:t>Github</a:t>
            </a:r>
            <a:r>
              <a:rPr lang="en-US" sz="1600" dirty="0"/>
              <a:t> Repository</a:t>
            </a:r>
          </a:p>
          <a:p>
            <a:pPr lvl="2"/>
            <a:r>
              <a:rPr lang="en-US" sz="1600" dirty="0"/>
              <a:t>Discord group</a:t>
            </a:r>
          </a:p>
          <a:p>
            <a:pPr lvl="2"/>
            <a:r>
              <a:rPr lang="en-US" sz="1600" dirty="0"/>
              <a:t>Teammate evaluation [final grade of project*average(teammate evaluation)]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13065" y="4583255"/>
            <a:ext cx="9216734" cy="20483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 dirty="0"/>
          </a:p>
        </p:txBody>
      </p:sp>
      <p:sp>
        <p:nvSpPr>
          <p:cNvPr id="5" name="Rectangle 4"/>
          <p:cNvSpPr/>
          <p:nvPr/>
        </p:nvSpPr>
        <p:spPr>
          <a:xfrm>
            <a:off x="8640661" y="4026716"/>
            <a:ext cx="3268904" cy="2432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/>
          </a:p>
          <a:p>
            <a:r>
              <a:rPr lang="en-US" b="1" dirty="0"/>
              <a:t>A -&gt; 90-100</a:t>
            </a:r>
          </a:p>
          <a:p>
            <a:r>
              <a:rPr lang="en-US" b="1" dirty="0"/>
              <a:t>B -&gt; 80-89</a:t>
            </a:r>
          </a:p>
          <a:p>
            <a:r>
              <a:rPr lang="en-US" b="1" dirty="0"/>
              <a:t>C -&gt; 70-79</a:t>
            </a:r>
          </a:p>
          <a:p>
            <a:r>
              <a:rPr lang="en-US" b="1" dirty="0"/>
              <a:t>D -&gt; 60-69</a:t>
            </a:r>
          </a:p>
          <a:p>
            <a:r>
              <a:rPr lang="en-US" b="1" dirty="0"/>
              <a:t>F -&gt; 0 – 59</a:t>
            </a:r>
          </a:p>
          <a:p>
            <a:endParaRPr lang="en-US" b="1" dirty="0"/>
          </a:p>
          <a:p>
            <a:r>
              <a:rPr lang="en-US" b="1" dirty="0"/>
              <a:t>Grades may be curved to reflect the overall performance of the class. </a:t>
            </a:r>
          </a:p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C44644-DDE5-4054-942D-40E706F24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146" y="1325563"/>
            <a:ext cx="4521854" cy="265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27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3789C-D032-4569-B960-5BA73C84A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6" y="365125"/>
            <a:ext cx="10657114" cy="1325563"/>
          </a:xfrm>
        </p:spPr>
        <p:txBody>
          <a:bodyPr/>
          <a:lstStyle/>
          <a:p>
            <a:r>
              <a:rPr lang="en-US" dirty="0"/>
              <a:t>Family centered / community centered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3F9E5-EB58-447F-8982-EE2C5533D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10% bonus if your project involves family or community</a:t>
            </a:r>
          </a:p>
          <a:p>
            <a:endParaRPr lang="en-US" dirty="0"/>
          </a:p>
          <a:p>
            <a:r>
              <a:rPr lang="en-US" dirty="0"/>
              <a:t>For data collection or for impact on family</a:t>
            </a:r>
            <a:r>
              <a:rPr lang="en-US"/>
              <a:t>/community</a:t>
            </a:r>
          </a:p>
          <a:p>
            <a:endParaRPr lang="en-US" dirty="0"/>
          </a:p>
          <a:p>
            <a:r>
              <a:rPr lang="en-US" dirty="0"/>
              <a:t>This project is part of a National Science Foundation grant, and it will require you to interview/interact with members of your community or family. </a:t>
            </a:r>
          </a:p>
          <a:p>
            <a:endParaRPr lang="en-US" dirty="0"/>
          </a:p>
          <a:p>
            <a:r>
              <a:rPr lang="en-US" dirty="0"/>
              <a:t>FCSP Demonstration will be on April 18th. You have to create a poster and family members are invited. In the case that none of your group members can attend, you will get 3% of the bonus point. </a:t>
            </a:r>
          </a:p>
        </p:txBody>
      </p:sp>
    </p:spTree>
    <p:extLst>
      <p:ext uri="{BB962C8B-B14F-4D97-AF65-F5344CB8AC3E}">
        <p14:creationId xmlns:p14="http://schemas.microsoft.com/office/powerpoint/2010/main" val="1666764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1F138-B593-4011-8F2B-31CA649A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A9E16-DC3C-4284-AE29-D8DBC6C69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Students are encouraged to use Artificial Intelligence (AI) tools. However, AI should be used as a tool to support your thinking, not as a substitute for it.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Students are responsible for the accuracy, quality, and integrity of all work they submit</a:t>
            </a:r>
            <a:endParaRPr lang="en-US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r>
              <a:rPr lang="en-US" b="1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Blindly copying and pasting AI-generated content is not acceptable.</a:t>
            </a:r>
            <a:r>
              <a:rPr lang="en-US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 </a:t>
            </a:r>
          </a:p>
          <a:p>
            <a:pPr algn="l"/>
            <a:r>
              <a:rPr lang="en-US" b="1" i="0" dirty="0">
                <a:solidFill>
                  <a:srgbClr val="1A1C1C"/>
                </a:solidFill>
                <a:effectLst/>
                <a:latin typeface="Roboto" panose="02000000000000000000" pitchFamily="2" charset="0"/>
              </a:rPr>
              <a:t>AI SHOULD NOT BE USED IN THE FINAL EXAM. USING AI IN THE FINAL EXAM WILL RESULT IN 0 FOR FINAL EXAM.</a:t>
            </a:r>
            <a:endParaRPr lang="en-US" b="0" i="0" dirty="0">
              <a:solidFill>
                <a:srgbClr val="1A1C1C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514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Plagiarism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Zero-tolerance policy on plagiarism is enforced. If the </a:t>
            </a:r>
            <a:r>
              <a:rPr lang="en-US" u="sng" dirty="0" err="1"/>
              <a:t>homeworks</a:t>
            </a:r>
            <a:r>
              <a:rPr lang="en-US" u="sng" dirty="0"/>
              <a:t> or assignment found to be similar to the available resources online or to other students, you will get 0 for that assignment.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A few students randomly may be selected to come to the office hour to explain their homework. </a:t>
            </a:r>
            <a:r>
              <a:rPr lang="en-US" b="1" u="sng" dirty="0"/>
              <a:t>Not showing up results losing the score for that particular assignment.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27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Question? Suggestion?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28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42A56-7045-49BF-96EF-0BA917076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have HomeWorks </a:t>
            </a:r>
            <a:r>
              <a:rPr lang="en-US"/>
              <a:t>for this week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C6D7E-4186-4332-BD6F-9B674CCF3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Available on </a:t>
            </a:r>
            <a:r>
              <a:rPr lang="en-US" dirty="0" err="1"/>
              <a:t>BrightSpace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Join </a:t>
            </a:r>
            <a:r>
              <a:rPr lang="en-US"/>
              <a:t>Discord Server (</a:t>
            </a:r>
            <a:r>
              <a:rPr lang="en-US" sz="1800" u="sng">
                <a:solidFill>
                  <a:srgbClr val="0563C1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  <a:hlinkClick r:id="rId2"/>
              </a:rPr>
              <a:t>https://discord.gg/YqmE4dHbrp</a:t>
            </a:r>
            <a:r>
              <a:rPr lang="en-US" sz="1800" u="sng">
                <a:solidFill>
                  <a:srgbClr val="0563C1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)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Take self-assessment test to help me group you properly</a:t>
            </a:r>
          </a:p>
        </p:txBody>
      </p:sp>
    </p:spTree>
    <p:extLst>
      <p:ext uri="{BB962C8B-B14F-4D97-AF65-F5344CB8AC3E}">
        <p14:creationId xmlns:p14="http://schemas.microsoft.com/office/powerpoint/2010/main" val="4004878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20FD0C2881EA4A90727A064126FC20" ma:contentTypeVersion="13" ma:contentTypeDescription="Create a new document." ma:contentTypeScope="" ma:versionID="c260b951da18117c8c193c037c96b92c">
  <xsd:schema xmlns:xsd="http://www.w3.org/2001/XMLSchema" xmlns:xs="http://www.w3.org/2001/XMLSchema" xmlns:p="http://schemas.microsoft.com/office/2006/metadata/properties" xmlns:ns3="19eadfd7-bd8e-490f-9f29-05c59f74add2" xmlns:ns4="74abacc2-06e5-4e7c-aecc-4fd68412481c" targetNamespace="http://schemas.microsoft.com/office/2006/metadata/properties" ma:root="true" ma:fieldsID="95adb3d05306777b1d2a43a6ccfcbaf4" ns3:_="" ns4:_="">
    <xsd:import namespace="19eadfd7-bd8e-490f-9f29-05c59f74add2"/>
    <xsd:import namespace="74abacc2-06e5-4e7c-aecc-4fd68412481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EventHashCode" minOccurs="0"/>
                <xsd:element ref="ns3:MediaServiceGenerationTime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eadfd7-bd8e-490f-9f29-05c59f74ad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2" nillable="true" ma:displayName="MediaServiceAutoTags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bacc2-06e5-4e7c-aecc-4fd68412481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0C7338-CEE3-451E-8218-5F211DDE823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4C6FA41-FEEF-4866-B532-0000C2A959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9eadfd7-bd8e-490f-9f29-05c59f74add2"/>
    <ds:schemaRef ds:uri="74abacc2-06e5-4e7c-aecc-4fd6841248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CCC06D4-EED0-41B5-ADAF-726360B5939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1193</TotalTime>
  <Words>717</Words>
  <Application>Microsoft Office PowerPoint</Application>
  <PresentationFormat>Widescreen</PresentationFormat>
  <Paragraphs>89</Paragraphs>
  <Slides>12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Helvetica</vt:lpstr>
      <vt:lpstr>Montserrat</vt:lpstr>
      <vt:lpstr>Roboto</vt:lpstr>
      <vt:lpstr>Office Theme</vt:lpstr>
      <vt:lpstr>  Introduction to Data Science Class Time: W 6:30 - 9</vt:lpstr>
      <vt:lpstr>Prerequisites </vt:lpstr>
      <vt:lpstr>Materials </vt:lpstr>
      <vt:lpstr>PowerPoint Presentation</vt:lpstr>
      <vt:lpstr>Text Book</vt:lpstr>
      <vt:lpstr>PowerPoint Presentation</vt:lpstr>
      <vt:lpstr>Grading</vt:lpstr>
      <vt:lpstr>Family centered / community centered project</vt:lpstr>
      <vt:lpstr>Use of AI</vt:lpstr>
      <vt:lpstr>Plagiarism</vt:lpstr>
      <vt:lpstr>  Question? Suggestion?</vt:lpstr>
      <vt:lpstr>You have HomeWorks for this week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CSCI 4341 Class Location: Zoom Link will change (Use BlackBoard) Class Time: TR 2 - 3:15 </dc:title>
  <dc:creator>Marzieh Ayati</dc:creator>
  <cp:lastModifiedBy>Marzieh Ayati</cp:lastModifiedBy>
  <cp:revision>2</cp:revision>
  <dcterms:created xsi:type="dcterms:W3CDTF">2020-08-24T20:16:43Z</dcterms:created>
  <dcterms:modified xsi:type="dcterms:W3CDTF">2026-08-26T22:11:40Z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0x0101007E20FD0C2881EA4A90727A064126FC20</vt:lpwstr>
  </property>
</Properties>
</file>