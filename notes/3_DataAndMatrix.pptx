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957" r:id="rId6"/>
    <p:sldId id="958" r:id="rId7"/>
    <p:sldId id="973" r:id="rId8"/>
    <p:sldId id="956" r:id="rId9"/>
    <p:sldId id="955" r:id="rId10"/>
    <p:sldId id="968" r:id="rId11"/>
    <p:sldId id="959" r:id="rId12"/>
    <p:sldId id="960" r:id="rId13"/>
    <p:sldId id="963" r:id="rId14"/>
    <p:sldId id="961" r:id="rId15"/>
    <p:sldId id="962" r:id="rId16"/>
    <p:sldId id="964" r:id="rId17"/>
    <p:sldId id="967" r:id="rId18"/>
    <p:sldId id="974" r:id="rId19"/>
    <p:sldId id="965" r:id="rId20"/>
    <p:sldId id="966" r:id="rId21"/>
    <p:sldId id="989" r:id="rId22"/>
    <p:sldId id="969" r:id="rId23"/>
    <p:sldId id="971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1187" autoAdjust="0"/>
  </p:normalViewPr>
  <p:slideViewPr>
    <p:cSldViewPr snapToGrid="0">
      <p:cViewPr varScale="1">
        <p:scale>
          <a:sx n="82" d="100"/>
          <a:sy n="82" d="100"/>
        </p:scale>
        <p:origin x="261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zieh Ayati" userId="719e7aeb-c3b5-48e5-801b-084d43cd09ac" providerId="ADAL" clId="{2402073D-0BE0-4759-9D24-F82BC47633D4}"/>
    <pc:docChg chg="undo custSel addSld delSld modSld sldOrd delMainMaster">
      <pc:chgData name="Marzieh Ayati" userId="719e7aeb-c3b5-48e5-801b-084d43cd09ac" providerId="ADAL" clId="{2402073D-0BE0-4759-9D24-F82BC47633D4}" dt="2020-08-27T18:44:39.967" v="2859"/>
      <pc:docMkLst>
        <pc:docMk/>
      </pc:docMkLst>
      <pc:sldChg chg="addSp delSp modSp mod">
        <pc:chgData name="Marzieh Ayati" userId="719e7aeb-c3b5-48e5-801b-084d43cd09ac" providerId="ADAL" clId="{2402073D-0BE0-4759-9D24-F82BC47633D4}" dt="2020-08-26T21:29:11.298" v="23" actId="478"/>
        <pc:sldMkLst>
          <pc:docMk/>
          <pc:sldMk cId="1943182570" sldId="256"/>
        </pc:sldMkLst>
        <pc:spChg chg="mod">
          <ac:chgData name="Marzieh Ayati" userId="719e7aeb-c3b5-48e5-801b-084d43cd09ac" providerId="ADAL" clId="{2402073D-0BE0-4759-9D24-F82BC47633D4}" dt="2020-08-26T21:28:44.961" v="16" actId="5793"/>
          <ac:spMkLst>
            <pc:docMk/>
            <pc:sldMk cId="1943182570" sldId="256"/>
            <ac:spMk id="2" creationId="{2EDC7AB6-BAAA-4718-BE78-FFDC86862CF3}"/>
          </ac:spMkLst>
        </pc:spChg>
        <pc:picChg chg="add del">
          <ac:chgData name="Marzieh Ayati" userId="719e7aeb-c3b5-48e5-801b-084d43cd09ac" providerId="ADAL" clId="{2402073D-0BE0-4759-9D24-F82BC47633D4}" dt="2020-08-26T21:29:11.298" v="23" actId="478"/>
          <ac:picMkLst>
            <pc:docMk/>
            <pc:sldMk cId="1943182570" sldId="256"/>
            <ac:picMk id="4" creationId="{E6071B72-5DF3-4050-9588-62CAE571400F}"/>
          </ac:picMkLst>
        </pc:picChg>
      </pc:sldChg>
      <pc:sldChg chg="add del setBg">
        <pc:chgData name="Marzieh Ayati" userId="719e7aeb-c3b5-48e5-801b-084d43cd09ac" providerId="ADAL" clId="{2402073D-0BE0-4759-9D24-F82BC47633D4}" dt="2020-08-26T21:43:00.020" v="62" actId="47"/>
        <pc:sldMkLst>
          <pc:docMk/>
          <pc:sldMk cId="4032986112" sldId="257"/>
        </pc:sldMkLst>
      </pc:sldChg>
      <pc:sldChg chg="modSp del mod">
        <pc:chgData name="Marzieh Ayati" userId="719e7aeb-c3b5-48e5-801b-084d43cd09ac" providerId="ADAL" clId="{2402073D-0BE0-4759-9D24-F82BC47633D4}" dt="2020-08-27T00:49:32.839" v="1617" actId="47"/>
        <pc:sldMkLst>
          <pc:docMk/>
          <pc:sldMk cId="0" sldId="258"/>
        </pc:sldMkLst>
        <pc:spChg chg="mod">
          <ac:chgData name="Marzieh Ayati" userId="719e7aeb-c3b5-48e5-801b-084d43cd09ac" providerId="ADAL" clId="{2402073D-0BE0-4759-9D24-F82BC47633D4}" dt="2020-08-27T00:49:14.615" v="1610" actId="21"/>
          <ac:spMkLst>
            <pc:docMk/>
            <pc:sldMk cId="0" sldId="258"/>
            <ac:spMk id="76" creationId="{00000000-0000-0000-0000-000000000000}"/>
          </ac:spMkLst>
        </pc:spChg>
        <pc:spChg chg="mod">
          <ac:chgData name="Marzieh Ayati" userId="719e7aeb-c3b5-48e5-801b-084d43cd09ac" providerId="ADAL" clId="{2402073D-0BE0-4759-9D24-F82BC47633D4}" dt="2020-08-27T00:49:24.406" v="1613" actId="21"/>
          <ac:spMkLst>
            <pc:docMk/>
            <pc:sldMk cId="0" sldId="258"/>
            <ac:spMk id="77" creationId="{00000000-0000-0000-0000-000000000000}"/>
          </ac:spMkLst>
        </pc:spChg>
      </pc:sldChg>
      <pc:sldChg chg="new del">
        <pc:chgData name="Marzieh Ayati" userId="719e7aeb-c3b5-48e5-801b-084d43cd09ac" providerId="ADAL" clId="{2402073D-0BE0-4759-9D24-F82BC47633D4}" dt="2020-08-27T00:49:32.216" v="1616" actId="47"/>
        <pc:sldMkLst>
          <pc:docMk/>
          <pc:sldMk cId="3369659699" sldId="953"/>
        </pc:sldMkLst>
      </pc:sldChg>
      <pc:sldChg chg="addSp delSp modSp new del mod">
        <pc:chgData name="Marzieh Ayati" userId="719e7aeb-c3b5-48e5-801b-084d43cd09ac" providerId="ADAL" clId="{2402073D-0BE0-4759-9D24-F82BC47633D4}" dt="2020-08-27T00:49:31.515" v="1615" actId="47"/>
        <pc:sldMkLst>
          <pc:docMk/>
          <pc:sldMk cId="3926057047" sldId="954"/>
        </pc:sldMkLst>
        <pc:spChg chg="del">
          <ac:chgData name="Marzieh Ayati" userId="719e7aeb-c3b5-48e5-801b-084d43cd09ac" providerId="ADAL" clId="{2402073D-0BE0-4759-9D24-F82BC47633D4}" dt="2020-08-26T21:40:14.751" v="27" actId="478"/>
          <ac:spMkLst>
            <pc:docMk/>
            <pc:sldMk cId="3926057047" sldId="954"/>
            <ac:spMk id="2" creationId="{36F2EC83-6FF5-4F1E-B056-AD55E79831CE}"/>
          </ac:spMkLst>
        </pc:spChg>
        <pc:spChg chg="del">
          <ac:chgData name="Marzieh Ayati" userId="719e7aeb-c3b5-48e5-801b-084d43cd09ac" providerId="ADAL" clId="{2402073D-0BE0-4759-9D24-F82BC47633D4}" dt="2020-08-26T21:40:13.392" v="26" actId="478"/>
          <ac:spMkLst>
            <pc:docMk/>
            <pc:sldMk cId="3926057047" sldId="954"/>
            <ac:spMk id="3" creationId="{B8C53028-3F0C-4088-8FFD-7EDE519D95EA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4" creationId="{B8446672-7461-4038-9327-98AADABE9625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5" creationId="{63B886F1-9495-4C1C-9D92-FB8677E42CC4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6" creationId="{460C544B-E750-4B06-9AC0-62311E2CD5BC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7" creationId="{6ED881DF-E8D6-4669-B86A-5F31C641ECA9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8" creationId="{F17555DF-1FF4-463C-9AD4-520CB3572587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9" creationId="{8B36B4D4-333E-4551-8CEC-D5894706105B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0" creationId="{75BE7126-B76B-4539-AABF-8DE389C04668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1" creationId="{276F38C2-FFA5-490D-9845-48A1A569C47D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2" creationId="{DBDFC877-165D-45FC-9E3F-34EA7E35DE50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3" creationId="{60BED559-7555-4502-B4B3-EA7EC54C5AF7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4" creationId="{4D27DEB4-0B8A-4CFF-AA45-C118F1820D43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5" creationId="{4BBCC032-F92F-4C1E-9DB9-9DA39C482373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6" creationId="{DEEE6CF1-2282-4D72-85AF-0A063F01F865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7" creationId="{95FF78B7-85DA-4C5B-8FEF-3FA4C0E327D7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8" creationId="{24079E6E-6A62-44B4-8E6E-1C92EE3ADC4C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19" creationId="{5B333160-07BA-4C10-BF1E-4D3296825999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0" creationId="{0ED3DD21-91FA-4A9F-AFE5-0754D4128F77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1" creationId="{DBF52477-9B8B-4B1D-A78C-5D9B008ED341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2" creationId="{A2A2376E-621B-4E11-ACF8-C475A6962F71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3" creationId="{C4E2E186-77E6-4C11-8A27-3B09F938DA89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4" creationId="{5EFBD431-4AA3-4E31-8B01-243751E3D3DE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5" creationId="{C0D19A1C-C0EE-4097-8F7A-9B9BC260FFD9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6" creationId="{C0C3E525-4760-4ABD-9F46-5E9A54DBB773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7" creationId="{82C12E3F-9F60-44EE-9723-6E73CF8828C9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8" creationId="{76B78C9E-F898-48E2-843E-6C195DC5C5D3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29" creationId="{296AC7BE-9DF9-4E0E-A5E5-95B524985E39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30" creationId="{D989BE30-FF77-4F41-963D-FAC2932BCE5E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31" creationId="{8CB72EE8-A2ED-4E75-83C0-A613E61EED7C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32" creationId="{29C7F8A7-590E-48B6-94C6-6E9EC460D9E3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33" creationId="{61295E54-3836-4744-9498-041AD08E615F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47" creationId="{CF464824-9C56-485E-88F1-CF6A43DC4063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61" creationId="{479B46BB-6E06-44AD-B409-1411A98CA2B4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62" creationId="{E65CD40D-841F-49AB-850E-CCCBD822BD25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63" creationId="{327D053B-5CF2-481D-85C1-CB091838B2A3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64" creationId="{8D8D445C-E4B4-4FD9-B855-4B7C387D9DE9}"/>
          </ac:spMkLst>
        </pc:spChg>
        <pc:spChg chg="add del mod">
          <ac:chgData name="Marzieh Ayati" userId="719e7aeb-c3b5-48e5-801b-084d43cd09ac" providerId="ADAL" clId="{2402073D-0BE0-4759-9D24-F82BC47633D4}" dt="2020-08-26T21:40:39.936" v="31"/>
          <ac:spMkLst>
            <pc:docMk/>
            <pc:sldMk cId="3926057047" sldId="954"/>
            <ac:spMk id="65" creationId="{2BB104B4-29DE-4BAF-A246-D06A26E1F47F}"/>
          </ac:spMkLst>
        </pc:spChg>
        <pc:grpChg chg="add del mod">
          <ac:chgData name="Marzieh Ayati" userId="719e7aeb-c3b5-48e5-801b-084d43cd09ac" providerId="ADAL" clId="{2402073D-0BE0-4759-9D24-F82BC47633D4}" dt="2020-08-26T21:40:39.936" v="31"/>
          <ac:grpSpMkLst>
            <pc:docMk/>
            <pc:sldMk cId="3926057047" sldId="954"/>
            <ac:grpSpMk id="34" creationId="{DFD32CC1-9939-4699-A6B9-9D1C20C5CD46}"/>
          </ac:grpSpMkLst>
        </pc:grpChg>
        <pc:grpChg chg="add del mod">
          <ac:chgData name="Marzieh Ayati" userId="719e7aeb-c3b5-48e5-801b-084d43cd09ac" providerId="ADAL" clId="{2402073D-0BE0-4759-9D24-F82BC47633D4}" dt="2020-08-26T21:40:39.936" v="31"/>
          <ac:grpSpMkLst>
            <pc:docMk/>
            <pc:sldMk cId="3926057047" sldId="954"/>
            <ac:grpSpMk id="48" creationId="{55506D3B-84B8-44FD-A353-618F53FF8837}"/>
          </ac:grpSpMkLst>
        </pc:grpChg>
      </pc:sldChg>
      <pc:sldChg chg="addSp modSp new mod modAnim">
        <pc:chgData name="Marzieh Ayati" userId="719e7aeb-c3b5-48e5-801b-084d43cd09ac" providerId="ADAL" clId="{2402073D-0BE0-4759-9D24-F82BC47633D4}" dt="2020-08-27T00:57:53.495" v="1671" actId="20577"/>
        <pc:sldMkLst>
          <pc:docMk/>
          <pc:sldMk cId="2788338526" sldId="955"/>
        </pc:sldMkLst>
        <pc:spChg chg="mod">
          <ac:chgData name="Marzieh Ayati" userId="719e7aeb-c3b5-48e5-801b-084d43cd09ac" providerId="ADAL" clId="{2402073D-0BE0-4759-9D24-F82BC47633D4}" dt="2020-08-26T21:41:52.455" v="47" actId="1076"/>
          <ac:spMkLst>
            <pc:docMk/>
            <pc:sldMk cId="2788338526" sldId="955"/>
            <ac:spMk id="2" creationId="{91E9EC88-414B-4CCB-A426-BA6A73EA7BF3}"/>
          </ac:spMkLst>
        </pc:spChg>
        <pc:spChg chg="mod">
          <ac:chgData name="Marzieh Ayati" userId="719e7aeb-c3b5-48e5-801b-084d43cd09ac" providerId="ADAL" clId="{2402073D-0BE0-4759-9D24-F82BC47633D4}" dt="2020-08-27T00:02:50.841" v="1161" actId="6549"/>
          <ac:spMkLst>
            <pc:docMk/>
            <pc:sldMk cId="2788338526" sldId="955"/>
            <ac:spMk id="3" creationId="{DCDB9180-C9D9-444B-A0F6-7D6901F4C2D7}"/>
          </ac:spMkLst>
        </pc:spChg>
        <pc:spChg chg="add mod">
          <ac:chgData name="Marzieh Ayati" userId="719e7aeb-c3b5-48e5-801b-084d43cd09ac" providerId="ADAL" clId="{2402073D-0BE0-4759-9D24-F82BC47633D4}" dt="2020-08-27T00:57:11.318" v="1655" actId="20577"/>
          <ac:spMkLst>
            <pc:docMk/>
            <pc:sldMk cId="2788338526" sldId="955"/>
            <ac:spMk id="5" creationId="{A9B4D33D-5F04-4D1B-9909-FB65B30EBB99}"/>
          </ac:spMkLst>
        </pc:spChg>
        <pc:spChg chg="add mod">
          <ac:chgData name="Marzieh Ayati" userId="719e7aeb-c3b5-48e5-801b-084d43cd09ac" providerId="ADAL" clId="{2402073D-0BE0-4759-9D24-F82BC47633D4}" dt="2020-08-27T00:57:53.495" v="1671" actId="20577"/>
          <ac:spMkLst>
            <pc:docMk/>
            <pc:sldMk cId="2788338526" sldId="955"/>
            <ac:spMk id="6" creationId="{B87F159B-1F56-4CAB-AC28-27F5A9A31158}"/>
          </ac:spMkLst>
        </pc:spChg>
        <pc:picChg chg="add mod">
          <ac:chgData name="Marzieh Ayati" userId="719e7aeb-c3b5-48e5-801b-084d43cd09ac" providerId="ADAL" clId="{2402073D-0BE0-4759-9D24-F82BC47633D4}" dt="2020-08-27T00:51:28.316" v="1618" actId="1076"/>
          <ac:picMkLst>
            <pc:docMk/>
            <pc:sldMk cId="2788338526" sldId="955"/>
            <ac:picMk id="4" creationId="{4D83052A-DC48-4EC4-986B-EB775FF36D13}"/>
          </ac:picMkLst>
        </pc:picChg>
      </pc:sldChg>
      <pc:sldChg chg="modSp new mod">
        <pc:chgData name="Marzieh Ayati" userId="719e7aeb-c3b5-48e5-801b-084d43cd09ac" providerId="ADAL" clId="{2402073D-0BE0-4759-9D24-F82BC47633D4}" dt="2020-08-26T23:58:55.288" v="1025" actId="20577"/>
        <pc:sldMkLst>
          <pc:docMk/>
          <pc:sldMk cId="823079226" sldId="956"/>
        </pc:sldMkLst>
        <pc:spChg chg="mod">
          <ac:chgData name="Marzieh Ayati" userId="719e7aeb-c3b5-48e5-801b-084d43cd09ac" providerId="ADAL" clId="{2402073D-0BE0-4759-9D24-F82BC47633D4}" dt="2020-08-26T21:43:10.623" v="75" actId="20577"/>
          <ac:spMkLst>
            <pc:docMk/>
            <pc:sldMk cId="823079226" sldId="956"/>
            <ac:spMk id="2" creationId="{ABFD0E47-4B9D-454C-A441-622928C055C0}"/>
          </ac:spMkLst>
        </pc:spChg>
        <pc:spChg chg="mod">
          <ac:chgData name="Marzieh Ayati" userId="719e7aeb-c3b5-48e5-801b-084d43cd09ac" providerId="ADAL" clId="{2402073D-0BE0-4759-9D24-F82BC47633D4}" dt="2020-08-26T23:58:55.288" v="1025" actId="20577"/>
          <ac:spMkLst>
            <pc:docMk/>
            <pc:sldMk cId="823079226" sldId="956"/>
            <ac:spMk id="3" creationId="{386DD8B9-E644-4E6B-86E0-51D6525B4861}"/>
          </ac:spMkLst>
        </pc:spChg>
      </pc:sldChg>
      <pc:sldChg chg="modSp new mod">
        <pc:chgData name="Marzieh Ayati" userId="719e7aeb-c3b5-48e5-801b-084d43cd09ac" providerId="ADAL" clId="{2402073D-0BE0-4759-9D24-F82BC47633D4}" dt="2020-08-27T02:03:37.025" v="1718" actId="113"/>
        <pc:sldMkLst>
          <pc:docMk/>
          <pc:sldMk cId="3914102602" sldId="957"/>
        </pc:sldMkLst>
        <pc:spChg chg="mod">
          <ac:chgData name="Marzieh Ayati" userId="719e7aeb-c3b5-48e5-801b-084d43cd09ac" providerId="ADAL" clId="{2402073D-0BE0-4759-9D24-F82BC47633D4}" dt="2020-08-26T21:44:22.688" v="116" actId="20577"/>
          <ac:spMkLst>
            <pc:docMk/>
            <pc:sldMk cId="3914102602" sldId="957"/>
            <ac:spMk id="2" creationId="{E6B0FE03-0F08-45F8-B799-4D5C9F7D79CA}"/>
          </ac:spMkLst>
        </pc:spChg>
        <pc:spChg chg="mod">
          <ac:chgData name="Marzieh Ayati" userId="719e7aeb-c3b5-48e5-801b-084d43cd09ac" providerId="ADAL" clId="{2402073D-0BE0-4759-9D24-F82BC47633D4}" dt="2020-08-27T02:03:37.025" v="1718" actId="113"/>
          <ac:spMkLst>
            <pc:docMk/>
            <pc:sldMk cId="3914102602" sldId="957"/>
            <ac:spMk id="3" creationId="{1E3C370D-B1A5-44AA-A0EA-71A582380E79}"/>
          </ac:spMkLst>
        </pc:spChg>
      </pc:sldChg>
      <pc:sldChg chg="modSp add mod">
        <pc:chgData name="Marzieh Ayati" userId="719e7aeb-c3b5-48e5-801b-084d43cd09ac" providerId="ADAL" clId="{2402073D-0BE0-4759-9D24-F82BC47633D4}" dt="2020-08-27T02:12:50.141" v="1875" actId="27636"/>
        <pc:sldMkLst>
          <pc:docMk/>
          <pc:sldMk cId="3206695769" sldId="958"/>
        </pc:sldMkLst>
        <pc:spChg chg="mod">
          <ac:chgData name="Marzieh Ayati" userId="719e7aeb-c3b5-48e5-801b-084d43cd09ac" providerId="ADAL" clId="{2402073D-0BE0-4759-9D24-F82BC47633D4}" dt="2020-08-27T02:11:07.800" v="1838" actId="1076"/>
          <ac:spMkLst>
            <pc:docMk/>
            <pc:sldMk cId="3206695769" sldId="958"/>
            <ac:spMk id="2" creationId="{E6B0FE03-0F08-45F8-B799-4D5C9F7D79CA}"/>
          </ac:spMkLst>
        </pc:spChg>
        <pc:spChg chg="mod">
          <ac:chgData name="Marzieh Ayati" userId="719e7aeb-c3b5-48e5-801b-084d43cd09ac" providerId="ADAL" clId="{2402073D-0BE0-4759-9D24-F82BC47633D4}" dt="2020-08-27T02:12:50.141" v="1875" actId="27636"/>
          <ac:spMkLst>
            <pc:docMk/>
            <pc:sldMk cId="3206695769" sldId="958"/>
            <ac:spMk id="3" creationId="{1E3C370D-B1A5-44AA-A0EA-71A582380E79}"/>
          </ac:spMkLst>
        </pc:spChg>
      </pc:sldChg>
      <pc:sldChg chg="addSp delSp modSp new mod">
        <pc:chgData name="Marzieh Ayati" userId="719e7aeb-c3b5-48e5-801b-084d43cd09ac" providerId="ADAL" clId="{2402073D-0BE0-4759-9D24-F82BC47633D4}" dt="2020-08-27T01:42:17.265" v="1672" actId="478"/>
        <pc:sldMkLst>
          <pc:docMk/>
          <pc:sldMk cId="1569314957" sldId="959"/>
        </pc:sldMkLst>
        <pc:spChg chg="del">
          <ac:chgData name="Marzieh Ayati" userId="719e7aeb-c3b5-48e5-801b-084d43cd09ac" providerId="ADAL" clId="{2402073D-0BE0-4759-9D24-F82BC47633D4}" dt="2020-08-27T01:42:17.265" v="1672" actId="478"/>
          <ac:spMkLst>
            <pc:docMk/>
            <pc:sldMk cId="1569314957" sldId="959"/>
            <ac:spMk id="2" creationId="{5DD9E9D8-73F9-4F03-8D26-EC648DC3FCF5}"/>
          </ac:spMkLst>
        </pc:spChg>
        <pc:spChg chg="mod">
          <ac:chgData name="Marzieh Ayati" userId="719e7aeb-c3b5-48e5-801b-084d43cd09ac" providerId="ADAL" clId="{2402073D-0BE0-4759-9D24-F82BC47633D4}" dt="2020-08-26T21:54:56.047" v="536" actId="20577"/>
          <ac:spMkLst>
            <pc:docMk/>
            <pc:sldMk cId="1569314957" sldId="959"/>
            <ac:spMk id="3" creationId="{7417D8BB-90E4-4242-B6F7-C00BE06BA06A}"/>
          </ac:spMkLst>
        </pc:spChg>
        <pc:picChg chg="add mod">
          <ac:chgData name="Marzieh Ayati" userId="719e7aeb-c3b5-48e5-801b-084d43cd09ac" providerId="ADAL" clId="{2402073D-0BE0-4759-9D24-F82BC47633D4}" dt="2020-08-26T21:55:04.022" v="537" actId="1076"/>
          <ac:picMkLst>
            <pc:docMk/>
            <pc:sldMk cId="1569314957" sldId="959"/>
            <ac:picMk id="4" creationId="{850DA97D-61B8-4B66-BCF3-C03E1E8AE5F1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6T23:38:26.857" v="766" actId="20577"/>
        <pc:sldMkLst>
          <pc:docMk/>
          <pc:sldMk cId="1141911310" sldId="960"/>
        </pc:sldMkLst>
        <pc:spChg chg="mod">
          <ac:chgData name="Marzieh Ayati" userId="719e7aeb-c3b5-48e5-801b-084d43cd09ac" providerId="ADAL" clId="{2402073D-0BE0-4759-9D24-F82BC47633D4}" dt="2020-08-26T23:38:26.857" v="766" actId="20577"/>
          <ac:spMkLst>
            <pc:docMk/>
            <pc:sldMk cId="1141911310" sldId="960"/>
            <ac:spMk id="2" creationId="{EDB372BD-8895-4ADE-94EC-D6AD92430224}"/>
          </ac:spMkLst>
        </pc:spChg>
        <pc:spChg chg="mod">
          <ac:chgData name="Marzieh Ayati" userId="719e7aeb-c3b5-48e5-801b-084d43cd09ac" providerId="ADAL" clId="{2402073D-0BE0-4759-9D24-F82BC47633D4}" dt="2020-08-26T22:09:37.446" v="694" actId="1076"/>
          <ac:spMkLst>
            <pc:docMk/>
            <pc:sldMk cId="1141911310" sldId="960"/>
            <ac:spMk id="3" creationId="{2B6482EE-791A-4277-A5A9-401C4DE7F603}"/>
          </ac:spMkLst>
        </pc:spChg>
        <pc:picChg chg="add del mod">
          <ac:chgData name="Marzieh Ayati" userId="719e7aeb-c3b5-48e5-801b-084d43cd09ac" providerId="ADAL" clId="{2402073D-0BE0-4759-9D24-F82BC47633D4}" dt="2020-08-26T22:05:59.406" v="622" actId="478"/>
          <ac:picMkLst>
            <pc:docMk/>
            <pc:sldMk cId="1141911310" sldId="960"/>
            <ac:picMk id="4" creationId="{59988D62-7090-4959-9479-1989A4662F3B}"/>
          </ac:picMkLst>
        </pc:picChg>
        <pc:picChg chg="add mod">
          <ac:chgData name="Marzieh Ayati" userId="719e7aeb-c3b5-48e5-801b-084d43cd09ac" providerId="ADAL" clId="{2402073D-0BE0-4759-9D24-F82BC47633D4}" dt="2020-08-26T22:09:38.653" v="695" actId="1076"/>
          <ac:picMkLst>
            <pc:docMk/>
            <pc:sldMk cId="1141911310" sldId="960"/>
            <ac:picMk id="5" creationId="{073E3944-3C25-4754-80CC-EA91F6D19094}"/>
          </ac:picMkLst>
        </pc:picChg>
      </pc:sldChg>
      <pc:sldChg chg="addSp delSp modSp new mod modAnim">
        <pc:chgData name="Marzieh Ayati" userId="719e7aeb-c3b5-48e5-801b-084d43cd09ac" providerId="ADAL" clId="{2402073D-0BE0-4759-9D24-F82BC47633D4}" dt="2020-08-26T23:38:14.610" v="758"/>
        <pc:sldMkLst>
          <pc:docMk/>
          <pc:sldMk cId="2509814575" sldId="961"/>
        </pc:sldMkLst>
        <pc:spChg chg="mod">
          <ac:chgData name="Marzieh Ayati" userId="719e7aeb-c3b5-48e5-801b-084d43cd09ac" providerId="ADAL" clId="{2402073D-0BE0-4759-9D24-F82BC47633D4}" dt="2020-08-26T22:08:07.269" v="678" actId="1076"/>
          <ac:spMkLst>
            <pc:docMk/>
            <pc:sldMk cId="2509814575" sldId="961"/>
            <ac:spMk id="2" creationId="{D97BEEA9-2CDE-476A-9958-0CFA545FC656}"/>
          </ac:spMkLst>
        </pc:spChg>
        <pc:spChg chg="mod">
          <ac:chgData name="Marzieh Ayati" userId="719e7aeb-c3b5-48e5-801b-084d43cd09ac" providerId="ADAL" clId="{2402073D-0BE0-4759-9D24-F82BC47633D4}" dt="2020-08-26T22:10:29.295" v="702" actId="20577"/>
          <ac:spMkLst>
            <pc:docMk/>
            <pc:sldMk cId="2509814575" sldId="961"/>
            <ac:spMk id="3" creationId="{3D90541B-2FBA-41CC-B2FA-D82FEA26447A}"/>
          </ac:spMkLst>
        </pc:spChg>
        <pc:picChg chg="add mod">
          <ac:chgData name="Marzieh Ayati" userId="719e7aeb-c3b5-48e5-801b-084d43cd09ac" providerId="ADAL" clId="{2402073D-0BE0-4759-9D24-F82BC47633D4}" dt="2020-08-26T22:10:37.766" v="707" actId="14100"/>
          <ac:picMkLst>
            <pc:docMk/>
            <pc:sldMk cId="2509814575" sldId="961"/>
            <ac:picMk id="4" creationId="{BB6B44A9-CFCF-428B-88D4-338E1EA952E0}"/>
          </ac:picMkLst>
        </pc:picChg>
        <pc:picChg chg="add del mod">
          <ac:chgData name="Marzieh Ayati" userId="719e7aeb-c3b5-48e5-801b-084d43cd09ac" providerId="ADAL" clId="{2402073D-0BE0-4759-9D24-F82BC47633D4}" dt="2020-08-26T23:37:13.961" v="750" actId="478"/>
          <ac:picMkLst>
            <pc:docMk/>
            <pc:sldMk cId="2509814575" sldId="961"/>
            <ac:picMk id="5" creationId="{4E6F53C2-6AB4-4694-AC82-85C652255B88}"/>
          </ac:picMkLst>
        </pc:picChg>
        <pc:picChg chg="add mod">
          <ac:chgData name="Marzieh Ayati" userId="719e7aeb-c3b5-48e5-801b-084d43cd09ac" providerId="ADAL" clId="{2402073D-0BE0-4759-9D24-F82BC47633D4}" dt="2020-08-26T23:37:19.873" v="754" actId="14100"/>
          <ac:picMkLst>
            <pc:docMk/>
            <pc:sldMk cId="2509814575" sldId="961"/>
            <ac:picMk id="6" creationId="{38C6445B-EC9B-4A1C-ADD3-6C5DBB3FDF37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6T23:45:01.917" v="941" actId="20577"/>
        <pc:sldMkLst>
          <pc:docMk/>
          <pc:sldMk cId="622499420" sldId="962"/>
        </pc:sldMkLst>
        <pc:spChg chg="del">
          <ac:chgData name="Marzieh Ayati" userId="719e7aeb-c3b5-48e5-801b-084d43cd09ac" providerId="ADAL" clId="{2402073D-0BE0-4759-9D24-F82BC47633D4}" dt="2020-08-26T23:41:35.160" v="768" actId="478"/>
          <ac:spMkLst>
            <pc:docMk/>
            <pc:sldMk cId="622499420" sldId="962"/>
            <ac:spMk id="2" creationId="{17CC5177-A4B6-46C2-9C54-126B6327C62F}"/>
          </ac:spMkLst>
        </pc:spChg>
        <pc:spChg chg="mod">
          <ac:chgData name="Marzieh Ayati" userId="719e7aeb-c3b5-48e5-801b-084d43cd09ac" providerId="ADAL" clId="{2402073D-0BE0-4759-9D24-F82BC47633D4}" dt="2020-08-26T23:45:01.917" v="941" actId="20577"/>
          <ac:spMkLst>
            <pc:docMk/>
            <pc:sldMk cId="622499420" sldId="962"/>
            <ac:spMk id="3" creationId="{60392728-3369-4813-A298-D31C4F9070F1}"/>
          </ac:spMkLst>
        </pc:spChg>
        <pc:picChg chg="add mod">
          <ac:chgData name="Marzieh Ayati" userId="719e7aeb-c3b5-48e5-801b-084d43cd09ac" providerId="ADAL" clId="{2402073D-0BE0-4759-9D24-F82BC47633D4}" dt="2020-08-26T23:41:39.552" v="770" actId="1076"/>
          <ac:picMkLst>
            <pc:docMk/>
            <pc:sldMk cId="622499420" sldId="962"/>
            <ac:picMk id="4" creationId="{426CA9F6-F3AC-4036-892D-1450239A3CC7}"/>
          </ac:picMkLst>
        </pc:picChg>
      </pc:sldChg>
      <pc:sldChg chg="addSp delSp modSp new mod ord delAnim modAnim">
        <pc:chgData name="Marzieh Ayati" userId="719e7aeb-c3b5-48e5-801b-084d43cd09ac" providerId="ADAL" clId="{2402073D-0BE0-4759-9D24-F82BC47633D4}" dt="2020-08-26T23:44:07.512" v="922" actId="478"/>
        <pc:sldMkLst>
          <pc:docMk/>
          <pc:sldMk cId="760825095" sldId="963"/>
        </pc:sldMkLst>
        <pc:spChg chg="mod">
          <ac:chgData name="Marzieh Ayati" userId="719e7aeb-c3b5-48e5-801b-084d43cd09ac" providerId="ADAL" clId="{2402073D-0BE0-4759-9D24-F82BC47633D4}" dt="2020-08-26T22:18:16.290" v="749" actId="20577"/>
          <ac:spMkLst>
            <pc:docMk/>
            <pc:sldMk cId="760825095" sldId="963"/>
            <ac:spMk id="2" creationId="{1408BE4C-AE15-4139-AB0D-76C6E9B10C88}"/>
          </ac:spMkLst>
        </pc:spChg>
        <pc:spChg chg="del">
          <ac:chgData name="Marzieh Ayati" userId="719e7aeb-c3b5-48e5-801b-084d43cd09ac" providerId="ADAL" clId="{2402073D-0BE0-4759-9D24-F82BC47633D4}" dt="2020-08-26T22:14:24.632" v="738"/>
          <ac:spMkLst>
            <pc:docMk/>
            <pc:sldMk cId="760825095" sldId="963"/>
            <ac:spMk id="3" creationId="{ABDEF2E6-E474-4E10-8383-9F477AE52B74}"/>
          </ac:spMkLst>
        </pc:spChg>
        <pc:spChg chg="add mod">
          <ac:chgData name="Marzieh Ayati" userId="719e7aeb-c3b5-48e5-801b-084d43cd09ac" providerId="ADAL" clId="{2402073D-0BE0-4759-9D24-F82BC47633D4}" dt="2020-08-26T23:43:33.457" v="914" actId="1076"/>
          <ac:spMkLst>
            <pc:docMk/>
            <pc:sldMk cId="760825095" sldId="963"/>
            <ac:spMk id="6" creationId="{A1BBE5FE-CF2D-40E0-8427-217565B4B4B4}"/>
          </ac:spMkLst>
        </pc:spChg>
        <pc:spChg chg="add del mod">
          <ac:chgData name="Marzieh Ayati" userId="719e7aeb-c3b5-48e5-801b-084d43cd09ac" providerId="ADAL" clId="{2402073D-0BE0-4759-9D24-F82BC47633D4}" dt="2020-08-26T23:44:07.512" v="922" actId="478"/>
          <ac:spMkLst>
            <pc:docMk/>
            <pc:sldMk cId="760825095" sldId="963"/>
            <ac:spMk id="8" creationId="{CD4396E4-F7DA-469A-9D08-D88AC78FAE7C}"/>
          </ac:spMkLst>
        </pc:spChg>
        <pc:picChg chg="add mod">
          <ac:chgData name="Marzieh Ayati" userId="719e7aeb-c3b5-48e5-801b-084d43cd09ac" providerId="ADAL" clId="{2402073D-0BE0-4759-9D24-F82BC47633D4}" dt="2020-08-26T23:43:01.888" v="892" actId="1076"/>
          <ac:picMkLst>
            <pc:docMk/>
            <pc:sldMk cId="760825095" sldId="963"/>
            <ac:picMk id="4" creationId="{DCBD6EFC-E4D5-4B7F-8D48-1EEC476D7790}"/>
          </ac:picMkLst>
        </pc:picChg>
        <pc:picChg chg="add del mod">
          <ac:chgData name="Marzieh Ayati" userId="719e7aeb-c3b5-48e5-801b-084d43cd09ac" providerId="ADAL" clId="{2402073D-0BE0-4759-9D24-F82BC47633D4}" dt="2020-08-26T23:43:54.139" v="915" actId="478"/>
          <ac:picMkLst>
            <pc:docMk/>
            <pc:sldMk cId="760825095" sldId="963"/>
            <ac:picMk id="5" creationId="{D79AABDB-2919-4DB5-A493-E40EB7A3256C}"/>
          </ac:picMkLst>
        </pc:picChg>
        <pc:picChg chg="add mod">
          <ac:chgData name="Marzieh Ayati" userId="719e7aeb-c3b5-48e5-801b-084d43cd09ac" providerId="ADAL" clId="{2402073D-0BE0-4759-9D24-F82BC47633D4}" dt="2020-08-26T23:44:00.944" v="919" actId="14100"/>
          <ac:picMkLst>
            <pc:docMk/>
            <pc:sldMk cId="760825095" sldId="963"/>
            <ac:picMk id="9" creationId="{EDDA9856-A4C8-4CEE-821E-770E5CFB7667}"/>
          </ac:picMkLst>
        </pc:picChg>
      </pc:sldChg>
      <pc:sldChg chg="addSp modSp new mod">
        <pc:chgData name="Marzieh Ayati" userId="719e7aeb-c3b5-48e5-801b-084d43cd09ac" providerId="ADAL" clId="{2402073D-0BE0-4759-9D24-F82BC47633D4}" dt="2020-08-26T23:56:28.312" v="998" actId="113"/>
        <pc:sldMkLst>
          <pc:docMk/>
          <pc:sldMk cId="2208359380" sldId="964"/>
        </pc:sldMkLst>
        <pc:spChg chg="mod">
          <ac:chgData name="Marzieh Ayati" userId="719e7aeb-c3b5-48e5-801b-084d43cd09ac" providerId="ADAL" clId="{2402073D-0BE0-4759-9D24-F82BC47633D4}" dt="2020-08-26T23:50:11.584" v="989" actId="1076"/>
          <ac:spMkLst>
            <pc:docMk/>
            <pc:sldMk cId="2208359380" sldId="964"/>
            <ac:spMk id="2" creationId="{F99C19B8-7223-4F00-8E74-75CC2854A853}"/>
          </ac:spMkLst>
        </pc:spChg>
        <pc:spChg chg="mod">
          <ac:chgData name="Marzieh Ayati" userId="719e7aeb-c3b5-48e5-801b-084d43cd09ac" providerId="ADAL" clId="{2402073D-0BE0-4759-9D24-F82BC47633D4}" dt="2020-08-26T23:56:28.312" v="998" actId="113"/>
          <ac:spMkLst>
            <pc:docMk/>
            <pc:sldMk cId="2208359380" sldId="964"/>
            <ac:spMk id="3" creationId="{3B967CBF-AF5C-4357-B8CC-4786FDBC590E}"/>
          </ac:spMkLst>
        </pc:spChg>
        <pc:picChg chg="add mod">
          <ac:chgData name="Marzieh Ayati" userId="719e7aeb-c3b5-48e5-801b-084d43cd09ac" providerId="ADAL" clId="{2402073D-0BE0-4759-9D24-F82BC47633D4}" dt="2020-08-26T23:55:57.247" v="994" actId="1076"/>
          <ac:picMkLst>
            <pc:docMk/>
            <pc:sldMk cId="2208359380" sldId="964"/>
            <ac:picMk id="4" creationId="{E78D57CA-60B8-4E50-8E6B-94F2BA188C67}"/>
          </ac:picMkLst>
        </pc:picChg>
        <pc:picChg chg="add mod">
          <ac:chgData name="Marzieh Ayati" userId="719e7aeb-c3b5-48e5-801b-084d43cd09ac" providerId="ADAL" clId="{2402073D-0BE0-4759-9D24-F82BC47633D4}" dt="2020-08-26T23:56:13.327" v="997" actId="14100"/>
          <ac:picMkLst>
            <pc:docMk/>
            <pc:sldMk cId="2208359380" sldId="964"/>
            <ac:picMk id="5" creationId="{02BD36BD-AA5A-4258-A6D6-835A0C404A32}"/>
          </ac:picMkLst>
        </pc:picChg>
      </pc:sldChg>
      <pc:sldChg chg="addSp delSp modSp new del mod modAnim">
        <pc:chgData name="Marzieh Ayati" userId="719e7aeb-c3b5-48e5-801b-084d43cd09ac" providerId="ADAL" clId="{2402073D-0BE0-4759-9D24-F82BC47633D4}" dt="2020-08-27T00:36:48.314" v="1527" actId="2696"/>
        <pc:sldMkLst>
          <pc:docMk/>
          <pc:sldMk cId="1577967598" sldId="965"/>
        </pc:sldMkLst>
        <pc:spChg chg="del">
          <ac:chgData name="Marzieh Ayati" userId="719e7aeb-c3b5-48e5-801b-084d43cd09ac" providerId="ADAL" clId="{2402073D-0BE0-4759-9D24-F82BC47633D4}" dt="2020-08-27T00:11:35.846" v="1220" actId="478"/>
          <ac:spMkLst>
            <pc:docMk/>
            <pc:sldMk cId="1577967598" sldId="965"/>
            <ac:spMk id="2" creationId="{9D2C4392-7211-400D-8646-F5CACD44427F}"/>
          </ac:spMkLst>
        </pc:spChg>
        <pc:spChg chg="mod">
          <ac:chgData name="Marzieh Ayati" userId="719e7aeb-c3b5-48e5-801b-084d43cd09ac" providerId="ADAL" clId="{2402073D-0BE0-4759-9D24-F82BC47633D4}" dt="2020-08-27T00:11:38.374" v="1221" actId="1076"/>
          <ac:spMkLst>
            <pc:docMk/>
            <pc:sldMk cId="1577967598" sldId="965"/>
            <ac:spMk id="3" creationId="{2E606941-43AC-4702-A78C-D41DFA74602E}"/>
          </ac:spMkLst>
        </pc:spChg>
        <pc:spChg chg="add mod ord">
          <ac:chgData name="Marzieh Ayati" userId="719e7aeb-c3b5-48e5-801b-084d43cd09ac" providerId="ADAL" clId="{2402073D-0BE0-4759-9D24-F82BC47633D4}" dt="2020-08-27T00:16:24.581" v="1400" actId="166"/>
          <ac:spMkLst>
            <pc:docMk/>
            <pc:sldMk cId="1577967598" sldId="965"/>
            <ac:spMk id="6" creationId="{CC674C15-ACE9-45AC-ADF6-F8E4E0E54D29}"/>
          </ac:spMkLst>
        </pc:spChg>
        <pc:spChg chg="add mod ord">
          <ac:chgData name="Marzieh Ayati" userId="719e7aeb-c3b5-48e5-801b-084d43cd09ac" providerId="ADAL" clId="{2402073D-0BE0-4759-9D24-F82BC47633D4}" dt="2020-08-27T00:16:24.581" v="1400" actId="166"/>
          <ac:spMkLst>
            <pc:docMk/>
            <pc:sldMk cId="1577967598" sldId="965"/>
            <ac:spMk id="8" creationId="{978E9C51-3179-4ECF-AE5A-0732430C6596}"/>
          </ac:spMkLst>
        </pc:spChg>
        <pc:spChg chg="add mod">
          <ac:chgData name="Marzieh Ayati" userId="719e7aeb-c3b5-48e5-801b-084d43cd09ac" providerId="ADAL" clId="{2402073D-0BE0-4759-9D24-F82BC47633D4}" dt="2020-08-27T00:11:47.397" v="1291" actId="1037"/>
          <ac:spMkLst>
            <pc:docMk/>
            <pc:sldMk cId="1577967598" sldId="965"/>
            <ac:spMk id="10" creationId="{77F11C85-7FAC-4818-A4C0-DB00C72F1721}"/>
          </ac:spMkLst>
        </pc:spChg>
        <pc:spChg chg="add mod">
          <ac:chgData name="Marzieh Ayati" userId="719e7aeb-c3b5-48e5-801b-084d43cd09ac" providerId="ADAL" clId="{2402073D-0BE0-4759-9D24-F82BC47633D4}" dt="2020-08-27T00:12:17.766" v="1293" actId="1076"/>
          <ac:spMkLst>
            <pc:docMk/>
            <pc:sldMk cId="1577967598" sldId="965"/>
            <ac:spMk id="11" creationId="{E1103094-D6C4-46C0-9D9F-ADCEDE3E4A02}"/>
          </ac:spMkLst>
        </pc:spChg>
        <pc:spChg chg="add mod">
          <ac:chgData name="Marzieh Ayati" userId="719e7aeb-c3b5-48e5-801b-084d43cd09ac" providerId="ADAL" clId="{2402073D-0BE0-4759-9D24-F82BC47633D4}" dt="2020-08-27T00:11:47.397" v="1291" actId="1037"/>
          <ac:spMkLst>
            <pc:docMk/>
            <pc:sldMk cId="1577967598" sldId="965"/>
            <ac:spMk id="13" creationId="{CA5DBD9C-9F3B-4ACC-904A-423B0AC0A105}"/>
          </ac:spMkLst>
        </pc:spChg>
        <pc:spChg chg="add mod">
          <ac:chgData name="Marzieh Ayati" userId="719e7aeb-c3b5-48e5-801b-084d43cd09ac" providerId="ADAL" clId="{2402073D-0BE0-4759-9D24-F82BC47633D4}" dt="2020-08-27T00:12:45.255" v="1304" actId="1076"/>
          <ac:spMkLst>
            <pc:docMk/>
            <pc:sldMk cId="1577967598" sldId="965"/>
            <ac:spMk id="17" creationId="{176BE5C0-0616-45F1-84CA-F66335EC0179}"/>
          </ac:spMkLst>
        </pc:spChg>
        <pc:spChg chg="add del mod">
          <ac:chgData name="Marzieh Ayati" userId="719e7aeb-c3b5-48e5-801b-084d43cd09ac" providerId="ADAL" clId="{2402073D-0BE0-4759-9D24-F82BC47633D4}" dt="2020-08-27T00:13:00.982" v="1319" actId="478"/>
          <ac:spMkLst>
            <pc:docMk/>
            <pc:sldMk cId="1577967598" sldId="965"/>
            <ac:spMk id="18" creationId="{83284627-5D8B-4708-84FB-650384409EB4}"/>
          </ac:spMkLst>
        </pc:spChg>
        <pc:spChg chg="add mod">
          <ac:chgData name="Marzieh Ayati" userId="719e7aeb-c3b5-48e5-801b-084d43cd09ac" providerId="ADAL" clId="{2402073D-0BE0-4759-9D24-F82BC47633D4}" dt="2020-08-27T00:13:46.006" v="1382" actId="20577"/>
          <ac:spMkLst>
            <pc:docMk/>
            <pc:sldMk cId="1577967598" sldId="965"/>
            <ac:spMk id="19" creationId="{4C70A3F1-0147-41B2-B587-0B10CCDEA270}"/>
          </ac:spMkLst>
        </pc:spChg>
        <pc:spChg chg="add mod">
          <ac:chgData name="Marzieh Ayati" userId="719e7aeb-c3b5-48e5-801b-084d43cd09ac" providerId="ADAL" clId="{2402073D-0BE0-4759-9D24-F82BC47633D4}" dt="2020-08-27T00:13:52.199" v="1384" actId="1076"/>
          <ac:spMkLst>
            <pc:docMk/>
            <pc:sldMk cId="1577967598" sldId="965"/>
            <ac:spMk id="23" creationId="{0BF77350-1D15-4CA0-81A2-05F8425AD729}"/>
          </ac:spMkLst>
        </pc:spChg>
        <pc:spChg chg="add mod">
          <ac:chgData name="Marzieh Ayati" userId="719e7aeb-c3b5-48e5-801b-084d43cd09ac" providerId="ADAL" clId="{2402073D-0BE0-4759-9D24-F82BC47633D4}" dt="2020-08-27T00:16:48.342" v="1425" actId="20577"/>
          <ac:spMkLst>
            <pc:docMk/>
            <pc:sldMk cId="1577967598" sldId="965"/>
            <ac:spMk id="25" creationId="{3566FF14-8F51-4FC5-9A06-A77D445DFDA8}"/>
          </ac:spMkLst>
        </pc:spChg>
        <pc:spChg chg="add mod">
          <ac:chgData name="Marzieh Ayati" userId="719e7aeb-c3b5-48e5-801b-084d43cd09ac" providerId="ADAL" clId="{2402073D-0BE0-4759-9D24-F82BC47633D4}" dt="2020-08-27T00:17:06.102" v="1431" actId="20577"/>
          <ac:spMkLst>
            <pc:docMk/>
            <pc:sldMk cId="1577967598" sldId="965"/>
            <ac:spMk id="28" creationId="{FE457362-EBD3-4A89-B792-30B087CFB28C}"/>
          </ac:spMkLst>
        </pc:spChg>
        <pc:graphicFrameChg chg="add mod ord modGraphic">
          <ac:chgData name="Marzieh Ayati" userId="719e7aeb-c3b5-48e5-801b-084d43cd09ac" providerId="ADAL" clId="{2402073D-0BE0-4759-9D24-F82BC47633D4}" dt="2020-08-27T00:16:33.654" v="1402" actId="1076"/>
          <ac:graphicFrameMkLst>
            <pc:docMk/>
            <pc:sldMk cId="1577967598" sldId="965"/>
            <ac:graphicFrameMk id="4" creationId="{F9F718F4-85EE-404C-B435-56C3FE2B2590}"/>
          </ac:graphicFrameMkLst>
        </pc:graphicFrameChg>
        <pc:graphicFrameChg chg="add mod modGraphic">
          <ac:chgData name="Marzieh Ayati" userId="719e7aeb-c3b5-48e5-801b-084d43cd09ac" providerId="ADAL" clId="{2402073D-0BE0-4759-9D24-F82BC47633D4}" dt="2020-08-27T00:11:47.397" v="1291" actId="1037"/>
          <ac:graphicFrameMkLst>
            <pc:docMk/>
            <pc:sldMk cId="1577967598" sldId="965"/>
            <ac:graphicFrameMk id="7" creationId="{DC8D5CD5-F3EA-4662-82C1-94E19BE31F37}"/>
          </ac:graphicFrameMkLst>
        </pc:graphicFrameChg>
        <pc:graphicFrameChg chg="add mod">
          <ac:chgData name="Marzieh Ayati" userId="719e7aeb-c3b5-48e5-801b-084d43cd09ac" providerId="ADAL" clId="{2402073D-0BE0-4759-9D24-F82BC47633D4}" dt="2020-08-27T00:11:47.397" v="1291" actId="1037"/>
          <ac:graphicFrameMkLst>
            <pc:docMk/>
            <pc:sldMk cId="1577967598" sldId="965"/>
            <ac:graphicFrameMk id="12" creationId="{8E70F960-6A0B-4360-B715-EDC94037A01E}"/>
          </ac:graphicFrameMkLst>
        </pc:graphicFrameChg>
        <pc:graphicFrameChg chg="add mod modGraphic">
          <ac:chgData name="Marzieh Ayati" userId="719e7aeb-c3b5-48e5-801b-084d43cd09ac" providerId="ADAL" clId="{2402073D-0BE0-4759-9D24-F82BC47633D4}" dt="2020-08-27T00:13:19.126" v="1333" actId="14100"/>
          <ac:graphicFrameMkLst>
            <pc:docMk/>
            <pc:sldMk cId="1577967598" sldId="965"/>
            <ac:graphicFrameMk id="20" creationId="{3BFFAEEC-334F-4DDB-9E37-CFC6BA49C3F5}"/>
          </ac:graphicFrameMkLst>
        </pc:graphicFrameChg>
        <pc:graphicFrameChg chg="add mod">
          <ac:chgData name="Marzieh Ayati" userId="719e7aeb-c3b5-48e5-801b-084d43cd09ac" providerId="ADAL" clId="{2402073D-0BE0-4759-9D24-F82BC47633D4}" dt="2020-08-27T00:13:23.799" v="1335" actId="1076"/>
          <ac:graphicFrameMkLst>
            <pc:docMk/>
            <pc:sldMk cId="1577967598" sldId="965"/>
            <ac:graphicFrameMk id="21" creationId="{14D10AE6-4C57-4FD3-9C63-108B2B0980E7}"/>
          </ac:graphicFrameMkLst>
        </pc:graphicFrameChg>
        <pc:graphicFrameChg chg="add mod">
          <ac:chgData name="Marzieh Ayati" userId="719e7aeb-c3b5-48e5-801b-084d43cd09ac" providerId="ADAL" clId="{2402073D-0BE0-4759-9D24-F82BC47633D4}" dt="2020-08-27T00:16:45.047" v="1423" actId="1037"/>
          <ac:graphicFrameMkLst>
            <pc:docMk/>
            <pc:sldMk cId="1577967598" sldId="965"/>
            <ac:graphicFrameMk id="26" creationId="{76B338E8-6734-4BCA-8792-33EC16014E61}"/>
          </ac:graphicFrameMkLst>
        </pc:graphicFrameChg>
        <pc:graphicFrameChg chg="add mod">
          <ac:chgData name="Marzieh Ayati" userId="719e7aeb-c3b5-48e5-801b-084d43cd09ac" providerId="ADAL" clId="{2402073D-0BE0-4759-9D24-F82BC47633D4}" dt="2020-08-27T00:16:45.047" v="1423" actId="1037"/>
          <ac:graphicFrameMkLst>
            <pc:docMk/>
            <pc:sldMk cId="1577967598" sldId="965"/>
            <ac:graphicFrameMk id="27" creationId="{F400CEFF-8FC4-4AF9-939A-F1D01CD5C369}"/>
          </ac:graphicFrameMkLst>
        </pc:graphicFrameChg>
        <pc:picChg chg="add mod">
          <ac:chgData name="Marzieh Ayati" userId="719e7aeb-c3b5-48e5-801b-084d43cd09ac" providerId="ADAL" clId="{2402073D-0BE0-4759-9D24-F82BC47633D4}" dt="2020-08-27T00:11:47.397" v="1291" actId="1037"/>
          <ac:picMkLst>
            <pc:docMk/>
            <pc:sldMk cId="1577967598" sldId="965"/>
            <ac:picMk id="1026" creationId="{BA9A87A3-8E72-4441-A19D-020E26B10EFF}"/>
          </ac:picMkLst>
        </pc:picChg>
        <pc:picChg chg="add mod">
          <ac:chgData name="Marzieh Ayati" userId="719e7aeb-c3b5-48e5-801b-084d43cd09ac" providerId="ADAL" clId="{2402073D-0BE0-4759-9D24-F82BC47633D4}" dt="2020-08-27T00:16:28.110" v="1401" actId="1076"/>
          <ac:picMkLst>
            <pc:docMk/>
            <pc:sldMk cId="1577967598" sldId="965"/>
            <ac:picMk id="1028" creationId="{D3913DE6-94F7-40E7-87D6-1AAFFD542F1F}"/>
          </ac:picMkLst>
        </pc:picChg>
        <pc:cxnChg chg="add mod">
          <ac:chgData name="Marzieh Ayati" userId="719e7aeb-c3b5-48e5-801b-084d43cd09ac" providerId="ADAL" clId="{2402073D-0BE0-4759-9D24-F82BC47633D4}" dt="2020-08-27T00:12:30.704" v="1295" actId="14100"/>
          <ac:cxnSpMkLst>
            <pc:docMk/>
            <pc:sldMk cId="1577967598" sldId="965"/>
            <ac:cxnSpMk id="15" creationId="{A4034227-11AF-4B4D-B17B-3649E2C056BD}"/>
          </ac:cxnSpMkLst>
        </pc:cxnChg>
      </pc:sldChg>
      <pc:sldChg chg="modSp add mod">
        <pc:chgData name="Marzieh Ayati" userId="719e7aeb-c3b5-48e5-801b-084d43cd09ac" providerId="ADAL" clId="{2402073D-0BE0-4759-9D24-F82BC47633D4}" dt="2020-08-27T00:48:00.168" v="1608" actId="6549"/>
        <pc:sldMkLst>
          <pc:docMk/>
          <pc:sldMk cId="3300897560" sldId="965"/>
        </pc:sldMkLst>
        <pc:spChg chg="mod">
          <ac:chgData name="Marzieh Ayati" userId="719e7aeb-c3b5-48e5-801b-084d43cd09ac" providerId="ADAL" clId="{2402073D-0BE0-4759-9D24-F82BC47633D4}" dt="2020-08-27T00:48:00.168" v="1608" actId="6549"/>
          <ac:spMkLst>
            <pc:docMk/>
            <pc:sldMk cId="3300897560" sldId="965"/>
            <ac:spMk id="3" creationId="{2E606941-43AC-4702-A78C-D41DFA74602E}"/>
          </ac:spMkLst>
        </pc:spChg>
      </pc:sldChg>
      <pc:sldChg chg="addSp modSp add mod modAnim">
        <pc:chgData name="Marzieh Ayati" userId="719e7aeb-c3b5-48e5-801b-084d43cd09ac" providerId="ADAL" clId="{2402073D-0BE0-4759-9D24-F82BC47633D4}" dt="2020-08-27T18:44:39.967" v="2859"/>
        <pc:sldMkLst>
          <pc:docMk/>
          <pc:sldMk cId="1913107408" sldId="966"/>
        </pc:sldMkLst>
        <pc:spChg chg="mod">
          <ac:chgData name="Marzieh Ayati" userId="719e7aeb-c3b5-48e5-801b-084d43cd09ac" providerId="ADAL" clId="{2402073D-0BE0-4759-9D24-F82BC47633D4}" dt="2020-08-27T00:47:56.713" v="1607" actId="6549"/>
          <ac:spMkLst>
            <pc:docMk/>
            <pc:sldMk cId="1913107408" sldId="966"/>
            <ac:spMk id="6" creationId="{E324A0BB-E1F0-4823-8C9D-A6B3BE6FA701}"/>
          </ac:spMkLst>
        </pc:spChg>
        <pc:picChg chg="add mod">
          <ac:chgData name="Marzieh Ayati" userId="719e7aeb-c3b5-48e5-801b-084d43cd09ac" providerId="ADAL" clId="{2402073D-0BE0-4759-9D24-F82BC47633D4}" dt="2020-08-27T18:44:36.397" v="2857" actId="14100"/>
          <ac:picMkLst>
            <pc:docMk/>
            <pc:sldMk cId="1913107408" sldId="966"/>
            <ac:picMk id="2" creationId="{2DFCC222-D612-4B68-BF63-BABF45FA0976}"/>
          </ac:picMkLst>
        </pc:picChg>
        <pc:picChg chg="mod">
          <ac:chgData name="Marzieh Ayati" userId="719e7aeb-c3b5-48e5-801b-084d43cd09ac" providerId="ADAL" clId="{2402073D-0BE0-4759-9D24-F82BC47633D4}" dt="2020-08-27T00:37:40.453" v="1535" actId="1076"/>
          <ac:picMkLst>
            <pc:docMk/>
            <pc:sldMk cId="1913107408" sldId="966"/>
            <ac:picMk id="9" creationId="{260E0184-9EFF-44D5-A07E-BD3703502845}"/>
          </ac:picMkLst>
        </pc:picChg>
        <pc:picChg chg="mod">
          <ac:chgData name="Marzieh Ayati" userId="719e7aeb-c3b5-48e5-801b-084d43cd09ac" providerId="ADAL" clId="{2402073D-0BE0-4759-9D24-F82BC47633D4}" dt="2020-08-27T00:37:43.117" v="1536" actId="1076"/>
          <ac:picMkLst>
            <pc:docMk/>
            <pc:sldMk cId="1913107408" sldId="966"/>
            <ac:picMk id="10" creationId="{AF09D4F2-032E-4B5F-B098-341745DDFCB8}"/>
          </ac:picMkLst>
        </pc:picChg>
      </pc:sldChg>
      <pc:sldChg chg="addSp delSp modSp new del mod modAnim">
        <pc:chgData name="Marzieh Ayati" userId="719e7aeb-c3b5-48e5-801b-084d43cd09ac" providerId="ADAL" clId="{2402073D-0BE0-4759-9D24-F82BC47633D4}" dt="2020-08-27T00:36:48.314" v="1527" actId="2696"/>
        <pc:sldMkLst>
          <pc:docMk/>
          <pc:sldMk cId="4204557850" sldId="966"/>
        </pc:sldMkLst>
        <pc:spChg chg="del">
          <ac:chgData name="Marzieh Ayati" userId="719e7aeb-c3b5-48e5-801b-084d43cd09ac" providerId="ADAL" clId="{2402073D-0BE0-4759-9D24-F82BC47633D4}" dt="2020-08-27T00:29:19.733" v="1443" actId="478"/>
          <ac:spMkLst>
            <pc:docMk/>
            <pc:sldMk cId="4204557850" sldId="966"/>
            <ac:spMk id="2" creationId="{96C48C91-FA08-446E-AA97-7F04928B16A8}"/>
          </ac:spMkLst>
        </pc:spChg>
        <pc:spChg chg="del mod">
          <ac:chgData name="Marzieh Ayati" userId="719e7aeb-c3b5-48e5-801b-084d43cd09ac" providerId="ADAL" clId="{2402073D-0BE0-4759-9D24-F82BC47633D4}" dt="2020-08-27T00:29:46.328" v="1445" actId="478"/>
          <ac:spMkLst>
            <pc:docMk/>
            <pc:sldMk cId="4204557850" sldId="966"/>
            <ac:spMk id="3" creationId="{B9026DDC-683D-4459-8D36-5229C9D81E8D}"/>
          </ac:spMkLst>
        </pc:spChg>
        <pc:spChg chg="add del mod">
          <ac:chgData name="Marzieh Ayati" userId="719e7aeb-c3b5-48e5-801b-084d43cd09ac" providerId="ADAL" clId="{2402073D-0BE0-4759-9D24-F82BC47633D4}" dt="2020-08-27T00:29:49.782" v="1447" actId="478"/>
          <ac:spMkLst>
            <pc:docMk/>
            <pc:sldMk cId="4204557850" sldId="966"/>
            <ac:spMk id="5" creationId="{397CCC90-7DFE-43EC-9ACC-B603EC86FB4C}"/>
          </ac:spMkLst>
        </pc:spChg>
        <pc:spChg chg="add mod">
          <ac:chgData name="Marzieh Ayati" userId="719e7aeb-c3b5-48e5-801b-084d43cd09ac" providerId="ADAL" clId="{2402073D-0BE0-4759-9D24-F82BC47633D4}" dt="2020-08-27T00:33:07.501" v="1503" actId="14100"/>
          <ac:spMkLst>
            <pc:docMk/>
            <pc:sldMk cId="4204557850" sldId="966"/>
            <ac:spMk id="6" creationId="{E324A0BB-E1F0-4823-8C9D-A6B3BE6FA701}"/>
          </ac:spMkLst>
        </pc:spChg>
        <pc:spChg chg="add mod">
          <ac:chgData name="Marzieh Ayati" userId="719e7aeb-c3b5-48e5-801b-084d43cd09ac" providerId="ADAL" clId="{2402073D-0BE0-4759-9D24-F82BC47633D4}" dt="2020-08-27T00:33:54.855" v="1518" actId="313"/>
          <ac:spMkLst>
            <pc:docMk/>
            <pc:sldMk cId="4204557850" sldId="966"/>
            <ac:spMk id="8" creationId="{9EBD2417-2CA0-4E66-817C-EE0F62D1549B}"/>
          </ac:spMkLst>
        </pc:spChg>
        <pc:picChg chg="add mod">
          <ac:chgData name="Marzieh Ayati" userId="719e7aeb-c3b5-48e5-801b-084d43cd09ac" providerId="ADAL" clId="{2402073D-0BE0-4759-9D24-F82BC47633D4}" dt="2020-08-27T00:33:25.077" v="1506" actId="1076"/>
          <ac:picMkLst>
            <pc:docMk/>
            <pc:sldMk cId="4204557850" sldId="966"/>
            <ac:picMk id="7" creationId="{8DECE926-A98B-4A7C-9BA2-7A205F1FFD2E}"/>
          </ac:picMkLst>
        </pc:picChg>
        <pc:picChg chg="add mod">
          <ac:chgData name="Marzieh Ayati" userId="719e7aeb-c3b5-48e5-801b-084d43cd09ac" providerId="ADAL" clId="{2402073D-0BE0-4759-9D24-F82BC47633D4}" dt="2020-08-27T00:33:51.566" v="1514" actId="1076"/>
          <ac:picMkLst>
            <pc:docMk/>
            <pc:sldMk cId="4204557850" sldId="966"/>
            <ac:picMk id="9" creationId="{260E0184-9EFF-44D5-A07E-BD3703502845}"/>
          </ac:picMkLst>
        </pc:picChg>
        <pc:picChg chg="add mod">
          <ac:chgData name="Marzieh Ayati" userId="719e7aeb-c3b5-48e5-801b-084d43cd09ac" providerId="ADAL" clId="{2402073D-0BE0-4759-9D24-F82BC47633D4}" dt="2020-08-27T00:35:00.477" v="1524" actId="14100"/>
          <ac:picMkLst>
            <pc:docMk/>
            <pc:sldMk cId="4204557850" sldId="966"/>
            <ac:picMk id="10" creationId="{AF09D4F2-032E-4B5F-B098-341745DDFCB8}"/>
          </ac:picMkLst>
        </pc:picChg>
      </pc:sldChg>
      <pc:sldChg chg="addSp delSp modSp new del mod">
        <pc:chgData name="Marzieh Ayati" userId="719e7aeb-c3b5-48e5-801b-084d43cd09ac" providerId="ADAL" clId="{2402073D-0BE0-4759-9D24-F82BC47633D4}" dt="2020-08-27T00:42:01.248" v="1555" actId="2696"/>
        <pc:sldMkLst>
          <pc:docMk/>
          <pc:sldMk cId="1268563157" sldId="967"/>
        </pc:sldMkLst>
        <pc:spChg chg="mod">
          <ac:chgData name="Marzieh Ayati" userId="719e7aeb-c3b5-48e5-801b-084d43cd09ac" providerId="ADAL" clId="{2402073D-0BE0-4759-9D24-F82BC47633D4}" dt="2020-08-27T00:41:34.741" v="1553" actId="1076"/>
          <ac:spMkLst>
            <pc:docMk/>
            <pc:sldMk cId="1268563157" sldId="967"/>
            <ac:spMk id="2" creationId="{B889B723-CA10-4326-BD1D-09958E5140D7}"/>
          </ac:spMkLst>
        </pc:spChg>
        <pc:spChg chg="del">
          <ac:chgData name="Marzieh Ayati" userId="719e7aeb-c3b5-48e5-801b-084d43cd09ac" providerId="ADAL" clId="{2402073D-0BE0-4759-9D24-F82BC47633D4}" dt="2020-08-27T00:41:29.797" v="1550" actId="478"/>
          <ac:spMkLst>
            <pc:docMk/>
            <pc:sldMk cId="1268563157" sldId="967"/>
            <ac:spMk id="3" creationId="{17559259-7EDD-46EC-9CF5-FE84FB4CF979}"/>
          </ac:spMkLst>
        </pc:spChg>
        <pc:picChg chg="add mod">
          <ac:chgData name="Marzieh Ayati" userId="719e7aeb-c3b5-48e5-801b-084d43cd09ac" providerId="ADAL" clId="{2402073D-0BE0-4759-9D24-F82BC47633D4}" dt="2020-08-27T00:41:36.326" v="1554" actId="1076"/>
          <ac:picMkLst>
            <pc:docMk/>
            <pc:sldMk cId="1268563157" sldId="967"/>
            <ac:picMk id="4" creationId="{2BA986AD-CC21-401B-8426-1B5389B05901}"/>
          </ac:picMkLst>
        </pc:picChg>
      </pc:sldChg>
      <pc:sldChg chg="add ord">
        <pc:chgData name="Marzieh Ayati" userId="719e7aeb-c3b5-48e5-801b-084d43cd09ac" providerId="ADAL" clId="{2402073D-0BE0-4759-9D24-F82BC47633D4}" dt="2020-08-27T00:42:08.190" v="1558"/>
        <pc:sldMkLst>
          <pc:docMk/>
          <pc:sldMk cId="1703529564" sldId="967"/>
        </pc:sldMkLst>
      </pc:sldChg>
      <pc:sldChg chg="addSp delSp modSp new mod">
        <pc:chgData name="Marzieh Ayati" userId="719e7aeb-c3b5-48e5-801b-084d43cd09ac" providerId="ADAL" clId="{2402073D-0BE0-4759-9D24-F82BC47633D4}" dt="2020-08-27T00:45:03.526" v="1588" actId="20577"/>
        <pc:sldMkLst>
          <pc:docMk/>
          <pc:sldMk cId="2893712081" sldId="968"/>
        </pc:sldMkLst>
        <pc:spChg chg="mod">
          <ac:chgData name="Marzieh Ayati" userId="719e7aeb-c3b5-48e5-801b-084d43cd09ac" providerId="ADAL" clId="{2402073D-0BE0-4759-9D24-F82BC47633D4}" dt="2020-08-27T00:45:03.526" v="1588" actId="20577"/>
          <ac:spMkLst>
            <pc:docMk/>
            <pc:sldMk cId="2893712081" sldId="968"/>
            <ac:spMk id="2" creationId="{0B6DF27D-42A2-43F6-9DFA-6C0FB432592D}"/>
          </ac:spMkLst>
        </pc:spChg>
        <pc:spChg chg="del">
          <ac:chgData name="Marzieh Ayati" userId="719e7aeb-c3b5-48e5-801b-084d43cd09ac" providerId="ADAL" clId="{2402073D-0BE0-4759-9D24-F82BC47633D4}" dt="2020-08-27T00:44:33.253" v="1581" actId="478"/>
          <ac:spMkLst>
            <pc:docMk/>
            <pc:sldMk cId="2893712081" sldId="968"/>
            <ac:spMk id="3" creationId="{EC58073A-9DE6-45CC-8037-19F594B861B1}"/>
          </ac:spMkLst>
        </pc:spChg>
        <pc:picChg chg="add mod">
          <ac:chgData name="Marzieh Ayati" userId="719e7aeb-c3b5-48e5-801b-084d43cd09ac" providerId="ADAL" clId="{2402073D-0BE0-4759-9D24-F82BC47633D4}" dt="2020-08-27T00:44:37.444" v="1582" actId="1076"/>
          <ac:picMkLst>
            <pc:docMk/>
            <pc:sldMk cId="2893712081" sldId="968"/>
            <ac:picMk id="4" creationId="{732A256A-F201-4EEB-874C-55BA0ED62719}"/>
          </ac:picMkLst>
        </pc:picChg>
      </pc:sldChg>
      <pc:sldChg chg="add del setBg">
        <pc:chgData name="Marzieh Ayati" userId="719e7aeb-c3b5-48e5-801b-084d43cd09ac" providerId="ADAL" clId="{2402073D-0BE0-4759-9D24-F82BC47633D4}" dt="2020-08-27T00:43:07.408" v="1562" actId="47"/>
        <pc:sldMkLst>
          <pc:docMk/>
          <pc:sldMk cId="4032986112" sldId="968"/>
        </pc:sldMkLst>
      </pc:sldChg>
      <pc:sldChg chg="addSp delSp modSp new mod">
        <pc:chgData name="Marzieh Ayati" userId="719e7aeb-c3b5-48e5-801b-084d43cd09ac" providerId="ADAL" clId="{2402073D-0BE0-4759-9D24-F82BC47633D4}" dt="2020-08-27T00:48:03.612" v="1609" actId="6549"/>
        <pc:sldMkLst>
          <pc:docMk/>
          <pc:sldMk cId="2904019945" sldId="969"/>
        </pc:sldMkLst>
        <pc:spChg chg="del">
          <ac:chgData name="Marzieh Ayati" userId="719e7aeb-c3b5-48e5-801b-084d43cd09ac" providerId="ADAL" clId="{2402073D-0BE0-4759-9D24-F82BC47633D4}" dt="2020-08-27T00:46:04.661" v="1591" actId="478"/>
          <ac:spMkLst>
            <pc:docMk/>
            <pc:sldMk cId="2904019945" sldId="969"/>
            <ac:spMk id="2" creationId="{29445FDE-5785-4E08-A3FD-58F075A4E0B6}"/>
          </ac:spMkLst>
        </pc:spChg>
        <pc:spChg chg="add del mod">
          <ac:chgData name="Marzieh Ayati" userId="719e7aeb-c3b5-48e5-801b-084d43cd09ac" providerId="ADAL" clId="{2402073D-0BE0-4759-9D24-F82BC47633D4}" dt="2020-08-27T00:48:03.612" v="1609" actId="6549"/>
          <ac:spMkLst>
            <pc:docMk/>
            <pc:sldMk cId="2904019945" sldId="969"/>
            <ac:spMk id="3" creationId="{BCCAB208-635A-414D-961D-D56A081DA820}"/>
          </ac:spMkLst>
        </pc:spChg>
        <pc:spChg chg="add del mod">
          <ac:chgData name="Marzieh Ayati" userId="719e7aeb-c3b5-48e5-801b-084d43cd09ac" providerId="ADAL" clId="{2402073D-0BE0-4759-9D24-F82BC47633D4}" dt="2020-08-27T00:47:31.078" v="1600" actId="21"/>
          <ac:spMkLst>
            <pc:docMk/>
            <pc:sldMk cId="2904019945" sldId="969"/>
            <ac:spMk id="4" creationId="{A3017C27-65E9-4550-A336-C0A37322841C}"/>
          </ac:spMkLst>
        </pc:spChg>
        <pc:picChg chg="add del mod">
          <ac:chgData name="Marzieh Ayati" userId="719e7aeb-c3b5-48e5-801b-084d43cd09ac" providerId="ADAL" clId="{2402073D-0BE0-4759-9D24-F82BC47633D4}" dt="2020-08-27T00:47:41.444" v="1606" actId="1076"/>
          <ac:picMkLst>
            <pc:docMk/>
            <pc:sldMk cId="2904019945" sldId="969"/>
            <ac:picMk id="2050" creationId="{DEE7DE10-B41F-47F5-B057-B73C2CC4B498}"/>
          </ac:picMkLst>
        </pc:picChg>
      </pc:sldChg>
      <pc:sldChg chg="modSp new del">
        <pc:chgData name="Marzieh Ayati" userId="719e7aeb-c3b5-48e5-801b-084d43cd09ac" providerId="ADAL" clId="{2402073D-0BE0-4759-9D24-F82BC47633D4}" dt="2020-08-27T15:04:56.361" v="2378" actId="2696"/>
        <pc:sldMkLst>
          <pc:docMk/>
          <pc:sldMk cId="1991787918" sldId="970"/>
        </pc:sldMkLst>
        <pc:spChg chg="mod">
          <ac:chgData name="Marzieh Ayati" userId="719e7aeb-c3b5-48e5-801b-084d43cd09ac" providerId="ADAL" clId="{2402073D-0BE0-4759-9D24-F82BC47633D4}" dt="2020-08-27T00:49:18.814" v="1612"/>
          <ac:spMkLst>
            <pc:docMk/>
            <pc:sldMk cId="1991787918" sldId="970"/>
            <ac:spMk id="2" creationId="{A1A2B93E-2347-4B1F-977F-849284FBFA23}"/>
          </ac:spMkLst>
        </pc:spChg>
        <pc:spChg chg="mod">
          <ac:chgData name="Marzieh Ayati" userId="719e7aeb-c3b5-48e5-801b-084d43cd09ac" providerId="ADAL" clId="{2402073D-0BE0-4759-9D24-F82BC47633D4}" dt="2020-08-27T00:49:25.680" v="1614"/>
          <ac:spMkLst>
            <pc:docMk/>
            <pc:sldMk cId="1991787918" sldId="970"/>
            <ac:spMk id="3" creationId="{4A2FF128-ECB4-40D2-8A11-477BDE112A7A}"/>
          </ac:spMkLst>
        </pc:spChg>
      </pc:sldChg>
      <pc:sldChg chg="add del">
        <pc:chgData name="Marzieh Ayati" userId="719e7aeb-c3b5-48e5-801b-084d43cd09ac" providerId="ADAL" clId="{2402073D-0BE0-4759-9D24-F82BC47633D4}" dt="2020-08-27T15:17:49.414" v="2506" actId="2696"/>
        <pc:sldMkLst>
          <pc:docMk/>
          <pc:sldMk cId="2313194397" sldId="970"/>
        </pc:sldMkLst>
      </pc:sldChg>
      <pc:sldChg chg="add">
        <pc:chgData name="Marzieh Ayati" userId="719e7aeb-c3b5-48e5-801b-084d43cd09ac" providerId="ADAL" clId="{2402073D-0BE0-4759-9D24-F82BC47633D4}" dt="2020-08-27T15:17:54.168" v="2507"/>
        <pc:sldMkLst>
          <pc:docMk/>
          <pc:sldMk cId="3279527952" sldId="970"/>
        </pc:sldMkLst>
      </pc:sldChg>
      <pc:sldChg chg="modSp new mod">
        <pc:chgData name="Marzieh Ayati" userId="719e7aeb-c3b5-48e5-801b-084d43cd09ac" providerId="ADAL" clId="{2402073D-0BE0-4759-9D24-F82BC47633D4}" dt="2020-08-27T01:53:35.554" v="1687" actId="20577"/>
        <pc:sldMkLst>
          <pc:docMk/>
          <pc:sldMk cId="535698632" sldId="971"/>
        </pc:sldMkLst>
        <pc:spChg chg="mod">
          <ac:chgData name="Marzieh Ayati" userId="719e7aeb-c3b5-48e5-801b-084d43cd09ac" providerId="ADAL" clId="{2402073D-0BE0-4759-9D24-F82BC47633D4}" dt="2020-08-27T01:53:04.192" v="1677" actId="20577"/>
          <ac:spMkLst>
            <pc:docMk/>
            <pc:sldMk cId="535698632" sldId="971"/>
            <ac:spMk id="2" creationId="{957A99DE-4827-4DED-9AAB-95A652AA561E}"/>
          </ac:spMkLst>
        </pc:spChg>
        <pc:spChg chg="mod">
          <ac:chgData name="Marzieh Ayati" userId="719e7aeb-c3b5-48e5-801b-084d43cd09ac" providerId="ADAL" clId="{2402073D-0BE0-4759-9D24-F82BC47633D4}" dt="2020-08-27T01:53:35.554" v="1687" actId="20577"/>
          <ac:spMkLst>
            <pc:docMk/>
            <pc:sldMk cId="535698632" sldId="971"/>
            <ac:spMk id="3" creationId="{DD5FF17C-72CD-42B0-9F26-BC7D5BF8AA26}"/>
          </ac:spMkLst>
        </pc:spChg>
      </pc:sldChg>
      <pc:sldChg chg="add del">
        <pc:chgData name="Marzieh Ayati" userId="719e7aeb-c3b5-48e5-801b-084d43cd09ac" providerId="ADAL" clId="{2402073D-0BE0-4759-9D24-F82BC47633D4}" dt="2020-08-27T15:17:49.414" v="2506" actId="2696"/>
        <pc:sldMkLst>
          <pc:docMk/>
          <pc:sldMk cId="802236723" sldId="972"/>
        </pc:sldMkLst>
      </pc:sldChg>
      <pc:sldChg chg="modSp new del mod">
        <pc:chgData name="Marzieh Ayati" userId="719e7aeb-c3b5-48e5-801b-084d43cd09ac" providerId="ADAL" clId="{2402073D-0BE0-4759-9D24-F82BC47633D4}" dt="2020-08-27T15:04:56.361" v="2378" actId="2696"/>
        <pc:sldMkLst>
          <pc:docMk/>
          <pc:sldMk cId="2931898018" sldId="972"/>
        </pc:sldMkLst>
        <pc:spChg chg="mod">
          <ac:chgData name="Marzieh Ayati" userId="719e7aeb-c3b5-48e5-801b-084d43cd09ac" providerId="ADAL" clId="{2402073D-0BE0-4759-9D24-F82BC47633D4}" dt="2020-08-27T02:00:59.239" v="1711" actId="313"/>
          <ac:spMkLst>
            <pc:docMk/>
            <pc:sldMk cId="2931898018" sldId="972"/>
            <ac:spMk id="2" creationId="{65467334-58EE-4726-AE1E-BAE7FB958D72}"/>
          </ac:spMkLst>
        </pc:spChg>
      </pc:sldChg>
      <pc:sldChg chg="add">
        <pc:chgData name="Marzieh Ayati" userId="719e7aeb-c3b5-48e5-801b-084d43cd09ac" providerId="ADAL" clId="{2402073D-0BE0-4759-9D24-F82BC47633D4}" dt="2020-08-27T15:17:54.168" v="2507"/>
        <pc:sldMkLst>
          <pc:docMk/>
          <pc:sldMk cId="4081164159" sldId="972"/>
        </pc:sldMkLst>
      </pc:sldChg>
      <pc:sldChg chg="addSp modSp new mod modAnim">
        <pc:chgData name="Marzieh Ayati" userId="719e7aeb-c3b5-48e5-801b-084d43cd09ac" providerId="ADAL" clId="{2402073D-0BE0-4759-9D24-F82BC47633D4}" dt="2020-08-27T02:20:02.382" v="2112"/>
        <pc:sldMkLst>
          <pc:docMk/>
          <pc:sldMk cId="4038754661" sldId="973"/>
        </pc:sldMkLst>
        <pc:spChg chg="mod">
          <ac:chgData name="Marzieh Ayati" userId="719e7aeb-c3b5-48e5-801b-084d43cd09ac" providerId="ADAL" clId="{2402073D-0BE0-4759-9D24-F82BC47633D4}" dt="2020-08-27T02:15:28.151" v="2000" actId="1076"/>
          <ac:spMkLst>
            <pc:docMk/>
            <pc:sldMk cId="4038754661" sldId="973"/>
            <ac:spMk id="2" creationId="{12B671ED-2CD4-4F12-A708-AF6604F16CB3}"/>
          </ac:spMkLst>
        </pc:spChg>
        <pc:spChg chg="mod">
          <ac:chgData name="Marzieh Ayati" userId="719e7aeb-c3b5-48e5-801b-084d43cd09ac" providerId="ADAL" clId="{2402073D-0BE0-4759-9D24-F82BC47633D4}" dt="2020-08-27T02:19:46.089" v="2109" actId="20577"/>
          <ac:spMkLst>
            <pc:docMk/>
            <pc:sldMk cId="4038754661" sldId="973"/>
            <ac:spMk id="3" creationId="{E557A87E-CA50-4742-A560-EC5D98527456}"/>
          </ac:spMkLst>
        </pc:spChg>
        <pc:spChg chg="add mod">
          <ac:chgData name="Marzieh Ayati" userId="719e7aeb-c3b5-48e5-801b-084d43cd09ac" providerId="ADAL" clId="{2402073D-0BE0-4759-9D24-F82BC47633D4}" dt="2020-08-27T02:15:34.143" v="2002" actId="1076"/>
          <ac:spMkLst>
            <pc:docMk/>
            <pc:sldMk cId="4038754661" sldId="973"/>
            <ac:spMk id="4" creationId="{6A2E79F0-D296-486D-93D6-4F9C759A6A15}"/>
          </ac:spMkLst>
        </pc:spChg>
        <pc:spChg chg="add mod">
          <ac:chgData name="Marzieh Ayati" userId="719e7aeb-c3b5-48e5-801b-084d43cd09ac" providerId="ADAL" clId="{2402073D-0BE0-4759-9D24-F82BC47633D4}" dt="2020-08-27T02:16:49.151" v="2059" actId="20577"/>
          <ac:spMkLst>
            <pc:docMk/>
            <pc:sldMk cId="4038754661" sldId="973"/>
            <ac:spMk id="6" creationId="{09AFFE42-FA64-4662-B5B3-EBE90E2200FD}"/>
          </ac:spMkLst>
        </pc:spChg>
        <pc:spChg chg="add mod">
          <ac:chgData name="Marzieh Ayati" userId="719e7aeb-c3b5-48e5-801b-084d43cd09ac" providerId="ADAL" clId="{2402073D-0BE0-4759-9D24-F82BC47633D4}" dt="2020-08-27T02:16:36.985" v="2040" actId="20577"/>
          <ac:spMkLst>
            <pc:docMk/>
            <pc:sldMk cId="4038754661" sldId="973"/>
            <ac:spMk id="7" creationId="{2E1568F1-0457-44E2-8ED2-AC654EFCDD3D}"/>
          </ac:spMkLst>
        </pc:spChg>
        <pc:spChg chg="add mod">
          <ac:chgData name="Marzieh Ayati" userId="719e7aeb-c3b5-48e5-801b-084d43cd09ac" providerId="ADAL" clId="{2402073D-0BE0-4759-9D24-F82BC47633D4}" dt="2020-08-27T02:17:41.752" v="2085" actId="20577"/>
          <ac:spMkLst>
            <pc:docMk/>
            <pc:sldMk cId="4038754661" sldId="973"/>
            <ac:spMk id="8" creationId="{D527947A-7338-489E-852B-452C5C34A6D9}"/>
          </ac:spMkLst>
        </pc:spChg>
        <pc:spChg chg="add mod">
          <ac:chgData name="Marzieh Ayati" userId="719e7aeb-c3b5-48e5-801b-084d43cd09ac" providerId="ADAL" clId="{2402073D-0BE0-4759-9D24-F82BC47633D4}" dt="2020-08-27T02:19:55.408" v="2111" actId="1076"/>
          <ac:spMkLst>
            <pc:docMk/>
            <pc:sldMk cId="4038754661" sldId="973"/>
            <ac:spMk id="9" creationId="{EF273FF1-9E5F-4E90-A6A9-F92065F321F0}"/>
          </ac:spMkLst>
        </pc:spChg>
        <pc:picChg chg="add mod">
          <ac:chgData name="Marzieh Ayati" userId="719e7aeb-c3b5-48e5-801b-084d43cd09ac" providerId="ADAL" clId="{2402073D-0BE0-4759-9D24-F82BC47633D4}" dt="2020-08-27T02:16:19.087" v="2029" actId="1076"/>
          <ac:picMkLst>
            <pc:docMk/>
            <pc:sldMk cId="4038754661" sldId="973"/>
            <ac:picMk id="5" creationId="{A36AF5FD-D8E0-40A5-B59B-CB08F0DA658C}"/>
          </ac:picMkLst>
        </pc:picChg>
      </pc:sldChg>
      <pc:sldChg chg="addSp modSp new mod">
        <pc:chgData name="Marzieh Ayati" userId="719e7aeb-c3b5-48e5-801b-084d43cd09ac" providerId="ADAL" clId="{2402073D-0BE0-4759-9D24-F82BC47633D4}" dt="2020-08-27T04:43:44.623" v="2117" actId="14100"/>
        <pc:sldMkLst>
          <pc:docMk/>
          <pc:sldMk cId="3323711349" sldId="974"/>
        </pc:sldMkLst>
        <pc:picChg chg="add mod">
          <ac:chgData name="Marzieh Ayati" userId="719e7aeb-c3b5-48e5-801b-084d43cd09ac" providerId="ADAL" clId="{2402073D-0BE0-4759-9D24-F82BC47633D4}" dt="2020-08-27T04:43:44.623" v="2117" actId="14100"/>
          <ac:picMkLst>
            <pc:docMk/>
            <pc:sldMk cId="3323711349" sldId="974"/>
            <ac:picMk id="4" creationId="{48D8C0A7-C62D-43A2-9730-7A9927BA1B85}"/>
          </ac:picMkLst>
        </pc:picChg>
      </pc:sldChg>
      <pc:sldChg chg="modSp new mod">
        <pc:chgData name="Marzieh Ayati" userId="719e7aeb-c3b5-48e5-801b-084d43cd09ac" providerId="ADAL" clId="{2402073D-0BE0-4759-9D24-F82BC47633D4}" dt="2020-08-27T04:47:51.128" v="2155" actId="5793"/>
        <pc:sldMkLst>
          <pc:docMk/>
          <pc:sldMk cId="3727411596" sldId="975"/>
        </pc:sldMkLst>
        <pc:spChg chg="mod">
          <ac:chgData name="Marzieh Ayati" userId="719e7aeb-c3b5-48e5-801b-084d43cd09ac" providerId="ADAL" clId="{2402073D-0BE0-4759-9D24-F82BC47633D4}" dt="2020-08-27T04:45:13.063" v="2138" actId="20577"/>
          <ac:spMkLst>
            <pc:docMk/>
            <pc:sldMk cId="3727411596" sldId="975"/>
            <ac:spMk id="2" creationId="{B875D61A-9FFD-4B86-A6FC-89E5CF168F35}"/>
          </ac:spMkLst>
        </pc:spChg>
        <pc:spChg chg="mod">
          <ac:chgData name="Marzieh Ayati" userId="719e7aeb-c3b5-48e5-801b-084d43cd09ac" providerId="ADAL" clId="{2402073D-0BE0-4759-9D24-F82BC47633D4}" dt="2020-08-27T04:47:51.128" v="2155" actId="5793"/>
          <ac:spMkLst>
            <pc:docMk/>
            <pc:sldMk cId="3727411596" sldId="975"/>
            <ac:spMk id="3" creationId="{B1C0B9C4-9731-4119-9C35-0722196DA6DA}"/>
          </ac:spMkLst>
        </pc:spChg>
      </pc:sldChg>
      <pc:sldChg chg="addSp modSp new mod">
        <pc:chgData name="Marzieh Ayati" userId="719e7aeb-c3b5-48e5-801b-084d43cd09ac" providerId="ADAL" clId="{2402073D-0BE0-4759-9D24-F82BC47633D4}" dt="2020-08-27T04:48:36.407" v="2188" actId="20577"/>
        <pc:sldMkLst>
          <pc:docMk/>
          <pc:sldMk cId="455031361" sldId="976"/>
        </pc:sldMkLst>
        <pc:spChg chg="mod">
          <ac:chgData name="Marzieh Ayati" userId="719e7aeb-c3b5-48e5-801b-084d43cd09ac" providerId="ADAL" clId="{2402073D-0BE0-4759-9D24-F82BC47633D4}" dt="2020-08-27T04:48:36.407" v="2188" actId="20577"/>
          <ac:spMkLst>
            <pc:docMk/>
            <pc:sldMk cId="455031361" sldId="976"/>
            <ac:spMk id="2" creationId="{901D8270-2D7B-4521-97C0-DC9A186C7CC2}"/>
          </ac:spMkLst>
        </pc:spChg>
        <pc:picChg chg="add mod">
          <ac:chgData name="Marzieh Ayati" userId="719e7aeb-c3b5-48e5-801b-084d43cd09ac" providerId="ADAL" clId="{2402073D-0BE0-4759-9D24-F82BC47633D4}" dt="2020-08-27T04:48:13.246" v="2161" actId="1076"/>
          <ac:picMkLst>
            <pc:docMk/>
            <pc:sldMk cId="455031361" sldId="976"/>
            <ac:picMk id="4" creationId="{0DB68E30-1877-474D-8C39-3B14E5D842C5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7T04:49:49.848" v="2220" actId="478"/>
        <pc:sldMkLst>
          <pc:docMk/>
          <pc:sldMk cId="2072148254" sldId="977"/>
        </pc:sldMkLst>
        <pc:spChg chg="mod">
          <ac:chgData name="Marzieh Ayati" userId="719e7aeb-c3b5-48e5-801b-084d43cd09ac" providerId="ADAL" clId="{2402073D-0BE0-4759-9D24-F82BC47633D4}" dt="2020-08-27T04:49:46.926" v="2218" actId="1076"/>
          <ac:spMkLst>
            <pc:docMk/>
            <pc:sldMk cId="2072148254" sldId="977"/>
            <ac:spMk id="2" creationId="{BB6A0438-EBAA-43BB-9E1B-2404CCCFC38E}"/>
          </ac:spMkLst>
        </pc:spChg>
        <pc:spChg chg="del">
          <ac:chgData name="Marzieh Ayati" userId="719e7aeb-c3b5-48e5-801b-084d43cd09ac" providerId="ADAL" clId="{2402073D-0BE0-4759-9D24-F82BC47633D4}" dt="2020-08-27T04:49:49.848" v="2220" actId="478"/>
          <ac:spMkLst>
            <pc:docMk/>
            <pc:sldMk cId="2072148254" sldId="977"/>
            <ac:spMk id="3" creationId="{D0E34440-BF9C-4CFA-B10F-18B23FC43F56}"/>
          </ac:spMkLst>
        </pc:spChg>
        <pc:picChg chg="add mod">
          <ac:chgData name="Marzieh Ayati" userId="719e7aeb-c3b5-48e5-801b-084d43cd09ac" providerId="ADAL" clId="{2402073D-0BE0-4759-9D24-F82BC47633D4}" dt="2020-08-27T04:49:47.958" v="2219" actId="1076"/>
          <ac:picMkLst>
            <pc:docMk/>
            <pc:sldMk cId="2072148254" sldId="977"/>
            <ac:picMk id="4" creationId="{2F821763-8BBB-4283-BDA5-27D4ABAF6F67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7T05:03:11.174" v="2325" actId="20577"/>
        <pc:sldMkLst>
          <pc:docMk/>
          <pc:sldMk cId="2711290419" sldId="978"/>
        </pc:sldMkLst>
        <pc:spChg chg="mod">
          <ac:chgData name="Marzieh Ayati" userId="719e7aeb-c3b5-48e5-801b-084d43cd09ac" providerId="ADAL" clId="{2402073D-0BE0-4759-9D24-F82BC47633D4}" dt="2020-08-27T05:03:11.174" v="2325" actId="20577"/>
          <ac:spMkLst>
            <pc:docMk/>
            <pc:sldMk cId="2711290419" sldId="978"/>
            <ac:spMk id="2" creationId="{60C50238-CFB3-496B-8F79-0B55B83301B8}"/>
          </ac:spMkLst>
        </pc:spChg>
        <pc:spChg chg="del">
          <ac:chgData name="Marzieh Ayati" userId="719e7aeb-c3b5-48e5-801b-084d43cd09ac" providerId="ADAL" clId="{2402073D-0BE0-4759-9D24-F82BC47633D4}" dt="2020-08-27T04:57:56.726" v="2268" actId="478"/>
          <ac:spMkLst>
            <pc:docMk/>
            <pc:sldMk cId="2711290419" sldId="978"/>
            <ac:spMk id="3" creationId="{2DCBBDD2-741E-48EB-9C1B-C858B68292EE}"/>
          </ac:spMkLst>
        </pc:spChg>
        <pc:picChg chg="add mod">
          <ac:chgData name="Marzieh Ayati" userId="719e7aeb-c3b5-48e5-801b-084d43cd09ac" providerId="ADAL" clId="{2402073D-0BE0-4759-9D24-F82BC47633D4}" dt="2020-08-27T04:58:01.461" v="2271" actId="1076"/>
          <ac:picMkLst>
            <pc:docMk/>
            <pc:sldMk cId="2711290419" sldId="978"/>
            <ac:picMk id="4" creationId="{9B6F13E5-548C-4EEA-9BA4-6917E2803C14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7T05:01:15.797" v="2306" actId="14100"/>
        <pc:sldMkLst>
          <pc:docMk/>
          <pc:sldMk cId="3767795112" sldId="979"/>
        </pc:sldMkLst>
        <pc:spChg chg="mod">
          <ac:chgData name="Marzieh Ayati" userId="719e7aeb-c3b5-48e5-801b-084d43cd09ac" providerId="ADAL" clId="{2402073D-0BE0-4759-9D24-F82BC47633D4}" dt="2020-08-27T05:01:13.421" v="2305" actId="1076"/>
          <ac:spMkLst>
            <pc:docMk/>
            <pc:sldMk cId="3767795112" sldId="979"/>
            <ac:spMk id="2" creationId="{9F7C802E-11E2-4031-8FF0-A9C616A422B2}"/>
          </ac:spMkLst>
        </pc:spChg>
        <pc:spChg chg="del">
          <ac:chgData name="Marzieh Ayati" userId="719e7aeb-c3b5-48e5-801b-084d43cd09ac" providerId="ADAL" clId="{2402073D-0BE0-4759-9D24-F82BC47633D4}" dt="2020-08-27T05:01:03.605" v="2304" actId="478"/>
          <ac:spMkLst>
            <pc:docMk/>
            <pc:sldMk cId="3767795112" sldId="979"/>
            <ac:spMk id="3" creationId="{4FEB45E8-7F38-4149-8C0D-BCF3B481E045}"/>
          </ac:spMkLst>
        </pc:spChg>
        <pc:picChg chg="add mod">
          <ac:chgData name="Marzieh Ayati" userId="719e7aeb-c3b5-48e5-801b-084d43cd09ac" providerId="ADAL" clId="{2402073D-0BE0-4759-9D24-F82BC47633D4}" dt="2020-08-27T05:01:15.797" v="2306" actId="14100"/>
          <ac:picMkLst>
            <pc:docMk/>
            <pc:sldMk cId="3767795112" sldId="979"/>
            <ac:picMk id="4" creationId="{4198E3C4-6B07-4CA2-B512-09318F2AE89A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7T05:04:20.765" v="2377" actId="1076"/>
        <pc:sldMkLst>
          <pc:docMk/>
          <pc:sldMk cId="1629214856" sldId="980"/>
        </pc:sldMkLst>
        <pc:spChg chg="mod">
          <ac:chgData name="Marzieh Ayati" userId="719e7aeb-c3b5-48e5-801b-084d43cd09ac" providerId="ADAL" clId="{2402073D-0BE0-4759-9D24-F82BC47633D4}" dt="2020-08-27T05:03:30.973" v="2371" actId="1076"/>
          <ac:spMkLst>
            <pc:docMk/>
            <pc:sldMk cId="1629214856" sldId="980"/>
            <ac:spMk id="2" creationId="{C7D6273A-8269-4764-9E16-0BB71C8BD6D4}"/>
          </ac:spMkLst>
        </pc:spChg>
        <pc:spChg chg="del">
          <ac:chgData name="Marzieh Ayati" userId="719e7aeb-c3b5-48e5-801b-084d43cd09ac" providerId="ADAL" clId="{2402073D-0BE0-4759-9D24-F82BC47633D4}" dt="2020-08-27T05:04:18.470" v="2376" actId="478"/>
          <ac:spMkLst>
            <pc:docMk/>
            <pc:sldMk cId="1629214856" sldId="980"/>
            <ac:spMk id="3" creationId="{1C7E2EBC-9BCC-4B0D-AFC5-A3F78AB0A654}"/>
          </ac:spMkLst>
        </pc:spChg>
        <pc:picChg chg="add mod">
          <ac:chgData name="Marzieh Ayati" userId="719e7aeb-c3b5-48e5-801b-084d43cd09ac" providerId="ADAL" clId="{2402073D-0BE0-4759-9D24-F82BC47633D4}" dt="2020-08-27T05:04:20.765" v="2377" actId="1076"/>
          <ac:picMkLst>
            <pc:docMk/>
            <pc:sldMk cId="1629214856" sldId="980"/>
            <ac:picMk id="4" creationId="{2DE20376-0392-4155-A75E-1D2138E6C854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7T15:09:11.090" v="2417" actId="478"/>
        <pc:sldMkLst>
          <pc:docMk/>
          <pc:sldMk cId="3927072379" sldId="981"/>
        </pc:sldMkLst>
        <pc:spChg chg="mod">
          <ac:chgData name="Marzieh Ayati" userId="719e7aeb-c3b5-48e5-801b-084d43cd09ac" providerId="ADAL" clId="{2402073D-0BE0-4759-9D24-F82BC47633D4}" dt="2020-08-27T15:08:36.913" v="2413" actId="1076"/>
          <ac:spMkLst>
            <pc:docMk/>
            <pc:sldMk cId="3927072379" sldId="981"/>
            <ac:spMk id="2" creationId="{407AFC9D-8BE4-487A-9F6A-B08128CAFD07}"/>
          </ac:spMkLst>
        </pc:spChg>
        <pc:spChg chg="del">
          <ac:chgData name="Marzieh Ayati" userId="719e7aeb-c3b5-48e5-801b-084d43cd09ac" providerId="ADAL" clId="{2402073D-0BE0-4759-9D24-F82BC47633D4}" dt="2020-08-27T15:09:11.090" v="2417" actId="478"/>
          <ac:spMkLst>
            <pc:docMk/>
            <pc:sldMk cId="3927072379" sldId="981"/>
            <ac:spMk id="3" creationId="{64794B26-38A0-4A80-B88D-ACEDA1F1BD27}"/>
          </ac:spMkLst>
        </pc:spChg>
        <pc:picChg chg="add mod">
          <ac:chgData name="Marzieh Ayati" userId="719e7aeb-c3b5-48e5-801b-084d43cd09ac" providerId="ADAL" clId="{2402073D-0BE0-4759-9D24-F82BC47633D4}" dt="2020-08-27T15:09:09.169" v="2416" actId="1076"/>
          <ac:picMkLst>
            <pc:docMk/>
            <pc:sldMk cId="3927072379" sldId="981"/>
            <ac:picMk id="4" creationId="{00A5107B-65B5-4ABC-89AD-6038C97A9289}"/>
          </ac:picMkLst>
        </pc:picChg>
      </pc:sldChg>
      <pc:sldChg chg="addSp delSp modSp new mod ord">
        <pc:chgData name="Marzieh Ayati" userId="719e7aeb-c3b5-48e5-801b-084d43cd09ac" providerId="ADAL" clId="{2402073D-0BE0-4759-9D24-F82BC47633D4}" dt="2020-08-27T15:18:05.211" v="2509"/>
        <pc:sldMkLst>
          <pc:docMk/>
          <pc:sldMk cId="3900674067" sldId="982"/>
        </pc:sldMkLst>
        <pc:spChg chg="mod">
          <ac:chgData name="Marzieh Ayati" userId="719e7aeb-c3b5-48e5-801b-084d43cd09ac" providerId="ADAL" clId="{2402073D-0BE0-4759-9D24-F82BC47633D4}" dt="2020-08-27T15:12:32.889" v="2438" actId="1076"/>
          <ac:spMkLst>
            <pc:docMk/>
            <pc:sldMk cId="3900674067" sldId="982"/>
            <ac:spMk id="2" creationId="{2CF99AB3-2DBC-4B8C-A31C-FDBD935FF6E8}"/>
          </ac:spMkLst>
        </pc:spChg>
        <pc:spChg chg="del">
          <ac:chgData name="Marzieh Ayati" userId="719e7aeb-c3b5-48e5-801b-084d43cd09ac" providerId="ADAL" clId="{2402073D-0BE0-4759-9D24-F82BC47633D4}" dt="2020-08-27T15:12:45.185" v="2439" actId="478"/>
          <ac:spMkLst>
            <pc:docMk/>
            <pc:sldMk cId="3900674067" sldId="982"/>
            <ac:spMk id="3" creationId="{8C788541-3BD6-494D-81E9-3073F1719BAD}"/>
          </ac:spMkLst>
        </pc:spChg>
        <pc:picChg chg="add mod">
          <ac:chgData name="Marzieh Ayati" userId="719e7aeb-c3b5-48e5-801b-084d43cd09ac" providerId="ADAL" clId="{2402073D-0BE0-4759-9D24-F82BC47633D4}" dt="2020-08-27T15:12:51.953" v="2442" actId="1076"/>
          <ac:picMkLst>
            <pc:docMk/>
            <pc:sldMk cId="3900674067" sldId="982"/>
            <ac:picMk id="4" creationId="{0FFE664A-4B58-4117-B67F-93B071E27343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7T15:14:20.586" v="2452" actId="1076"/>
        <pc:sldMkLst>
          <pc:docMk/>
          <pc:sldMk cId="2123262225" sldId="983"/>
        </pc:sldMkLst>
        <pc:spChg chg="mod">
          <ac:chgData name="Marzieh Ayati" userId="719e7aeb-c3b5-48e5-801b-084d43cd09ac" providerId="ADAL" clId="{2402073D-0BE0-4759-9D24-F82BC47633D4}" dt="2020-08-27T15:13:53.945" v="2448" actId="1076"/>
          <ac:spMkLst>
            <pc:docMk/>
            <pc:sldMk cId="2123262225" sldId="983"/>
            <ac:spMk id="2" creationId="{CE6C30BA-5A4D-4DED-B0AC-A656F699A045}"/>
          </ac:spMkLst>
        </pc:spChg>
        <pc:spChg chg="del">
          <ac:chgData name="Marzieh Ayati" userId="719e7aeb-c3b5-48e5-801b-084d43cd09ac" providerId="ADAL" clId="{2402073D-0BE0-4759-9D24-F82BC47633D4}" dt="2020-08-27T15:13:56.946" v="2449" actId="478"/>
          <ac:spMkLst>
            <pc:docMk/>
            <pc:sldMk cId="2123262225" sldId="983"/>
            <ac:spMk id="3" creationId="{BCB84D50-464C-4BA6-86C9-1CB223E114BA}"/>
          </ac:spMkLst>
        </pc:spChg>
        <pc:picChg chg="add mod">
          <ac:chgData name="Marzieh Ayati" userId="719e7aeb-c3b5-48e5-801b-084d43cd09ac" providerId="ADAL" clId="{2402073D-0BE0-4759-9D24-F82BC47633D4}" dt="2020-08-27T15:14:20.586" v="2452" actId="1076"/>
          <ac:picMkLst>
            <pc:docMk/>
            <pc:sldMk cId="2123262225" sldId="983"/>
            <ac:picMk id="4" creationId="{D5B5E510-75A2-4D37-AF64-DE87CF0259BD}"/>
          </ac:picMkLst>
        </pc:picChg>
      </pc:sldChg>
      <pc:sldChg chg="addSp delSp modSp new mod modAnim">
        <pc:chgData name="Marzieh Ayati" userId="719e7aeb-c3b5-48e5-801b-084d43cd09ac" providerId="ADAL" clId="{2402073D-0BE0-4759-9D24-F82BC47633D4}" dt="2020-08-27T15:23:37.440" v="2782" actId="1076"/>
        <pc:sldMkLst>
          <pc:docMk/>
          <pc:sldMk cId="3318636566" sldId="984"/>
        </pc:sldMkLst>
        <pc:spChg chg="mod">
          <ac:chgData name="Marzieh Ayati" userId="719e7aeb-c3b5-48e5-801b-084d43cd09ac" providerId="ADAL" clId="{2402073D-0BE0-4759-9D24-F82BC47633D4}" dt="2020-08-27T15:16:45.162" v="2470" actId="1076"/>
          <ac:spMkLst>
            <pc:docMk/>
            <pc:sldMk cId="3318636566" sldId="984"/>
            <ac:spMk id="2" creationId="{04D14EA2-151F-4E81-B5D7-7CD7306F9CBA}"/>
          </ac:spMkLst>
        </pc:spChg>
        <pc:spChg chg="del">
          <ac:chgData name="Marzieh Ayati" userId="719e7aeb-c3b5-48e5-801b-084d43cd09ac" providerId="ADAL" clId="{2402073D-0BE0-4759-9D24-F82BC47633D4}" dt="2020-08-27T15:16:36.641" v="2466" actId="478"/>
          <ac:spMkLst>
            <pc:docMk/>
            <pc:sldMk cId="3318636566" sldId="984"/>
            <ac:spMk id="3" creationId="{A5F2D36A-D46D-4C18-A310-CDDA49B8ECEC}"/>
          </ac:spMkLst>
        </pc:spChg>
        <pc:spChg chg="add mod">
          <ac:chgData name="Marzieh Ayati" userId="719e7aeb-c3b5-48e5-801b-084d43cd09ac" providerId="ADAL" clId="{2402073D-0BE0-4759-9D24-F82BC47633D4}" dt="2020-08-27T15:23:26.865" v="2778" actId="403"/>
          <ac:spMkLst>
            <pc:docMk/>
            <pc:sldMk cId="3318636566" sldId="984"/>
            <ac:spMk id="5" creationId="{C33998C7-F481-4BE9-A55E-6E5B7B7887A0}"/>
          </ac:spMkLst>
        </pc:spChg>
        <pc:spChg chg="add mod">
          <ac:chgData name="Marzieh Ayati" userId="719e7aeb-c3b5-48e5-801b-084d43cd09ac" providerId="ADAL" clId="{2402073D-0BE0-4759-9D24-F82BC47633D4}" dt="2020-08-27T15:23:37.440" v="2782" actId="1076"/>
          <ac:spMkLst>
            <pc:docMk/>
            <pc:sldMk cId="3318636566" sldId="984"/>
            <ac:spMk id="6" creationId="{52CD7B6A-0521-48B3-9AF8-274F692A02DF}"/>
          </ac:spMkLst>
        </pc:spChg>
        <pc:picChg chg="add mod">
          <ac:chgData name="Marzieh Ayati" userId="719e7aeb-c3b5-48e5-801b-084d43cd09ac" providerId="ADAL" clId="{2402073D-0BE0-4759-9D24-F82BC47633D4}" dt="2020-08-27T15:16:41.673" v="2469" actId="1076"/>
          <ac:picMkLst>
            <pc:docMk/>
            <pc:sldMk cId="3318636566" sldId="984"/>
            <ac:picMk id="4" creationId="{6D941D1D-E58C-4FD7-ABF3-A433C04F9553}"/>
          </ac:picMkLst>
        </pc:picChg>
      </pc:sldChg>
      <pc:sldChg chg="addSp delSp modSp new mod">
        <pc:chgData name="Marzieh Ayati" userId="719e7aeb-c3b5-48e5-801b-084d43cd09ac" providerId="ADAL" clId="{2402073D-0BE0-4759-9D24-F82BC47633D4}" dt="2020-08-27T15:17:20.840" v="2505" actId="1076"/>
        <pc:sldMkLst>
          <pc:docMk/>
          <pc:sldMk cId="832734471" sldId="985"/>
        </pc:sldMkLst>
        <pc:spChg chg="mod">
          <ac:chgData name="Marzieh Ayati" userId="719e7aeb-c3b5-48e5-801b-084d43cd09ac" providerId="ADAL" clId="{2402073D-0BE0-4759-9D24-F82BC47633D4}" dt="2020-08-27T15:17:11.713" v="2501" actId="20577"/>
          <ac:spMkLst>
            <pc:docMk/>
            <pc:sldMk cId="832734471" sldId="985"/>
            <ac:spMk id="2" creationId="{AB910559-205C-4C27-9E41-ACB8A124D76B}"/>
          </ac:spMkLst>
        </pc:spChg>
        <pc:spChg chg="del">
          <ac:chgData name="Marzieh Ayati" userId="719e7aeb-c3b5-48e5-801b-084d43cd09ac" providerId="ADAL" clId="{2402073D-0BE0-4759-9D24-F82BC47633D4}" dt="2020-08-27T15:17:15.537" v="2502" actId="478"/>
          <ac:spMkLst>
            <pc:docMk/>
            <pc:sldMk cId="832734471" sldId="985"/>
            <ac:spMk id="3" creationId="{3A48ADA0-24D7-4BD2-891A-11E3C1BE6F33}"/>
          </ac:spMkLst>
        </pc:spChg>
        <pc:picChg chg="add mod">
          <ac:chgData name="Marzieh Ayati" userId="719e7aeb-c3b5-48e5-801b-084d43cd09ac" providerId="ADAL" clId="{2402073D-0BE0-4759-9D24-F82BC47633D4}" dt="2020-08-27T15:17:20.840" v="2505" actId="1076"/>
          <ac:picMkLst>
            <pc:docMk/>
            <pc:sldMk cId="832734471" sldId="985"/>
            <ac:picMk id="4" creationId="{99CBAB98-D38B-417D-93A5-204982DDD4C3}"/>
          </ac:picMkLst>
        </pc:picChg>
      </pc:sldChg>
      <pc:sldChg chg="addSp delSp modSp new mod modAnim">
        <pc:chgData name="Marzieh Ayati" userId="719e7aeb-c3b5-48e5-801b-084d43cd09ac" providerId="ADAL" clId="{2402073D-0BE0-4759-9D24-F82BC47633D4}" dt="2020-08-27T15:23:58.431" v="2835" actId="20577"/>
        <pc:sldMkLst>
          <pc:docMk/>
          <pc:sldMk cId="1444201440" sldId="986"/>
        </pc:sldMkLst>
        <pc:spChg chg="mod">
          <ac:chgData name="Marzieh Ayati" userId="719e7aeb-c3b5-48e5-801b-084d43cd09ac" providerId="ADAL" clId="{2402073D-0BE0-4759-9D24-F82BC47633D4}" dt="2020-08-27T15:18:23.296" v="2517" actId="1076"/>
          <ac:spMkLst>
            <pc:docMk/>
            <pc:sldMk cId="1444201440" sldId="986"/>
            <ac:spMk id="2" creationId="{51960FE2-13D6-444D-B2EA-1E33FCDD59D7}"/>
          </ac:spMkLst>
        </pc:spChg>
        <pc:spChg chg="del">
          <ac:chgData name="Marzieh Ayati" userId="719e7aeb-c3b5-48e5-801b-084d43cd09ac" providerId="ADAL" clId="{2402073D-0BE0-4759-9D24-F82BC47633D4}" dt="2020-08-27T15:18:25.041" v="2518" actId="478"/>
          <ac:spMkLst>
            <pc:docMk/>
            <pc:sldMk cId="1444201440" sldId="986"/>
            <ac:spMk id="3" creationId="{2939E18D-AF4D-48FC-9E64-43AAA7778C79}"/>
          </ac:spMkLst>
        </pc:spChg>
        <pc:spChg chg="add mod">
          <ac:chgData name="Marzieh Ayati" userId="719e7aeb-c3b5-48e5-801b-084d43cd09ac" providerId="ADAL" clId="{2402073D-0BE0-4759-9D24-F82BC47633D4}" dt="2020-08-27T15:23:22.449" v="2775" actId="403"/>
          <ac:spMkLst>
            <pc:docMk/>
            <pc:sldMk cId="1444201440" sldId="986"/>
            <ac:spMk id="5" creationId="{856701A7-8FCC-4275-BD74-D5711DBFE7A1}"/>
          </ac:spMkLst>
        </pc:spChg>
        <pc:spChg chg="add mod">
          <ac:chgData name="Marzieh Ayati" userId="719e7aeb-c3b5-48e5-801b-084d43cd09ac" providerId="ADAL" clId="{2402073D-0BE0-4759-9D24-F82BC47633D4}" dt="2020-08-27T15:23:58.431" v="2835" actId="20577"/>
          <ac:spMkLst>
            <pc:docMk/>
            <pc:sldMk cId="1444201440" sldId="986"/>
            <ac:spMk id="6" creationId="{070DC607-E27B-48B0-AAAC-6386A721734A}"/>
          </ac:spMkLst>
        </pc:spChg>
        <pc:picChg chg="add mod">
          <ac:chgData name="Marzieh Ayati" userId="719e7aeb-c3b5-48e5-801b-084d43cd09ac" providerId="ADAL" clId="{2402073D-0BE0-4759-9D24-F82BC47633D4}" dt="2020-08-27T15:23:06.969" v="2762" actId="1076"/>
          <ac:picMkLst>
            <pc:docMk/>
            <pc:sldMk cId="1444201440" sldId="986"/>
            <ac:picMk id="4" creationId="{374604C7-D3DA-4262-9993-CBD7115F2242}"/>
          </ac:picMkLst>
        </pc:picChg>
      </pc:sldChg>
      <pc:sldChg chg="addSp modSp new mod">
        <pc:chgData name="Marzieh Ayati" userId="719e7aeb-c3b5-48e5-801b-084d43cd09ac" providerId="ADAL" clId="{2402073D-0BE0-4759-9D24-F82BC47633D4}" dt="2020-08-27T15:20:07.233" v="2651" actId="1076"/>
        <pc:sldMkLst>
          <pc:docMk/>
          <pc:sldMk cId="1159735980" sldId="987"/>
        </pc:sldMkLst>
        <pc:spChg chg="mod">
          <ac:chgData name="Marzieh Ayati" userId="719e7aeb-c3b5-48e5-801b-084d43cd09ac" providerId="ADAL" clId="{2402073D-0BE0-4759-9D24-F82BC47633D4}" dt="2020-08-27T15:19:05.793" v="2529" actId="20577"/>
          <ac:spMkLst>
            <pc:docMk/>
            <pc:sldMk cId="1159735980" sldId="987"/>
            <ac:spMk id="2" creationId="{0216B29C-A0B0-438C-9938-1F81E48866EA}"/>
          </ac:spMkLst>
        </pc:spChg>
        <pc:spChg chg="mod">
          <ac:chgData name="Marzieh Ayati" userId="719e7aeb-c3b5-48e5-801b-084d43cd09ac" providerId="ADAL" clId="{2402073D-0BE0-4759-9D24-F82BC47633D4}" dt="2020-08-27T15:20:01.777" v="2648" actId="1076"/>
          <ac:spMkLst>
            <pc:docMk/>
            <pc:sldMk cId="1159735980" sldId="987"/>
            <ac:spMk id="3" creationId="{0D1A3F19-A46F-4DE1-8E7B-5DD11632C162}"/>
          </ac:spMkLst>
        </pc:spChg>
        <pc:picChg chg="add mod">
          <ac:chgData name="Marzieh Ayati" userId="719e7aeb-c3b5-48e5-801b-084d43cd09ac" providerId="ADAL" clId="{2402073D-0BE0-4759-9D24-F82BC47633D4}" dt="2020-08-27T15:20:07.233" v="2651" actId="1076"/>
          <ac:picMkLst>
            <pc:docMk/>
            <pc:sldMk cId="1159735980" sldId="987"/>
            <ac:picMk id="5122" creationId="{10CA4E18-122A-48D7-A286-F338D70A021C}"/>
          </ac:picMkLst>
        </pc:picChg>
      </pc:sldChg>
      <pc:sldChg chg="addSp delSp modSp new mod modAnim">
        <pc:chgData name="Marzieh Ayati" userId="719e7aeb-c3b5-48e5-801b-084d43cd09ac" providerId="ADAL" clId="{2402073D-0BE0-4759-9D24-F82BC47633D4}" dt="2020-08-27T15:25:45.184" v="2854" actId="1076"/>
        <pc:sldMkLst>
          <pc:docMk/>
          <pc:sldMk cId="3007798173" sldId="988"/>
        </pc:sldMkLst>
        <pc:spChg chg="mod">
          <ac:chgData name="Marzieh Ayati" userId="719e7aeb-c3b5-48e5-801b-084d43cd09ac" providerId="ADAL" clId="{2402073D-0BE0-4759-9D24-F82BC47633D4}" dt="2020-08-27T15:24:12.064" v="2840" actId="20577"/>
          <ac:spMkLst>
            <pc:docMk/>
            <pc:sldMk cId="3007798173" sldId="988"/>
            <ac:spMk id="2" creationId="{4B1DF013-E581-491E-92EF-B3A67056CFFB}"/>
          </ac:spMkLst>
        </pc:spChg>
        <pc:spChg chg="del">
          <ac:chgData name="Marzieh Ayati" userId="719e7aeb-c3b5-48e5-801b-084d43cd09ac" providerId="ADAL" clId="{2402073D-0BE0-4759-9D24-F82BC47633D4}" dt="2020-08-27T15:24:30.432" v="2841" actId="478"/>
          <ac:spMkLst>
            <pc:docMk/>
            <pc:sldMk cId="3007798173" sldId="988"/>
            <ac:spMk id="3" creationId="{2239FA2C-4EAC-4DC5-8F94-087B8BD082C7}"/>
          </ac:spMkLst>
        </pc:spChg>
        <pc:spChg chg="add mod">
          <ac:chgData name="Marzieh Ayati" userId="719e7aeb-c3b5-48e5-801b-084d43cd09ac" providerId="ADAL" clId="{2402073D-0BE0-4759-9D24-F82BC47633D4}" dt="2020-08-27T15:25:33.312" v="2852" actId="20577"/>
          <ac:spMkLst>
            <pc:docMk/>
            <pc:sldMk cId="3007798173" sldId="988"/>
            <ac:spMk id="5" creationId="{CEE0283B-B2AF-4313-8B1F-1FDA19935AE5}"/>
          </ac:spMkLst>
        </pc:spChg>
        <pc:spChg chg="add mod">
          <ac:chgData name="Marzieh Ayati" userId="719e7aeb-c3b5-48e5-801b-084d43cd09ac" providerId="ADAL" clId="{2402073D-0BE0-4759-9D24-F82BC47633D4}" dt="2020-08-27T15:25:45.184" v="2854" actId="1076"/>
          <ac:spMkLst>
            <pc:docMk/>
            <pc:sldMk cId="3007798173" sldId="988"/>
            <ac:spMk id="6" creationId="{1DC91C53-F163-4C25-BA11-43FC75912912}"/>
          </ac:spMkLst>
        </pc:spChg>
        <pc:picChg chg="add mod">
          <ac:chgData name="Marzieh Ayati" userId="719e7aeb-c3b5-48e5-801b-084d43cd09ac" providerId="ADAL" clId="{2402073D-0BE0-4759-9D24-F82BC47633D4}" dt="2020-08-27T15:25:21.521" v="2846" actId="1076"/>
          <ac:picMkLst>
            <pc:docMk/>
            <pc:sldMk cId="3007798173" sldId="988"/>
            <ac:picMk id="4" creationId="{095BFDFC-ED63-4785-B6EA-D5DA48B549E4}"/>
          </ac:picMkLst>
        </pc:picChg>
      </pc:sldChg>
      <pc:sldMasterChg chg="delSldLayout">
        <pc:chgData name="Marzieh Ayati" userId="719e7aeb-c3b5-48e5-801b-084d43cd09ac" providerId="ADAL" clId="{2402073D-0BE0-4759-9D24-F82BC47633D4}" dt="2020-08-27T00:49:32.839" v="1617" actId="47"/>
        <pc:sldMasterMkLst>
          <pc:docMk/>
          <pc:sldMasterMk cId="3712912519" sldId="2147483648"/>
        </pc:sldMasterMkLst>
        <pc:sldLayoutChg chg="del">
          <pc:chgData name="Marzieh Ayati" userId="719e7aeb-c3b5-48e5-801b-084d43cd09ac" providerId="ADAL" clId="{2402073D-0BE0-4759-9D24-F82BC47633D4}" dt="2020-08-27T00:49:32.839" v="1617" actId="47"/>
          <pc:sldLayoutMkLst>
            <pc:docMk/>
            <pc:sldMasterMk cId="3712912519" sldId="2147483648"/>
            <pc:sldLayoutMk cId="1154291483" sldId="2147483660"/>
          </pc:sldLayoutMkLst>
        </pc:sldLayoutChg>
      </pc:sldMasterChg>
      <pc:sldMasterChg chg="del delSldLayout">
        <pc:chgData name="Marzieh Ayati" userId="719e7aeb-c3b5-48e5-801b-084d43cd09ac" providerId="ADAL" clId="{2402073D-0BE0-4759-9D24-F82BC47633D4}" dt="2020-08-26T21:43:00.020" v="62" actId="47"/>
        <pc:sldMasterMkLst>
          <pc:docMk/>
          <pc:sldMasterMk cId="3745367151" sldId="2147483663"/>
        </pc:sldMasterMkLst>
        <pc:sldLayoutChg chg="del">
          <pc:chgData name="Marzieh Ayati" userId="719e7aeb-c3b5-48e5-801b-084d43cd09ac" providerId="ADAL" clId="{2402073D-0BE0-4759-9D24-F82BC47633D4}" dt="2020-08-26T21:43:00.020" v="62" actId="47"/>
          <pc:sldLayoutMkLst>
            <pc:docMk/>
            <pc:sldMasterMk cId="3745367151" sldId="2147483663"/>
            <pc:sldLayoutMk cId="2196555367" sldId="2147483664"/>
          </pc:sldLayoutMkLst>
        </pc:sldLayoutChg>
      </pc:sldMasterChg>
      <pc:sldMasterChg chg="del delSldLayout">
        <pc:chgData name="Marzieh Ayati" userId="719e7aeb-c3b5-48e5-801b-084d43cd09ac" providerId="ADAL" clId="{2402073D-0BE0-4759-9D24-F82BC47633D4}" dt="2020-08-27T00:43:07.408" v="1562" actId="47"/>
        <pc:sldMasterMkLst>
          <pc:docMk/>
          <pc:sldMasterMk cId="3907128955" sldId="2147483663"/>
        </pc:sldMasterMkLst>
        <pc:sldLayoutChg chg="del">
          <pc:chgData name="Marzieh Ayati" userId="719e7aeb-c3b5-48e5-801b-084d43cd09ac" providerId="ADAL" clId="{2402073D-0BE0-4759-9D24-F82BC47633D4}" dt="2020-08-27T00:43:07.408" v="1562" actId="47"/>
          <pc:sldLayoutMkLst>
            <pc:docMk/>
            <pc:sldMasterMk cId="3907128955" sldId="2147483663"/>
            <pc:sldLayoutMk cId="3618052960" sldId="2147483664"/>
          </pc:sldLayoutMkLst>
        </pc:sldLayoutChg>
      </pc:sldMasterChg>
    </pc:docChg>
  </pc:docChgLst>
  <pc:docChgLst>
    <pc:chgData name="Marzieh Ayati" userId="719e7aeb-c3b5-48e5-801b-084d43cd09ac" providerId="ADAL" clId="{5F94B38B-0A23-4331-9702-16532C0C2A69}"/>
    <pc:docChg chg="modSld">
      <pc:chgData name="Marzieh Ayati" userId="719e7aeb-c3b5-48e5-801b-084d43cd09ac" providerId="ADAL" clId="{5F94B38B-0A23-4331-9702-16532C0C2A69}" dt="2021-08-26T08:26:04.720" v="20" actId="20577"/>
      <pc:docMkLst>
        <pc:docMk/>
      </pc:docMkLst>
      <pc:sldChg chg="modSp mod">
        <pc:chgData name="Marzieh Ayati" userId="719e7aeb-c3b5-48e5-801b-084d43cd09ac" providerId="ADAL" clId="{5F94B38B-0A23-4331-9702-16532C0C2A69}" dt="2021-08-26T08:26:04.720" v="20" actId="20577"/>
        <pc:sldMkLst>
          <pc:docMk/>
          <pc:sldMk cId="3206695769" sldId="958"/>
        </pc:sldMkLst>
        <pc:spChg chg="mod">
          <ac:chgData name="Marzieh Ayati" userId="719e7aeb-c3b5-48e5-801b-084d43cd09ac" providerId="ADAL" clId="{5F94B38B-0A23-4331-9702-16532C0C2A69}" dt="2021-08-26T08:26:04.720" v="20" actId="20577"/>
          <ac:spMkLst>
            <pc:docMk/>
            <pc:sldMk cId="3206695769" sldId="958"/>
            <ac:spMk id="3" creationId="{1E3C370D-B1A5-44AA-A0EA-71A582380E79}"/>
          </ac:spMkLst>
        </pc:spChg>
      </pc:sldChg>
    </pc:docChg>
  </pc:docChgLst>
  <pc:docChgLst>
    <pc:chgData name="Marzieh Ayati" userId="719e7aeb-c3b5-48e5-801b-084d43cd09ac" providerId="ADAL" clId="{CA24372F-5387-4BE7-B321-2C68EEB307E8}"/>
    <pc:docChg chg="addSld modSld">
      <pc:chgData name="Marzieh Ayati" userId="719e7aeb-c3b5-48e5-801b-084d43cd09ac" providerId="ADAL" clId="{CA24372F-5387-4BE7-B321-2C68EEB307E8}" dt="2020-08-26T21:21:00.946" v="2" actId="20577"/>
      <pc:docMkLst>
        <pc:docMk/>
      </pc:docMkLst>
      <pc:sldChg chg="modSp mod">
        <pc:chgData name="Marzieh Ayati" userId="719e7aeb-c3b5-48e5-801b-084d43cd09ac" providerId="ADAL" clId="{CA24372F-5387-4BE7-B321-2C68EEB307E8}" dt="2020-08-26T21:21:00.946" v="2" actId="20577"/>
        <pc:sldMkLst>
          <pc:docMk/>
          <pc:sldMk cId="1943182570" sldId="256"/>
        </pc:sldMkLst>
        <pc:spChg chg="mod">
          <ac:chgData name="Marzieh Ayati" userId="719e7aeb-c3b5-48e5-801b-084d43cd09ac" providerId="ADAL" clId="{CA24372F-5387-4BE7-B321-2C68EEB307E8}" dt="2020-08-26T21:21:00.946" v="2" actId="20577"/>
          <ac:spMkLst>
            <pc:docMk/>
            <pc:sldMk cId="1943182570" sldId="256"/>
            <ac:spMk id="2" creationId="{2EDC7AB6-BAAA-4718-BE78-FFDC86862CF3}"/>
          </ac:spMkLst>
        </pc:spChg>
      </pc:sldChg>
      <pc:sldChg chg="add">
        <pc:chgData name="Marzieh Ayati" userId="719e7aeb-c3b5-48e5-801b-084d43cd09ac" providerId="ADAL" clId="{CA24372F-5387-4BE7-B321-2C68EEB307E8}" dt="2020-08-19T17:58:29.789" v="0"/>
        <pc:sldMkLst>
          <pc:docMk/>
          <pc:sldMk cId="184995505" sldId="877"/>
        </pc:sldMkLst>
      </pc:sldChg>
      <pc:sldChg chg="add">
        <pc:chgData name="Marzieh Ayati" userId="719e7aeb-c3b5-48e5-801b-084d43cd09ac" providerId="ADAL" clId="{CA24372F-5387-4BE7-B321-2C68EEB307E8}" dt="2020-08-19T17:58:29.789" v="0"/>
        <pc:sldMkLst>
          <pc:docMk/>
          <pc:sldMk cId="937937857" sldId="952"/>
        </pc:sldMkLst>
      </pc:sldChg>
    </pc:docChg>
  </pc:docChgLst>
  <pc:docChgLst>
    <pc:chgData name="Marzieh Ayati" userId="719e7aeb-c3b5-48e5-801b-084d43cd09ac" providerId="ADAL" clId="{4C994619-E601-47F0-B349-D412F4912B0D}"/>
    <pc:docChg chg="modSld">
      <pc:chgData name="Marzieh Ayati" userId="719e7aeb-c3b5-48e5-801b-084d43cd09ac" providerId="ADAL" clId="{4C994619-E601-47F0-B349-D412F4912B0D}" dt="2023-09-06T19:06:06.158" v="124" actId="20577"/>
      <pc:docMkLst>
        <pc:docMk/>
      </pc:docMkLst>
      <pc:sldChg chg="modSp mod">
        <pc:chgData name="Marzieh Ayati" userId="719e7aeb-c3b5-48e5-801b-084d43cd09ac" providerId="ADAL" clId="{4C994619-E601-47F0-B349-D412F4912B0D}" dt="2023-09-06T19:06:06.158" v="124" actId="20577"/>
        <pc:sldMkLst>
          <pc:docMk/>
          <pc:sldMk cId="3206695769" sldId="958"/>
        </pc:sldMkLst>
        <pc:spChg chg="mod">
          <ac:chgData name="Marzieh Ayati" userId="719e7aeb-c3b5-48e5-801b-084d43cd09ac" providerId="ADAL" clId="{4C994619-E601-47F0-B349-D412F4912B0D}" dt="2023-09-06T19:06:06.158" v="124" actId="20577"/>
          <ac:spMkLst>
            <pc:docMk/>
            <pc:sldMk cId="3206695769" sldId="958"/>
            <ac:spMk id="3" creationId="{1E3C370D-B1A5-44AA-A0EA-71A582380E79}"/>
          </ac:spMkLst>
        </pc:spChg>
      </pc:sldChg>
    </pc:docChg>
  </pc:docChgLst>
  <pc:docChgLst>
    <pc:chgData name="Marzieh Ayati" userId="719e7aeb-c3b5-48e5-801b-084d43cd09ac" providerId="ADAL" clId="{69C90779-FF73-44F6-A279-1EF469FF498E}"/>
    <pc:docChg chg="undo custSel addSld delSld modSld">
      <pc:chgData name="Marzieh Ayati" userId="719e7aeb-c3b5-48e5-801b-084d43cd09ac" providerId="ADAL" clId="{69C90779-FF73-44F6-A279-1EF469FF498E}" dt="2020-08-27T22:28:33.881" v="47" actId="2696"/>
      <pc:docMkLst>
        <pc:docMk/>
      </pc:docMkLst>
      <pc:sldChg chg="addSp delSp modSp mod">
        <pc:chgData name="Marzieh Ayati" userId="719e7aeb-c3b5-48e5-801b-084d43cd09ac" providerId="ADAL" clId="{69C90779-FF73-44F6-A279-1EF469FF498E}" dt="2020-08-18T21:57:25.796" v="4"/>
        <pc:sldMkLst>
          <pc:docMk/>
          <pc:sldMk cId="1943182570" sldId="256"/>
        </pc:sldMkLst>
        <pc:spChg chg="add">
          <ac:chgData name="Marzieh Ayati" userId="719e7aeb-c3b5-48e5-801b-084d43cd09ac" providerId="ADAL" clId="{69C90779-FF73-44F6-A279-1EF469FF498E}" dt="2020-08-18T21:57:14.308" v="0" actId="22"/>
          <ac:spMkLst>
            <pc:docMk/>
            <pc:sldMk cId="1943182570" sldId="256"/>
            <ac:spMk id="5" creationId="{AFBB9539-A7DC-4E4B-97A0-40751C490D67}"/>
          </ac:spMkLst>
        </pc:spChg>
        <pc:spChg chg="add del">
          <ac:chgData name="Marzieh Ayati" userId="719e7aeb-c3b5-48e5-801b-084d43cd09ac" providerId="ADAL" clId="{69C90779-FF73-44F6-A279-1EF469FF498E}" dt="2020-08-18T21:57:25.184" v="2" actId="22"/>
          <ac:spMkLst>
            <pc:docMk/>
            <pc:sldMk cId="1943182570" sldId="256"/>
            <ac:spMk id="7" creationId="{878FFE4B-D643-40B6-8C7E-907E0E159DF3}"/>
          </ac:spMkLst>
        </pc:spChg>
        <pc:spChg chg="add mod">
          <ac:chgData name="Marzieh Ayati" userId="719e7aeb-c3b5-48e5-801b-084d43cd09ac" providerId="ADAL" clId="{69C90779-FF73-44F6-A279-1EF469FF498E}" dt="2020-08-18T21:57:25.796" v="4"/>
          <ac:spMkLst>
            <pc:docMk/>
            <pc:sldMk cId="1943182570" sldId="256"/>
            <ac:spMk id="9" creationId="{1E9B466C-594F-4CEC-9AF2-BA6C02D4DD35}"/>
          </ac:spMkLst>
        </pc:spChg>
      </pc:sldChg>
      <pc:sldChg chg="add">
        <pc:chgData name="Marzieh Ayati" userId="719e7aeb-c3b5-48e5-801b-084d43cd09ac" providerId="ADAL" clId="{69C90779-FF73-44F6-A279-1EF469FF498E}" dt="2020-08-18T21:58:24.113" v="5"/>
        <pc:sldMkLst>
          <pc:docMk/>
          <pc:sldMk cId="0" sldId="258"/>
        </pc:sldMkLst>
      </pc:sldChg>
      <pc:sldChg chg="add del">
        <pc:chgData name="Marzieh Ayati" userId="719e7aeb-c3b5-48e5-801b-084d43cd09ac" providerId="ADAL" clId="{69C90779-FF73-44F6-A279-1EF469FF498E}" dt="2020-08-27T22:28:33.881" v="47" actId="2696"/>
        <pc:sldMkLst>
          <pc:docMk/>
          <pc:sldMk cId="0" sldId="259"/>
        </pc:sldMkLst>
      </pc:sldChg>
      <pc:sldChg chg="addSp new del mod">
        <pc:chgData name="Marzieh Ayati" userId="719e7aeb-c3b5-48e5-801b-084d43cd09ac" providerId="ADAL" clId="{69C90779-FF73-44F6-A279-1EF469FF498E}" dt="2020-08-27T22:28:33.881" v="47" actId="2696"/>
        <pc:sldMkLst>
          <pc:docMk/>
          <pc:sldMk cId="445796178" sldId="260"/>
        </pc:sldMkLst>
        <pc:picChg chg="add">
          <ac:chgData name="Marzieh Ayati" userId="719e7aeb-c3b5-48e5-801b-084d43cd09ac" providerId="ADAL" clId="{69C90779-FF73-44F6-A279-1EF469FF498E}" dt="2020-08-18T21:59:18.860" v="7" actId="22"/>
          <ac:picMkLst>
            <pc:docMk/>
            <pc:sldMk cId="445796178" sldId="260"/>
            <ac:picMk id="4" creationId="{AC75ED7A-D1F8-4E14-B51A-1104662C4752}"/>
          </ac:picMkLst>
        </pc:picChg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184995505" sldId="877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937937857" sldId="952"/>
        </pc:sldMkLst>
      </pc:sldChg>
      <pc:sldChg chg="modSp mod">
        <pc:chgData name="Marzieh Ayati" userId="719e7aeb-c3b5-48e5-801b-084d43cd09ac" providerId="ADAL" clId="{69C90779-FF73-44F6-A279-1EF469FF498E}" dt="2020-08-27T18:30:15.288" v="41" actId="6549"/>
        <pc:sldMkLst>
          <pc:docMk/>
          <pc:sldMk cId="823079226" sldId="956"/>
        </pc:sldMkLst>
        <pc:spChg chg="mod">
          <ac:chgData name="Marzieh Ayati" userId="719e7aeb-c3b5-48e5-801b-084d43cd09ac" providerId="ADAL" clId="{69C90779-FF73-44F6-A279-1EF469FF498E}" dt="2020-08-27T18:30:15.288" v="41" actId="6549"/>
          <ac:spMkLst>
            <pc:docMk/>
            <pc:sldMk cId="823079226" sldId="956"/>
            <ac:spMk id="3" creationId="{386DD8B9-E644-4E6B-86E0-51D6525B4861}"/>
          </ac:spMkLst>
        </pc:spChg>
      </pc:sldChg>
      <pc:sldChg chg="delSp modSp mod">
        <pc:chgData name="Marzieh Ayati" userId="719e7aeb-c3b5-48e5-801b-084d43cd09ac" providerId="ADAL" clId="{69C90779-FF73-44F6-A279-1EF469FF498E}" dt="2020-08-27T19:51:38.947" v="44" actId="21"/>
        <pc:sldMkLst>
          <pc:docMk/>
          <pc:sldMk cId="1913107408" sldId="966"/>
        </pc:sldMkLst>
        <pc:picChg chg="del mod">
          <ac:chgData name="Marzieh Ayati" userId="719e7aeb-c3b5-48e5-801b-084d43cd09ac" providerId="ADAL" clId="{69C90779-FF73-44F6-A279-1EF469FF498E}" dt="2020-08-27T19:51:38.947" v="44" actId="21"/>
          <ac:picMkLst>
            <pc:docMk/>
            <pc:sldMk cId="1913107408" sldId="966"/>
            <ac:picMk id="2" creationId="{2DFCC222-D612-4B68-BF63-BABF45FA0976}"/>
          </ac:picMkLst>
        </pc:picChg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3279527952" sldId="970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4081164159" sldId="972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3727411596" sldId="975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455031361" sldId="976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2072148254" sldId="977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2711290419" sldId="978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3767795112" sldId="979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1629214856" sldId="980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3927072379" sldId="981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3900674067" sldId="982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2123262225" sldId="983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3318636566" sldId="984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832734471" sldId="985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1444201440" sldId="986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1159735980" sldId="987"/>
        </pc:sldMkLst>
      </pc:sldChg>
      <pc:sldChg chg="del">
        <pc:chgData name="Marzieh Ayati" userId="719e7aeb-c3b5-48e5-801b-084d43cd09ac" providerId="ADAL" clId="{69C90779-FF73-44F6-A279-1EF469FF498E}" dt="2020-08-27T22:28:33.881" v="47" actId="2696"/>
        <pc:sldMkLst>
          <pc:docMk/>
          <pc:sldMk cId="3007798173" sldId="988"/>
        </pc:sldMkLst>
      </pc:sldChg>
      <pc:sldChg chg="addSp modSp new mod">
        <pc:chgData name="Marzieh Ayati" userId="719e7aeb-c3b5-48e5-801b-084d43cd09ac" providerId="ADAL" clId="{69C90779-FF73-44F6-A279-1EF469FF498E}" dt="2020-08-27T20:26:32.013" v="46" actId="1076"/>
        <pc:sldMkLst>
          <pc:docMk/>
          <pc:sldMk cId="4166349772" sldId="989"/>
        </pc:sldMkLst>
        <pc:picChg chg="add mod">
          <ac:chgData name="Marzieh Ayati" userId="719e7aeb-c3b5-48e5-801b-084d43cd09ac" providerId="ADAL" clId="{69C90779-FF73-44F6-A279-1EF469FF498E}" dt="2020-08-27T20:26:32.013" v="46" actId="1076"/>
          <ac:picMkLst>
            <pc:docMk/>
            <pc:sldMk cId="4166349772" sldId="989"/>
            <ac:picMk id="5" creationId="{E47EC9B9-8E73-494E-A03D-DBEE96E4BC60}"/>
          </ac:picMkLst>
        </pc:picChg>
      </pc:sldChg>
      <pc:sldMasterChg chg="delSldLayout">
        <pc:chgData name="Marzieh Ayati" userId="719e7aeb-c3b5-48e5-801b-084d43cd09ac" providerId="ADAL" clId="{69C90779-FF73-44F6-A279-1EF469FF498E}" dt="2020-08-27T22:28:33.881" v="47" actId="2696"/>
        <pc:sldMasterMkLst>
          <pc:docMk/>
          <pc:sldMasterMk cId="3712912519" sldId="2147483648"/>
        </pc:sldMasterMkLst>
        <pc:sldLayoutChg chg="del">
          <pc:chgData name="Marzieh Ayati" userId="719e7aeb-c3b5-48e5-801b-084d43cd09ac" providerId="ADAL" clId="{69C90779-FF73-44F6-A279-1EF469FF498E}" dt="2020-08-27T22:28:33.881" v="47" actId="2696"/>
          <pc:sldLayoutMkLst>
            <pc:docMk/>
            <pc:sldMasterMk cId="3712912519" sldId="2147483648"/>
            <pc:sldLayoutMk cId="2520724934" sldId="2147483661"/>
          </pc:sldLayoutMkLst>
        </pc:sldLayoutChg>
        <pc:sldLayoutChg chg="del">
          <pc:chgData name="Marzieh Ayati" userId="719e7aeb-c3b5-48e5-801b-084d43cd09ac" providerId="ADAL" clId="{69C90779-FF73-44F6-A279-1EF469FF498E}" dt="2020-08-27T22:28:33.881" v="47" actId="2696"/>
          <pc:sldLayoutMkLst>
            <pc:docMk/>
            <pc:sldMasterMk cId="3712912519" sldId="2147483648"/>
            <pc:sldLayoutMk cId="1405893555" sldId="2147483662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84B412-3F09-465C-AC0E-85E4B8830D82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AD2B9-E567-45A9-9BE1-95DC9CAE0C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176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F602-27AB-4A09-8EBF-E17ECB6D04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FC4C7-986C-429B-B608-547907EAE6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B6E23-AC5A-45F7-A308-B406846828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3B4B3-3FA4-47DE-B07D-0B6C245AC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76DD9C-9B47-424B-A354-1F0A5D700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158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7A7F6-F950-4D52-89F6-57A4A7B48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E2EAA-5D51-4468-9BF2-C04035E73A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EBC481-2317-4221-890E-EB6A9FA5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92138-8745-4944-BD45-EE88DA865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EC83D-9C51-4B69-9436-96DAAF41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491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58144-9254-457D-B6D3-59F1E66D4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CB880-C374-4202-8DC2-9FF7D4CF7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1091B-CE93-4936-81EC-D5916C703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2532C-3189-45E1-85B9-FC5AAAFE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62F9D-943C-4CD7-B60C-A80DAFCF7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257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D1262-B098-46CA-8604-97C51EF7D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CDACEE-C2D2-40BA-A892-17014A45DE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4B7649-C94C-468C-85BB-3129F2BEFD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2DD20-B3CC-4D0F-8C52-9CEAF2D66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64D071-A03E-41E9-B8AF-E8D8FB2A6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233AB-7252-4629-B993-E70B69F7D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360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1DB473-30E5-4CDE-A9C3-15AF2A12D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12E427-5656-44B8-AACF-FE09EDC10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2D4C3-7AE0-4C86-8FF8-0C739D83F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0A207A-CB88-4A41-917A-313D598D6D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314B1-A4C7-4452-99BC-CBFFFA20D4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E80DB-3F42-4B7B-B4E6-0AC689E9A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E16217-45BF-49F0-BE09-7401F238F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061942-F76B-4556-89EB-E992D3F74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297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43C0F-9A4A-42CC-B4DA-A3B7CB241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DC3A0A-AECC-40AF-B03A-379E41359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9C30-8090-4DC8-AA73-336264076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91A28D-F453-4F66-B400-00E710CA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506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F634440-3A48-4CBA-943B-8E6EEADBC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415EB1-B677-4141-AD70-C5E5D3CBE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92AF15-D63F-41EB-BF7E-DA359A5F2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914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1D526-830F-4228-A25D-A6255DD9F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D16FF2-7719-4056-8E59-62B5757EA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944D22-0652-46A5-978D-520B747E5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0835A-0478-44BD-B65B-CB347727C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4C83B7-05F9-410C-AA3B-FCA072049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6E2265-B7F9-4610-8ED6-F3F76FB4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748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4AED1-E66D-422D-8B60-6DE96747C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13099F-7855-4A9C-AE8D-B96545153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51B0C-ABF8-4C6D-BA6D-C5903EB065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BB248-EF21-48BF-87A6-DA498015D2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C60A22-2D95-4C3C-97AE-B3D39CF42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23CE3F-F994-44EB-8090-7ED65EE93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707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C27B-DA7C-4B56-A4E3-599984CF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E9686D-E192-4CB2-A209-7A2D86CA2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FC48A-371F-4170-94F8-476052B27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159CC-4DA5-41D5-AD2D-E79C66F87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2CB2C-9C18-4014-A14C-8C284E2BD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1818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000D2B-2471-476F-912C-3A68D89E7F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1D50B-F4FC-486B-9AED-977EBA43A2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4B9E53-3363-4F45-BC01-4D60EF105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6C4B2-39C5-4302-BA80-6BCC3C2DB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F1073E-7EB0-4E4E-82D4-A5001EEEE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37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7B3514-769E-4F45-A8EB-4DE02770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FEE638-2D26-4514-B371-5C5B4C1726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350E0-B773-48F7-9623-0D6141465E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0C4466-0180-40C0-8065-9FF5D3E7815D}" type="datetimeFigureOut">
              <a:rPr lang="en-US" smtClean="0"/>
              <a:t>9/6/2023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97711-8719-4CD8-8523-89C64EDB52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42CEF0-D057-42BF-92E5-238C6D7EEE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A931DA-650C-45F1-9DFE-1B386A9DDA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912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7AB6-BAAA-4718-BE78-FFDC86862CF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and Matrix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6737B-3567-4B2C-8A59-3FDF3E5DF5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BB9539-A7DC-4E4B-97A0-40751C490D67}"/>
              </a:ext>
            </a:extLst>
          </p:cNvPr>
          <p:cNvSpPr txBox="1"/>
          <p:nvPr/>
        </p:nvSpPr>
        <p:spPr>
          <a:xfrm>
            <a:off x="3048000" y="324715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9B466C-594F-4CEC-9AF2-BA6C02D4DD35}"/>
              </a:ext>
            </a:extLst>
          </p:cNvPr>
          <p:cNvSpPr txBox="1"/>
          <p:nvPr/>
        </p:nvSpPr>
        <p:spPr>
          <a:xfrm>
            <a:off x="3048625" y="3244334"/>
            <a:ext cx="60972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dirty="0">
                <a:effectLst/>
              </a:rPr>
              <a:t> 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1825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FE03-0F08-45F8-B799-4D5C9F7D7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C370D-B1A5-44AA-A0EA-71A58238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630711" cy="4667250"/>
          </a:xfrm>
        </p:spPr>
        <p:txBody>
          <a:bodyPr>
            <a:normAutofit/>
          </a:bodyPr>
          <a:lstStyle/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lang="en-US" spc="-10" dirty="0">
                <a:latin typeface="LM Sans 10"/>
                <a:cs typeface="LM Sans 10"/>
              </a:rPr>
              <a:t>Variables </a:t>
            </a:r>
            <a:r>
              <a:rPr lang="en-US" spc="-15" dirty="0">
                <a:latin typeface="LM Sans 10"/>
                <a:cs typeface="LM Sans 10"/>
              </a:rPr>
              <a:t>may </a:t>
            </a:r>
            <a:r>
              <a:rPr lang="en-US" spc="10" dirty="0">
                <a:latin typeface="LM Sans 10"/>
                <a:cs typeface="LM Sans 10"/>
              </a:rPr>
              <a:t>be </a:t>
            </a:r>
            <a:r>
              <a:rPr lang="en-US" dirty="0">
                <a:latin typeface="LM Sans 10"/>
                <a:cs typeface="LM Sans 10"/>
              </a:rPr>
              <a:t>classified </a:t>
            </a:r>
            <a:r>
              <a:rPr lang="en-US" spc="-5" dirty="0">
                <a:latin typeface="LM Sans 10"/>
                <a:cs typeface="LM Sans 10"/>
              </a:rPr>
              <a:t>into </a:t>
            </a:r>
            <a:r>
              <a:rPr lang="en-US" spc="-25" dirty="0">
                <a:latin typeface="LM Sans 10"/>
                <a:cs typeface="LM Sans 10"/>
              </a:rPr>
              <a:t>two </a:t>
            </a:r>
            <a:r>
              <a:rPr lang="en-US" spc="-5" dirty="0">
                <a:latin typeface="LM Sans 10"/>
                <a:cs typeface="LM Sans 10"/>
              </a:rPr>
              <a:t>main</a:t>
            </a:r>
            <a:r>
              <a:rPr lang="en-US" spc="5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types:</a:t>
            </a:r>
          </a:p>
          <a:p>
            <a:pPr marL="0" indent="0">
              <a:lnSpc>
                <a:spcPct val="100000"/>
              </a:lnSpc>
              <a:spcBef>
                <a:spcPts val="295"/>
              </a:spcBef>
              <a:buNone/>
            </a:pPr>
            <a:endParaRPr lang="en-US" spc="-5" dirty="0">
              <a:latin typeface="LM Sans 10"/>
              <a:cs typeface="LM Sans 10"/>
            </a:endParaRPr>
          </a:p>
          <a:p>
            <a:pPr marL="469900" lvl="1">
              <a:lnSpc>
                <a:spcPct val="100000"/>
              </a:lnSpc>
              <a:spcBef>
                <a:spcPts val="295"/>
              </a:spcBef>
            </a:pPr>
            <a:r>
              <a:rPr lang="en-US" b="1" spc="-5" dirty="0">
                <a:latin typeface="LM Sans 10"/>
                <a:cs typeface="LM Sans 10"/>
              </a:rPr>
              <a:t>Discrete</a:t>
            </a:r>
            <a:r>
              <a:rPr lang="en-US" spc="-5" dirty="0">
                <a:latin typeface="LM Sans 10"/>
                <a:cs typeface="LM Sans 10"/>
              </a:rPr>
              <a:t> variable: values are discrete (e.g. year born, T/F)</a:t>
            </a:r>
          </a:p>
          <a:p>
            <a:pPr marL="469900" lvl="1">
              <a:lnSpc>
                <a:spcPct val="100000"/>
              </a:lnSpc>
              <a:spcBef>
                <a:spcPts val="295"/>
              </a:spcBef>
            </a:pPr>
            <a:endParaRPr lang="en-US" spc="-5" dirty="0">
              <a:latin typeface="LM Sans 10"/>
              <a:cs typeface="LM Sans 10"/>
            </a:endParaRPr>
          </a:p>
          <a:p>
            <a:pPr marL="469900" lvl="1">
              <a:lnSpc>
                <a:spcPct val="100000"/>
              </a:lnSpc>
              <a:spcBef>
                <a:spcPts val="295"/>
              </a:spcBef>
            </a:pPr>
            <a:r>
              <a:rPr lang="en-US" b="1" spc="-5" dirty="0">
                <a:latin typeface="LM Sans 10"/>
                <a:cs typeface="LM Sans 10"/>
              </a:rPr>
              <a:t>Continuous</a:t>
            </a:r>
            <a:r>
              <a:rPr lang="en-US" spc="-5" dirty="0">
                <a:latin typeface="LM Sans 10"/>
                <a:cs typeface="LM Sans 10"/>
              </a:rPr>
              <a:t> variables: values that are real numbers (e.g. length)</a:t>
            </a: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endParaRPr lang="en-US" dirty="0">
              <a:latin typeface="LM Sans 10"/>
              <a:cs typeface="LM Sans 1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41026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0FE03-0F08-45F8-B799-4D5C9F7D7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726" y="0"/>
            <a:ext cx="10515600" cy="1325563"/>
          </a:xfrm>
        </p:spPr>
        <p:txBody>
          <a:bodyPr/>
          <a:lstStyle/>
          <a:p>
            <a:r>
              <a:rPr lang="en-US" dirty="0"/>
              <a:t>Variable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C370D-B1A5-44AA-A0EA-71A582380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821" y="1420272"/>
            <a:ext cx="11284672" cy="5437727"/>
          </a:xfrm>
        </p:spPr>
        <p:txBody>
          <a:bodyPr>
            <a:normAutofit fontScale="92500" lnSpcReduction="20000"/>
          </a:bodyPr>
          <a:lstStyle/>
          <a:p>
            <a:pPr marL="265430">
              <a:lnSpc>
                <a:spcPct val="100000"/>
              </a:lnSpc>
              <a:spcBef>
                <a:spcPts val="190"/>
              </a:spcBef>
            </a:pPr>
            <a:r>
              <a:rPr lang="en-US" spc="-50" dirty="0">
                <a:latin typeface="LM Sans 10"/>
                <a:cs typeface="Arial" panose="020B0604020202020204" pitchFamily="34" charset="0"/>
              </a:rPr>
              <a:t>Numeric </a:t>
            </a:r>
            <a:r>
              <a:rPr lang="en-US" spc="-35" dirty="0">
                <a:latin typeface="LM Sans 10"/>
                <a:cs typeface="Arial" panose="020B0604020202020204" pitchFamily="34" charset="0"/>
              </a:rPr>
              <a:t>Attributes: </a:t>
            </a:r>
            <a:r>
              <a:rPr lang="en-US" spc="-5" dirty="0">
                <a:latin typeface="LM Sans 10"/>
                <a:cs typeface="Arial" panose="020B0604020202020204" pitchFamily="34" charset="0"/>
              </a:rPr>
              <a:t>real-valued </a:t>
            </a:r>
            <a:r>
              <a:rPr lang="en-US" spc="-20" dirty="0">
                <a:latin typeface="LM Sans 10"/>
                <a:cs typeface="Arial" panose="020B0604020202020204" pitchFamily="34" charset="0"/>
              </a:rPr>
              <a:t>or </a:t>
            </a:r>
            <a:r>
              <a:rPr lang="en-US" spc="-5" dirty="0">
                <a:latin typeface="LM Sans 10"/>
                <a:cs typeface="Arial" panose="020B0604020202020204" pitchFamily="34" charset="0"/>
              </a:rPr>
              <a:t>integer-valued</a:t>
            </a:r>
            <a:r>
              <a:rPr lang="en-US" spc="-100" dirty="0">
                <a:latin typeface="LM Sans 10"/>
                <a:cs typeface="Arial" panose="020B0604020202020204" pitchFamily="34" charset="0"/>
              </a:rPr>
              <a:t> </a:t>
            </a:r>
            <a:r>
              <a:rPr lang="en-US" spc="-5" dirty="0">
                <a:latin typeface="LM Sans 10"/>
                <a:cs typeface="Arial" panose="020B0604020202020204" pitchFamily="34" charset="0"/>
              </a:rPr>
              <a:t>domain</a:t>
            </a:r>
            <a:endParaRPr lang="en-US" dirty="0">
              <a:latin typeface="LM Sans 10"/>
              <a:cs typeface="Arial" panose="020B0604020202020204" pitchFamily="34" charset="0"/>
            </a:endParaRPr>
          </a:p>
          <a:p>
            <a:pPr marL="518795" marR="1550035">
              <a:lnSpc>
                <a:spcPct val="101400"/>
              </a:lnSpc>
              <a:spcBef>
                <a:spcPts val="185"/>
              </a:spcBef>
            </a:pPr>
            <a:r>
              <a:rPr lang="en-US" sz="2400" i="1" spc="-5" dirty="0">
                <a:latin typeface="LM Sans 10"/>
                <a:cs typeface="Arial" panose="020B0604020202020204" pitchFamily="34" charset="0"/>
              </a:rPr>
              <a:t>Interval-scaled</a:t>
            </a:r>
            <a:r>
              <a:rPr lang="en-US" sz="2400" spc="-5" dirty="0">
                <a:latin typeface="LM Sans 10"/>
                <a:cs typeface="Arial" panose="020B0604020202020204" pitchFamily="34" charset="0"/>
              </a:rPr>
              <a:t>: </a:t>
            </a:r>
          </a:p>
          <a:p>
            <a:pPr marL="975995" marR="1550035" lvl="1">
              <a:lnSpc>
                <a:spcPct val="101400"/>
              </a:lnSpc>
              <a:spcBef>
                <a:spcPts val="185"/>
              </a:spcBef>
            </a:pPr>
            <a:r>
              <a:rPr lang="en-US" sz="2000" dirty="0">
                <a:latin typeface="LM Sans 10"/>
                <a:cs typeface="Arial" panose="020B0604020202020204" pitchFamily="34" charset="0"/>
              </a:rPr>
              <a:t>There are equal differences between successive points on the scale but the position of zero is arbitrary</a:t>
            </a:r>
            <a:endParaRPr lang="en-US" sz="2000" spc="-5" dirty="0">
              <a:latin typeface="LM Sans 10"/>
              <a:cs typeface="Arial" panose="020B0604020202020204" pitchFamily="34" charset="0"/>
            </a:endParaRPr>
          </a:p>
          <a:p>
            <a:pPr marL="975995" marR="1550035" lvl="1">
              <a:lnSpc>
                <a:spcPct val="101400"/>
              </a:lnSpc>
              <a:spcBef>
                <a:spcPts val="185"/>
              </a:spcBef>
            </a:pPr>
            <a:r>
              <a:rPr lang="en-US" sz="2000" spc="-5" dirty="0">
                <a:latin typeface="LM Sans 10"/>
                <a:cs typeface="Arial" panose="020B0604020202020204" pitchFamily="34" charset="0"/>
              </a:rPr>
              <a:t>only differences </a:t>
            </a:r>
            <a:r>
              <a:rPr lang="en-US" sz="2000" spc="-15" dirty="0">
                <a:latin typeface="LM Sans 10"/>
                <a:cs typeface="Arial" panose="020B0604020202020204" pitchFamily="34" charset="0"/>
              </a:rPr>
              <a:t>are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meaningful, not </a:t>
            </a:r>
            <a:r>
              <a:rPr lang="en-US" sz="2000" spc="-5">
                <a:latin typeface="LM Sans 10"/>
                <a:cs typeface="Arial" panose="020B0604020202020204" pitchFamily="34" charset="0"/>
              </a:rPr>
              <a:t>the ratio 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e.g.,</a:t>
            </a:r>
            <a:r>
              <a:rPr lang="en-US" sz="2000" spc="-10" dirty="0">
                <a:latin typeface="LM Sans 10"/>
                <a:cs typeface="Arial" panose="020B0604020202020204" pitchFamily="34" charset="0"/>
              </a:rPr>
              <a:t>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temperature</a:t>
            </a:r>
          </a:p>
          <a:p>
            <a:pPr marL="518795" marR="1369695">
              <a:lnSpc>
                <a:spcPct val="101400"/>
              </a:lnSpc>
            </a:pPr>
            <a:r>
              <a:rPr lang="en-US" sz="2400" i="1" spc="-5" dirty="0">
                <a:latin typeface="LM Sans 10"/>
                <a:cs typeface="Arial" panose="020B0604020202020204" pitchFamily="34" charset="0"/>
              </a:rPr>
              <a:t>Ratio-scaled</a:t>
            </a:r>
          </a:p>
          <a:p>
            <a:pPr marL="975995" marR="1369695" lvl="1">
              <a:lnSpc>
                <a:spcPct val="101400"/>
              </a:lnSpc>
            </a:pPr>
            <a:r>
              <a:rPr lang="en-US" sz="2000" dirty="0">
                <a:latin typeface="LM Sans 10"/>
              </a:rPr>
              <a:t>The relative magnitudes of scores and the differences between them matter. The position of zero is fixed and meaningful. It is the absence of what is being measured</a:t>
            </a:r>
            <a:r>
              <a:rPr lang="en-US" sz="2000" dirty="0"/>
              <a:t>.</a:t>
            </a:r>
            <a:endParaRPr lang="en-US" sz="2000" spc="-5" dirty="0">
              <a:latin typeface="LM Sans 10"/>
              <a:cs typeface="Arial" panose="020B0604020202020204" pitchFamily="34" charset="0"/>
            </a:endParaRPr>
          </a:p>
          <a:p>
            <a:pPr marL="975995" marR="1369695" lvl="1">
              <a:lnSpc>
                <a:spcPct val="101400"/>
              </a:lnSpc>
            </a:pPr>
            <a:r>
              <a:rPr lang="en-US" sz="2000" spc="-5" dirty="0">
                <a:latin typeface="LM Sans 10"/>
                <a:cs typeface="Arial" panose="020B0604020202020204" pitchFamily="34" charset="0"/>
              </a:rPr>
              <a:t>differences and ratios </a:t>
            </a:r>
            <a:r>
              <a:rPr lang="en-US" sz="2000" spc="-15" dirty="0">
                <a:latin typeface="LM Sans 10"/>
                <a:cs typeface="Arial" panose="020B0604020202020204" pitchFamily="34" charset="0"/>
              </a:rPr>
              <a:t>are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meaningful  </a:t>
            </a:r>
            <a:r>
              <a:rPr lang="en-US" sz="2000" spc="-5" dirty="0" err="1">
                <a:latin typeface="LM Sans 10"/>
                <a:cs typeface="Arial" panose="020B0604020202020204" pitchFamily="34" charset="0"/>
              </a:rPr>
              <a:t>e.g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,</a:t>
            </a:r>
            <a:r>
              <a:rPr lang="en-US" sz="2000" spc="-10" dirty="0">
                <a:latin typeface="LM Sans 10"/>
                <a:cs typeface="Arial" panose="020B0604020202020204" pitchFamily="34" charset="0"/>
              </a:rPr>
              <a:t>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Age, number of customers</a:t>
            </a:r>
          </a:p>
          <a:p>
            <a:pPr marL="518795" marR="1369695">
              <a:lnSpc>
                <a:spcPct val="101400"/>
              </a:lnSpc>
            </a:pPr>
            <a:endParaRPr lang="en-US" sz="2400" dirty="0">
              <a:latin typeface="LM Sans 10"/>
              <a:cs typeface="Arial" panose="020B0604020202020204" pitchFamily="34" charset="0"/>
            </a:endParaRPr>
          </a:p>
          <a:p>
            <a:pPr marL="265430">
              <a:lnSpc>
                <a:spcPct val="100000"/>
              </a:lnSpc>
              <a:spcBef>
                <a:spcPts val="215"/>
              </a:spcBef>
            </a:pPr>
            <a:r>
              <a:rPr lang="en-US" spc="-50" dirty="0">
                <a:latin typeface="LM Sans 10"/>
                <a:cs typeface="Arial" panose="020B0604020202020204" pitchFamily="34" charset="0"/>
              </a:rPr>
              <a:t>Categorical </a:t>
            </a:r>
            <a:r>
              <a:rPr lang="en-US" spc="-35" dirty="0">
                <a:latin typeface="LM Sans 10"/>
                <a:cs typeface="Arial" panose="020B0604020202020204" pitchFamily="34" charset="0"/>
              </a:rPr>
              <a:t>Attributes: </a:t>
            </a:r>
            <a:r>
              <a:rPr lang="en-US" spc="-5" dirty="0">
                <a:latin typeface="LM Sans 10"/>
                <a:cs typeface="Arial" panose="020B0604020202020204" pitchFamily="34" charset="0"/>
              </a:rPr>
              <a:t>set-valued domain composed of a set of</a:t>
            </a:r>
            <a:r>
              <a:rPr lang="en-US" spc="-105" dirty="0">
                <a:latin typeface="LM Sans 10"/>
                <a:cs typeface="Arial" panose="020B0604020202020204" pitchFamily="34" charset="0"/>
              </a:rPr>
              <a:t> </a:t>
            </a:r>
            <a:r>
              <a:rPr lang="en-US" spc="-5" dirty="0">
                <a:latin typeface="LM Sans 10"/>
                <a:cs typeface="Arial" panose="020B0604020202020204" pitchFamily="34" charset="0"/>
              </a:rPr>
              <a:t>symbols</a:t>
            </a:r>
            <a:endParaRPr lang="en-US" dirty="0">
              <a:latin typeface="LM Sans 10"/>
              <a:cs typeface="Arial" panose="020B0604020202020204" pitchFamily="34" charset="0"/>
            </a:endParaRPr>
          </a:p>
          <a:p>
            <a:pPr marL="518795" marR="2045335">
              <a:lnSpc>
                <a:spcPct val="101499"/>
              </a:lnSpc>
              <a:spcBef>
                <a:spcPts val="180"/>
              </a:spcBef>
            </a:pPr>
            <a:r>
              <a:rPr lang="en-US" sz="2400" i="1" spc="-5" dirty="0">
                <a:latin typeface="LM Sans 10"/>
                <a:cs typeface="Arial" panose="020B0604020202020204" pitchFamily="34" charset="0"/>
              </a:rPr>
              <a:t>Nominal</a:t>
            </a:r>
            <a:r>
              <a:rPr lang="en-US" sz="2400" spc="-5" dirty="0">
                <a:latin typeface="LM Sans 10"/>
                <a:cs typeface="Arial" panose="020B0604020202020204" pitchFamily="34" charset="0"/>
              </a:rPr>
              <a:t>: only </a:t>
            </a:r>
            <a:r>
              <a:rPr lang="en-US" sz="2400" spc="-10" dirty="0">
                <a:latin typeface="LM Sans 10"/>
                <a:cs typeface="Arial" panose="020B0604020202020204" pitchFamily="34" charset="0"/>
              </a:rPr>
              <a:t>equality </a:t>
            </a:r>
            <a:r>
              <a:rPr lang="en-US" sz="2400" spc="-5" dirty="0">
                <a:latin typeface="LM Sans 10"/>
                <a:cs typeface="Arial" panose="020B0604020202020204" pitchFamily="34" charset="0"/>
              </a:rPr>
              <a:t>is meaningful  e.g., domain(Sex) = { M,</a:t>
            </a:r>
            <a:r>
              <a:rPr lang="en-US" sz="2400" dirty="0">
                <a:latin typeface="LM Sans 10"/>
                <a:cs typeface="Arial" panose="020B0604020202020204" pitchFamily="34" charset="0"/>
              </a:rPr>
              <a:t> </a:t>
            </a:r>
            <a:r>
              <a:rPr lang="en-US" sz="2400" spc="-5" dirty="0">
                <a:latin typeface="LM Sans 10"/>
                <a:cs typeface="Arial" panose="020B0604020202020204" pitchFamily="34" charset="0"/>
              </a:rPr>
              <a:t>F}</a:t>
            </a:r>
            <a:endParaRPr lang="en-US" sz="2400" dirty="0">
              <a:latin typeface="LM Sans 10"/>
              <a:cs typeface="Arial" panose="020B0604020202020204" pitchFamily="34" charset="0"/>
            </a:endParaRPr>
          </a:p>
          <a:p>
            <a:pPr marL="518795" marR="5080">
              <a:lnSpc>
                <a:spcPct val="101400"/>
              </a:lnSpc>
            </a:pPr>
            <a:r>
              <a:rPr lang="en-US" sz="2400" i="1" spc="-5" dirty="0">
                <a:latin typeface="LM Sans 10"/>
                <a:cs typeface="Arial" panose="020B0604020202020204" pitchFamily="34" charset="0"/>
              </a:rPr>
              <a:t>Ordinal</a:t>
            </a:r>
            <a:r>
              <a:rPr lang="en-US" sz="2400" spc="-5" dirty="0">
                <a:latin typeface="LM Sans 10"/>
                <a:cs typeface="Arial" panose="020B0604020202020204" pitchFamily="34" charset="0"/>
              </a:rPr>
              <a:t>: </a:t>
            </a:r>
          </a:p>
          <a:p>
            <a:pPr marL="975995" marR="5080" lvl="1">
              <a:lnSpc>
                <a:spcPct val="101400"/>
              </a:lnSpc>
            </a:pPr>
            <a:r>
              <a:rPr lang="en-US" sz="2000" dirty="0"/>
              <a:t>There is an ordering but no implication of equal distance between the different points of the scale.</a:t>
            </a:r>
            <a:endParaRPr lang="en-US" sz="2000" dirty="0">
              <a:latin typeface="LM Sans 10"/>
              <a:cs typeface="Arial" panose="020B0604020202020204" pitchFamily="34" charset="0"/>
            </a:endParaRPr>
          </a:p>
          <a:p>
            <a:pPr marL="975995" marR="5080" lvl="1">
              <a:lnSpc>
                <a:spcPct val="101400"/>
              </a:lnSpc>
            </a:pPr>
            <a:r>
              <a:rPr lang="en-US" sz="2000" dirty="0">
                <a:latin typeface="LM Sans 10"/>
                <a:cs typeface="Arial" panose="020B0604020202020204" pitchFamily="34" charset="0"/>
              </a:rPr>
              <a:t>both </a:t>
            </a:r>
            <a:r>
              <a:rPr lang="en-US" sz="2000" spc="-10" dirty="0">
                <a:latin typeface="LM Sans 10"/>
                <a:cs typeface="Arial" panose="020B0604020202020204" pitchFamily="34" charset="0"/>
              </a:rPr>
              <a:t>equality </a:t>
            </a:r>
            <a:r>
              <a:rPr lang="en-US" sz="2000" spc="-15" dirty="0">
                <a:latin typeface="LM Sans 10"/>
                <a:cs typeface="Arial" panose="020B0604020202020204" pitchFamily="34" charset="0"/>
              </a:rPr>
              <a:t>(are </a:t>
            </a:r>
            <a:r>
              <a:rPr lang="en-US" sz="2000" spc="-25" dirty="0">
                <a:latin typeface="LM Sans 10"/>
                <a:cs typeface="Arial" panose="020B0604020202020204" pitchFamily="34" charset="0"/>
              </a:rPr>
              <a:t>two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values the same?) and </a:t>
            </a:r>
            <a:r>
              <a:rPr lang="en-US" sz="2000" spc="-10" dirty="0">
                <a:latin typeface="LM Sans 10"/>
                <a:cs typeface="Arial" panose="020B0604020202020204" pitchFamily="34" charset="0"/>
              </a:rPr>
              <a:t>inequality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(is one value  less than another?) </a:t>
            </a:r>
            <a:r>
              <a:rPr lang="en-US" sz="2000" spc="-15" dirty="0">
                <a:latin typeface="LM Sans 10"/>
                <a:cs typeface="Arial" panose="020B0604020202020204" pitchFamily="34" charset="0"/>
              </a:rPr>
              <a:t>are</a:t>
            </a:r>
            <a:r>
              <a:rPr lang="en-US" sz="2000" spc="90" dirty="0">
                <a:latin typeface="LM Sans 10"/>
                <a:cs typeface="Arial" panose="020B0604020202020204" pitchFamily="34" charset="0"/>
              </a:rPr>
              <a:t>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meaningful</a:t>
            </a:r>
          </a:p>
          <a:p>
            <a:pPr marL="975995" lvl="1">
              <a:lnSpc>
                <a:spcPct val="100000"/>
              </a:lnSpc>
              <a:spcBef>
                <a:spcPts val="15"/>
              </a:spcBef>
            </a:pPr>
            <a:r>
              <a:rPr lang="en-US" sz="2000" spc="-5" dirty="0">
                <a:latin typeface="LM Sans 10"/>
                <a:cs typeface="Arial" panose="020B0604020202020204" pitchFamily="34" charset="0"/>
              </a:rPr>
              <a:t>e.g., domain(Education) = { High School, BS, MS,</a:t>
            </a:r>
            <a:r>
              <a:rPr lang="en-US" sz="2000" spc="15" dirty="0">
                <a:latin typeface="LM Sans 10"/>
                <a:cs typeface="Arial" panose="020B0604020202020204" pitchFamily="34" charset="0"/>
              </a:rPr>
              <a:t> </a:t>
            </a:r>
            <a:r>
              <a:rPr lang="en-US" sz="2000" spc="-5" dirty="0">
                <a:latin typeface="LM Sans 10"/>
                <a:cs typeface="Arial" panose="020B0604020202020204" pitchFamily="34" charset="0"/>
              </a:rPr>
              <a:t>PhD}</a:t>
            </a:r>
            <a:endParaRPr lang="en-US" sz="2000" dirty="0">
              <a:latin typeface="LM Sans 10"/>
              <a:cs typeface="Arial" panose="020B0604020202020204" pitchFamily="34" charset="0"/>
            </a:endParaRPr>
          </a:p>
          <a:p>
            <a:endParaRPr lang="en-US" dirty="0">
              <a:latin typeface="LM Sans 1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957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671ED-2CD4-4F12-A708-AF6604F1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043" y="18255"/>
            <a:ext cx="10515600" cy="1325563"/>
          </a:xfrm>
        </p:spPr>
        <p:txBody>
          <a:bodyPr/>
          <a:lstStyle/>
          <a:p>
            <a:r>
              <a:rPr lang="en-US" dirty="0"/>
              <a:t>More examples…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7A87E-CA50-4742-A560-EC5D98527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738" y="1343817"/>
            <a:ext cx="10363525" cy="5330359"/>
          </a:xfrm>
        </p:spPr>
        <p:txBody>
          <a:bodyPr>
            <a:normAutofit/>
          </a:bodyPr>
          <a:lstStyle/>
          <a:p>
            <a:r>
              <a:rPr lang="en-US" dirty="0"/>
              <a:t>What is the type of color?</a:t>
            </a:r>
          </a:p>
          <a:p>
            <a:endParaRPr lang="en-US" dirty="0"/>
          </a:p>
          <a:p>
            <a:r>
              <a:rPr lang="en-US" dirty="0"/>
              <a:t>Longitude</a:t>
            </a:r>
          </a:p>
          <a:p>
            <a:endParaRPr lang="en-US" dirty="0"/>
          </a:p>
          <a:p>
            <a:r>
              <a:rPr lang="en-US" dirty="0"/>
              <a:t>How satisfied are you with your instructor? Scale from 1 -5.        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Weight</a:t>
            </a:r>
          </a:p>
          <a:p>
            <a:endParaRPr lang="en-US" dirty="0"/>
          </a:p>
          <a:p>
            <a:r>
              <a:rPr lang="en-US" dirty="0"/>
              <a:t>College major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2E79F0-D296-486D-93D6-4F9C759A6A15}"/>
              </a:ext>
            </a:extLst>
          </p:cNvPr>
          <p:cNvSpPr/>
          <p:nvPr/>
        </p:nvSpPr>
        <p:spPr>
          <a:xfrm>
            <a:off x="8426910" y="1347510"/>
            <a:ext cx="2238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Categorical; Nominal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AF5FD-D8E0-40A5-B59B-CB08F0DA65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9009" y="3902812"/>
            <a:ext cx="3076575" cy="8382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9AFFE42-FA64-4662-B5B3-EBE90E2200FD}"/>
              </a:ext>
            </a:extLst>
          </p:cNvPr>
          <p:cNvSpPr/>
          <p:nvPr/>
        </p:nvSpPr>
        <p:spPr>
          <a:xfrm>
            <a:off x="8547101" y="2384743"/>
            <a:ext cx="2238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Numeric; Interval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1568F1-0457-44E2-8ED2-AC654EFCDD3D}"/>
              </a:ext>
            </a:extLst>
          </p:cNvPr>
          <p:cNvSpPr/>
          <p:nvPr/>
        </p:nvSpPr>
        <p:spPr>
          <a:xfrm>
            <a:off x="9606372" y="3483228"/>
            <a:ext cx="2238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Categorical; Ordinal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27947A-7338-489E-852B-452C5C34A6D9}"/>
              </a:ext>
            </a:extLst>
          </p:cNvPr>
          <p:cNvSpPr/>
          <p:nvPr/>
        </p:nvSpPr>
        <p:spPr>
          <a:xfrm>
            <a:off x="8759530" y="4993457"/>
            <a:ext cx="2238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Numeric; Ratio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273FF1-9E5F-4E90-A6A9-F92065F321F0}"/>
              </a:ext>
            </a:extLst>
          </p:cNvPr>
          <p:cNvSpPr/>
          <p:nvPr/>
        </p:nvSpPr>
        <p:spPr>
          <a:xfrm>
            <a:off x="8547101" y="5907276"/>
            <a:ext cx="22387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Categorical; Nominal </a:t>
            </a:r>
          </a:p>
        </p:txBody>
      </p:sp>
    </p:spTree>
    <p:extLst>
      <p:ext uri="{BB962C8B-B14F-4D97-AF65-F5344CB8AC3E}">
        <p14:creationId xmlns:p14="http://schemas.microsoft.com/office/powerpoint/2010/main" val="4038754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0E47-4B9D-454C-A441-622928C05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Tabular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6DD8B9-E644-4E6B-86E0-51D6525B4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Simplest way to present the data</a:t>
            </a:r>
          </a:p>
        </p:txBody>
      </p:sp>
    </p:spTree>
    <p:extLst>
      <p:ext uri="{BB962C8B-B14F-4D97-AF65-F5344CB8AC3E}">
        <p14:creationId xmlns:p14="http://schemas.microsoft.com/office/powerpoint/2010/main" val="823079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9EC88-414B-4CCB-A426-BA6A73EA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443" y="18255"/>
            <a:ext cx="10515600" cy="1325563"/>
          </a:xfrm>
        </p:spPr>
        <p:txBody>
          <a:bodyPr/>
          <a:lstStyle/>
          <a:p>
            <a:r>
              <a:rPr lang="en-US" dirty="0"/>
              <a:t>Data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B9180-C9D9-444B-A0F6-7D6901F4C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098" y="1343817"/>
            <a:ext cx="10932268" cy="5426633"/>
          </a:xfrm>
        </p:spPr>
        <p:txBody>
          <a:bodyPr>
            <a:normAutofit fontScale="85000" lnSpcReduction="20000"/>
          </a:bodyPr>
          <a:lstStyle/>
          <a:p>
            <a:r>
              <a:rPr lang="en-US" spc="-5" dirty="0">
                <a:latin typeface="LM Sans 10"/>
                <a:cs typeface="LM Sans 10"/>
              </a:rPr>
              <a:t>Data can often </a:t>
            </a:r>
            <a:r>
              <a:rPr lang="en-US" spc="10" dirty="0">
                <a:latin typeface="LM Sans 10"/>
                <a:cs typeface="LM Sans 10"/>
              </a:rPr>
              <a:t>be </a:t>
            </a:r>
            <a:r>
              <a:rPr lang="en-US" spc="-10" dirty="0">
                <a:latin typeface="LM Sans 10"/>
                <a:cs typeface="LM Sans 10"/>
              </a:rPr>
              <a:t>represented </a:t>
            </a:r>
            <a:r>
              <a:rPr lang="en-US" spc="-20" dirty="0">
                <a:latin typeface="LM Sans 10"/>
                <a:cs typeface="LM Sans 10"/>
              </a:rPr>
              <a:t>or </a:t>
            </a:r>
            <a:r>
              <a:rPr lang="en-US" spc="-5" dirty="0">
                <a:latin typeface="LM Sans 10"/>
                <a:cs typeface="LM Sans 10"/>
              </a:rPr>
              <a:t>abstracted as an </a:t>
            </a:r>
            <a:r>
              <a:rPr lang="en-US" i="1" spc="-5" dirty="0">
                <a:latin typeface="LM Sans 10"/>
                <a:cs typeface="LM Sans 10"/>
              </a:rPr>
              <a:t>n </a:t>
            </a:r>
            <a:r>
              <a:rPr lang="en-US" spc="20" dirty="0">
                <a:latin typeface="DejaVu Sans Condensed"/>
                <a:cs typeface="DejaVu Sans Condensed"/>
              </a:rPr>
              <a:t>× </a:t>
            </a:r>
            <a:r>
              <a:rPr lang="en-US" i="1" spc="-5" dirty="0">
                <a:latin typeface="LM Sans 10"/>
                <a:cs typeface="LM Sans 10"/>
              </a:rPr>
              <a:t>d data matrix</a:t>
            </a:r>
            <a:r>
              <a:rPr lang="en-US" spc="-5" dirty="0">
                <a:latin typeface="LM Sans 10"/>
                <a:cs typeface="LM Sans 10"/>
              </a:rPr>
              <a:t>, with </a:t>
            </a:r>
            <a:r>
              <a:rPr lang="en-US" i="1" spc="-5" dirty="0">
                <a:latin typeface="LM Sans 10"/>
                <a:cs typeface="LM Sans 10"/>
              </a:rPr>
              <a:t>n </a:t>
            </a:r>
            <a:r>
              <a:rPr lang="en-US" spc="-15" dirty="0">
                <a:latin typeface="LM Sans 10"/>
                <a:cs typeface="LM Sans 10"/>
              </a:rPr>
              <a:t>rows  </a:t>
            </a:r>
            <a:r>
              <a:rPr lang="en-US" spc="-5" dirty="0">
                <a:latin typeface="LM Sans 10"/>
                <a:cs typeface="LM Sans 10"/>
              </a:rPr>
              <a:t>and </a:t>
            </a:r>
            <a:r>
              <a:rPr lang="en-US" i="1" spc="-5" dirty="0">
                <a:latin typeface="LM Sans 10"/>
                <a:cs typeface="LM Sans 10"/>
              </a:rPr>
              <a:t>d </a:t>
            </a:r>
            <a:r>
              <a:rPr lang="en-US" spc="-5" dirty="0">
                <a:latin typeface="LM Sans 10"/>
                <a:cs typeface="LM Sans 10"/>
              </a:rPr>
              <a:t>columns, given</a:t>
            </a:r>
            <a:r>
              <a:rPr lang="en-US" spc="85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as</a:t>
            </a: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endParaRPr lang="en-US" spc="-5" dirty="0">
              <a:latin typeface="LM Sans 10"/>
              <a:cs typeface="LM Sans 10"/>
            </a:endParaRPr>
          </a:p>
          <a:p>
            <a:pPr marL="50800" marR="43180">
              <a:lnSpc>
                <a:spcPct val="100000"/>
              </a:lnSpc>
              <a:spcBef>
                <a:spcPts val="95"/>
              </a:spcBef>
            </a:pPr>
            <a:r>
              <a:rPr lang="en-US" spc="-55" dirty="0">
                <a:latin typeface="Verdana"/>
                <a:cs typeface="Verdana"/>
              </a:rPr>
              <a:t>Rows</a:t>
            </a:r>
            <a:r>
              <a:rPr lang="en-US" spc="-55" dirty="0">
                <a:latin typeface="LM Sans 10"/>
                <a:cs typeface="LM Sans 10"/>
              </a:rPr>
              <a:t>: </a:t>
            </a:r>
            <a:r>
              <a:rPr lang="en-US" spc="-5" dirty="0">
                <a:latin typeface="LM Sans 10"/>
                <a:cs typeface="LM Sans 10"/>
              </a:rPr>
              <a:t>Also called samples, </a:t>
            </a:r>
            <a:r>
              <a:rPr lang="en-US" i="1" spc="-5" dirty="0">
                <a:latin typeface="LM Sans 10"/>
                <a:cs typeface="LM Sans 10"/>
              </a:rPr>
              <a:t>instances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examples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10" dirty="0">
                <a:latin typeface="LM Sans 10"/>
                <a:cs typeface="LM Sans 10"/>
              </a:rPr>
              <a:t>records</a:t>
            </a:r>
            <a:r>
              <a:rPr lang="en-US" spc="-10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transactions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objects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points</a:t>
            </a:r>
            <a:r>
              <a:rPr lang="en-US" spc="-5" dirty="0">
                <a:latin typeface="LM Sans 10"/>
                <a:cs typeface="LM Sans 10"/>
              </a:rPr>
              <a:t>,  </a:t>
            </a:r>
            <a:r>
              <a:rPr lang="en-US" i="1" spc="-5" dirty="0">
                <a:latin typeface="LM Sans 10"/>
                <a:cs typeface="LM Sans 10"/>
              </a:rPr>
              <a:t>feature-vectors</a:t>
            </a:r>
            <a:r>
              <a:rPr lang="en-US" spc="-5" dirty="0">
                <a:latin typeface="LM Sans 10"/>
                <a:cs typeface="LM Sans 10"/>
              </a:rPr>
              <a:t>, etc. Given as a </a:t>
            </a:r>
            <a:r>
              <a:rPr lang="en-US" i="1" spc="-5" dirty="0">
                <a:latin typeface="LM Sans 10"/>
                <a:cs typeface="LM Sans 10"/>
              </a:rPr>
              <a:t>d</a:t>
            </a:r>
            <a:r>
              <a:rPr lang="en-US" i="1" spc="-14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-tuple</a:t>
            </a:r>
            <a:endParaRPr lang="en-US" dirty="0">
              <a:latin typeface="LM Sans 10"/>
              <a:cs typeface="LM Sans 1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lang="en-US" sz="800" dirty="0">
              <a:latin typeface="LM Sans 10"/>
              <a:cs typeface="LM Sans 10"/>
            </a:endParaRPr>
          </a:p>
          <a:p>
            <a:pPr marL="26670" algn="ctr">
              <a:lnSpc>
                <a:spcPct val="100000"/>
              </a:lnSpc>
              <a:spcBef>
                <a:spcPts val="5"/>
              </a:spcBef>
            </a:pPr>
            <a:r>
              <a:rPr lang="en-US" i="1" spc="45" dirty="0">
                <a:latin typeface="Arial"/>
                <a:cs typeface="Arial"/>
              </a:rPr>
              <a:t>x</a:t>
            </a:r>
            <a:r>
              <a:rPr lang="en-US" i="1" spc="67" baseline="-12820" dirty="0">
                <a:latin typeface="LM Sans 8"/>
                <a:cs typeface="LM Sans 8"/>
              </a:rPr>
              <a:t>i</a:t>
            </a:r>
            <a:r>
              <a:rPr lang="en-US" i="1" spc="127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=</a:t>
            </a:r>
            <a:r>
              <a:rPr lang="en-US" spc="-13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(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i="1" spc="-7" baseline="-12820" dirty="0">
                <a:latin typeface="LM Sans 8"/>
                <a:cs typeface="LM Sans 8"/>
              </a:rPr>
              <a:t>i</a:t>
            </a:r>
            <a:r>
              <a:rPr lang="en-US" i="1" spc="-247" baseline="-12820" dirty="0">
                <a:latin typeface="LM Sans 8"/>
                <a:cs typeface="LM Sans 8"/>
              </a:rPr>
              <a:t> </a:t>
            </a:r>
            <a:r>
              <a:rPr lang="en-US" sz="3200" spc="22" baseline="-11904" dirty="0">
                <a:latin typeface="Arial"/>
                <a:cs typeface="Arial"/>
              </a:rPr>
              <a:t>1</a:t>
            </a:r>
            <a:r>
              <a:rPr lang="en-US" i="1" spc="15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i="1" spc="-7" baseline="-12820" dirty="0">
                <a:latin typeface="LM Sans 8"/>
                <a:cs typeface="LM Sans 8"/>
              </a:rPr>
              <a:t>i</a:t>
            </a:r>
            <a:r>
              <a:rPr lang="en-US" i="1" spc="-247" baseline="-12820" dirty="0">
                <a:latin typeface="LM Sans 8"/>
                <a:cs typeface="LM Sans 8"/>
              </a:rPr>
              <a:t> </a:t>
            </a:r>
            <a:r>
              <a:rPr lang="en-US" sz="3200" spc="22" baseline="-11904" dirty="0">
                <a:latin typeface="Arial"/>
                <a:cs typeface="Arial"/>
              </a:rPr>
              <a:t>2</a:t>
            </a:r>
            <a:r>
              <a:rPr lang="en-US" i="1" spc="15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80" dirty="0">
                <a:latin typeface="DejaVu Sans Condensed"/>
                <a:cs typeface="DejaVu Sans Condensed"/>
              </a:rPr>
              <a:t> </a:t>
            </a:r>
            <a:r>
              <a:rPr lang="en-US" i="1" dirty="0" err="1">
                <a:latin typeface="LM Sans 10"/>
                <a:cs typeface="LM Sans 10"/>
              </a:rPr>
              <a:t>x</a:t>
            </a:r>
            <a:r>
              <a:rPr lang="en-US" i="1" baseline="-12820" dirty="0" err="1">
                <a:latin typeface="LM Sans 8"/>
                <a:cs typeface="LM Sans 8"/>
              </a:rPr>
              <a:t>id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)</a:t>
            </a:r>
            <a:endParaRPr lang="en-US" dirty="0">
              <a:latin typeface="LM Sans 10"/>
              <a:cs typeface="LM Sans 10"/>
            </a:endParaRPr>
          </a:p>
          <a:p>
            <a:pPr marL="50165" marR="114300">
              <a:lnSpc>
                <a:spcPct val="100000"/>
              </a:lnSpc>
              <a:spcBef>
                <a:spcPts val="969"/>
              </a:spcBef>
            </a:pPr>
            <a:r>
              <a:rPr lang="en-US" spc="-60" dirty="0">
                <a:latin typeface="Verdana"/>
                <a:cs typeface="Verdana"/>
              </a:rPr>
              <a:t>Columns</a:t>
            </a:r>
            <a:r>
              <a:rPr lang="en-US" spc="-60" dirty="0">
                <a:latin typeface="LM Sans 10"/>
                <a:cs typeface="LM Sans 10"/>
              </a:rPr>
              <a:t>: </a:t>
            </a:r>
            <a:r>
              <a:rPr lang="en-US" spc="-5" dirty="0">
                <a:latin typeface="LM Sans 10"/>
                <a:cs typeface="LM Sans 10"/>
              </a:rPr>
              <a:t>Also called </a:t>
            </a:r>
            <a:r>
              <a:rPr lang="en-US" i="1" spc="-5" dirty="0">
                <a:latin typeface="LM Sans 10"/>
                <a:cs typeface="LM Sans 10"/>
              </a:rPr>
              <a:t>attributes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properties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features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5" dirty="0">
                <a:latin typeface="LM Sans 10"/>
                <a:cs typeface="LM Sans 10"/>
              </a:rPr>
              <a:t>dimensions</a:t>
            </a:r>
            <a:r>
              <a:rPr lang="en-US" spc="-5" dirty="0">
                <a:latin typeface="LM Sans 10"/>
                <a:cs typeface="LM Sans 10"/>
              </a:rPr>
              <a:t>, </a:t>
            </a:r>
            <a:r>
              <a:rPr lang="en-US" i="1" spc="-10" dirty="0">
                <a:latin typeface="LM Sans 10"/>
                <a:cs typeface="LM Sans 10"/>
              </a:rPr>
              <a:t>variables</a:t>
            </a:r>
            <a:r>
              <a:rPr lang="en-US" spc="-10" dirty="0">
                <a:latin typeface="LM Sans 10"/>
                <a:cs typeface="LM Sans 10"/>
              </a:rPr>
              <a:t>,  </a:t>
            </a:r>
            <a:r>
              <a:rPr lang="en-US" i="1" spc="-5" dirty="0">
                <a:latin typeface="LM Sans 10"/>
                <a:cs typeface="LM Sans 10"/>
              </a:rPr>
              <a:t>fields</a:t>
            </a:r>
            <a:r>
              <a:rPr lang="en-US" spc="-5" dirty="0">
                <a:latin typeface="LM Sans 10"/>
                <a:cs typeface="LM Sans 10"/>
              </a:rPr>
              <a:t>, etc. Given as an</a:t>
            </a:r>
            <a:r>
              <a:rPr lang="en-US" spc="-10" dirty="0">
                <a:latin typeface="LM Sans 10"/>
                <a:cs typeface="LM Sans 10"/>
              </a:rPr>
              <a:t> </a:t>
            </a:r>
            <a:r>
              <a:rPr lang="en-US" i="1" spc="-5" dirty="0">
                <a:latin typeface="LM Sans 10"/>
                <a:cs typeface="LM Sans 10"/>
              </a:rPr>
              <a:t>n</a:t>
            </a:r>
            <a:r>
              <a:rPr lang="en-US" spc="-5" dirty="0">
                <a:latin typeface="LM Sans 10"/>
                <a:cs typeface="LM Sans 10"/>
              </a:rPr>
              <a:t>-tuple</a:t>
            </a:r>
            <a:endParaRPr lang="en-US" dirty="0">
              <a:latin typeface="LM Sans 10"/>
              <a:cs typeface="LM Sans 10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lang="en-US" sz="800" dirty="0">
              <a:latin typeface="LM Sans 10"/>
              <a:cs typeface="LM Sans 10"/>
            </a:endParaRPr>
          </a:p>
          <a:p>
            <a:pPr marL="27305" algn="ctr">
              <a:lnSpc>
                <a:spcPct val="100000"/>
              </a:lnSpc>
            </a:pPr>
            <a:r>
              <a:rPr lang="en-US" i="1" dirty="0" err="1">
                <a:latin typeface="LM Sans 10"/>
                <a:cs typeface="LM Sans 10"/>
              </a:rPr>
              <a:t>X</a:t>
            </a:r>
            <a:r>
              <a:rPr lang="en-US" i="1" baseline="-12820" dirty="0" err="1">
                <a:latin typeface="LM Sans 8"/>
                <a:cs typeface="LM Sans 8"/>
              </a:rPr>
              <a:t>j</a:t>
            </a:r>
            <a:r>
              <a:rPr lang="en-US" i="1" spc="120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=</a:t>
            </a:r>
            <a:r>
              <a:rPr lang="en-US" spc="-130" dirty="0">
                <a:latin typeface="LM Sans 10"/>
                <a:cs typeface="LM Sans 10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(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sz="3200" spc="-7" baseline="-11904" dirty="0">
                <a:latin typeface="Arial"/>
                <a:cs typeface="Arial"/>
              </a:rPr>
              <a:t>1</a:t>
            </a:r>
            <a:r>
              <a:rPr lang="en-US" i="1" spc="-7" baseline="-12820" dirty="0">
                <a:latin typeface="LM Sans 8"/>
                <a:cs typeface="LM Sans 8"/>
              </a:rPr>
              <a:t>j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5" dirty="0">
                <a:latin typeface="LM Sans 10"/>
                <a:cs typeface="LM Sans 10"/>
              </a:rPr>
              <a:t>x</a:t>
            </a:r>
            <a:r>
              <a:rPr lang="en-US" sz="3200" spc="-7" baseline="-11904" dirty="0">
                <a:latin typeface="Arial"/>
                <a:cs typeface="Arial"/>
              </a:rPr>
              <a:t>2</a:t>
            </a:r>
            <a:r>
              <a:rPr lang="en-US" i="1" spc="-7" baseline="-12820" dirty="0">
                <a:latin typeface="LM Sans 8"/>
                <a:cs typeface="LM Sans 8"/>
              </a:rPr>
              <a:t>j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80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.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spc="-10" dirty="0">
                <a:latin typeface="DejaVu Sans Condensed"/>
                <a:cs typeface="DejaVu Sans Condensed"/>
              </a:rPr>
              <a:t>,</a:t>
            </a:r>
            <a:r>
              <a:rPr lang="en-US" i="1" spc="-175" dirty="0">
                <a:latin typeface="DejaVu Sans Condensed"/>
                <a:cs typeface="DejaVu Sans Condensed"/>
              </a:rPr>
              <a:t> </a:t>
            </a:r>
            <a:r>
              <a:rPr lang="en-US" i="1" dirty="0" err="1">
                <a:latin typeface="LM Sans 10"/>
                <a:cs typeface="LM Sans 10"/>
              </a:rPr>
              <a:t>x</a:t>
            </a:r>
            <a:r>
              <a:rPr lang="en-US" i="1" baseline="-12820" dirty="0" err="1">
                <a:latin typeface="LM Sans 8"/>
                <a:cs typeface="LM Sans 8"/>
              </a:rPr>
              <a:t>nj</a:t>
            </a:r>
            <a:r>
              <a:rPr lang="en-US" i="1" spc="-179" baseline="-12820" dirty="0">
                <a:latin typeface="LM Sans 8"/>
                <a:cs typeface="LM Sans 8"/>
              </a:rPr>
              <a:t> </a:t>
            </a:r>
            <a:r>
              <a:rPr lang="en-US" spc="-5" dirty="0">
                <a:latin typeface="LM Sans 10"/>
                <a:cs typeface="LM Sans 10"/>
              </a:rPr>
              <a:t>)</a:t>
            </a:r>
            <a:endParaRPr lang="en-US" dirty="0">
              <a:latin typeface="LM Sans 10"/>
              <a:cs typeface="LM Sans 10"/>
            </a:endParaRPr>
          </a:p>
          <a:p>
            <a:endParaRPr lang="en-US" dirty="0">
              <a:latin typeface="LM Sans 10"/>
              <a:cs typeface="LM Sans 10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83052A-DC48-4EC4-986B-EB775FF36D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9073" y="1975425"/>
            <a:ext cx="5895975" cy="22193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B4D33D-5F04-4D1B-9909-FB65B30EBB99}"/>
                  </a:ext>
                </a:extLst>
              </p:cNvPr>
              <p:cNvSpPr txBox="1"/>
              <p:nvPr/>
            </p:nvSpPr>
            <p:spPr>
              <a:xfrm>
                <a:off x="7975048" y="2978870"/>
                <a:ext cx="3818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∈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9B4D33D-5F04-4D1B-9909-FB65B30EBB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75048" y="2978870"/>
                <a:ext cx="381836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B87F159B-1F56-4CAB-AC28-27F5A9A31158}"/>
              </a:ext>
            </a:extLst>
          </p:cNvPr>
          <p:cNvSpPr txBox="1"/>
          <p:nvPr/>
        </p:nvSpPr>
        <p:spPr>
          <a:xfrm>
            <a:off x="8356884" y="2782669"/>
            <a:ext cx="882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 err="1"/>
              <a:t>R</a:t>
            </a:r>
            <a:r>
              <a:rPr lang="en-US" sz="3600" baseline="30000" dirty="0" err="1"/>
              <a:t>nxd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788338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DF27D-42A2-43F6-9DFA-6C0FB4325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31" y="18255"/>
            <a:ext cx="10515600" cy="1325563"/>
          </a:xfrm>
        </p:spPr>
        <p:txBody>
          <a:bodyPr/>
          <a:lstStyle/>
          <a:p>
            <a:r>
              <a:rPr lang="en-US" dirty="0"/>
              <a:t>Data: Algebraic 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2A256A-F201-4EEB-874C-55BA0ED627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275" y="2104043"/>
            <a:ext cx="9134475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12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17D8BB-90E4-4242-B6F7-C00BE06BA0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Usually the first column is the identifier of objects</a:t>
            </a:r>
          </a:p>
          <a:p>
            <a:endParaRPr lang="en-US" dirty="0"/>
          </a:p>
          <a:p>
            <a:r>
              <a:rPr lang="en-US" dirty="0"/>
              <a:t>The first row is the descriptor of columns</a:t>
            </a:r>
          </a:p>
          <a:p>
            <a:endParaRPr lang="en-US" dirty="0"/>
          </a:p>
          <a:p>
            <a:r>
              <a:rPr lang="en-US" dirty="0"/>
              <a:t>In this matrix, we have 5 rows and three columns</a:t>
            </a:r>
          </a:p>
          <a:p>
            <a:pPr marL="0" indent="0">
              <a:buNone/>
            </a:pPr>
            <a:r>
              <a:rPr lang="en-US" dirty="0"/>
              <a:t> -&gt; 5 Objects and 2 features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50DA97D-61B8-4B66-BCF3-C03E1E8AE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5425" y="4392950"/>
            <a:ext cx="6886575" cy="2371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314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372BD-8895-4ADE-94EC-D6AD92430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0696" y="0"/>
            <a:ext cx="10515600" cy="1325563"/>
          </a:xfrm>
        </p:spPr>
        <p:txBody>
          <a:bodyPr/>
          <a:lstStyle/>
          <a:p>
            <a:r>
              <a:rPr lang="en-US" dirty="0"/>
              <a:t>Dimension (Space)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482EE-791A-4277-A5A9-401C4DE7F6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700" y="1414564"/>
            <a:ext cx="10515600" cy="4351338"/>
          </a:xfrm>
        </p:spPr>
        <p:txBody>
          <a:bodyPr/>
          <a:lstStyle/>
          <a:p>
            <a:r>
              <a:rPr lang="en-US" dirty="0"/>
              <a:t>The word “Dimension” in programming is used to count the number of cells. </a:t>
            </a:r>
          </a:p>
          <a:p>
            <a:r>
              <a:rPr lang="en-US" dirty="0"/>
              <a:t> “Dimension” in data science refers to the mathematical space, such as the Euclidian space.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Number of Dimensions = number of features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E3944-3C25-4754-80CC-EA91F6D19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837" y="4457456"/>
            <a:ext cx="6179800" cy="215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911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8BE4C-AE15-4139-AB0D-76C6E9B1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2-dimensional data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BD6EFC-E4D5-4B7F-8D48-1EEC476D77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29000"/>
            <a:ext cx="4476899" cy="2848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1BBE5FE-CF2D-40E0-8427-217565B4B4B4}"/>
              </a:ext>
            </a:extLst>
          </p:cNvPr>
          <p:cNvSpPr txBox="1"/>
          <p:nvPr/>
        </p:nvSpPr>
        <p:spPr>
          <a:xfrm>
            <a:off x="989901" y="2005846"/>
            <a:ext cx="8286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Each point in a two-dimensional Euclidean space has two values (x-value and y-value.) 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DDA9856-A4C8-4CEE-821E-770E5CFB7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3223604"/>
            <a:ext cx="5434891" cy="284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82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BEEA9-2CDE-476A-9958-0CFA545F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2013" y="32454"/>
            <a:ext cx="10515600" cy="1325563"/>
          </a:xfrm>
        </p:spPr>
        <p:txBody>
          <a:bodyPr/>
          <a:lstStyle/>
          <a:p>
            <a:r>
              <a:rPr lang="en-US" dirty="0"/>
              <a:t>3-dimensional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90541B-2FBA-41CC-B2FA-D82FEA2644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013" y="1358017"/>
            <a:ext cx="10515600" cy="4351338"/>
          </a:xfrm>
        </p:spPr>
        <p:txBody>
          <a:bodyPr/>
          <a:lstStyle/>
          <a:p>
            <a:r>
              <a:rPr lang="en-US" dirty="0"/>
              <a:t>In programming, we will say that this table can be stored in a 2-dimensional array of size 5 times 3. That means, it has five rows and three columns.</a:t>
            </a:r>
          </a:p>
          <a:p>
            <a:r>
              <a:rPr lang="en-US" dirty="0"/>
              <a:t>In data science, this table is called a three-dimensional dataset because it composes a mathematical space of three dimensions.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6B44A9-CFCF-428B-88D4-338E1EA95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054" y="3597856"/>
            <a:ext cx="3628078" cy="309388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8C6445B-EC9B-4A1C-ADD3-6C5DBB3FD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980" y="3689189"/>
            <a:ext cx="3829186" cy="288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814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2728-3369-4813-A298-D31C4F9070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211" y="357551"/>
            <a:ext cx="11249637" cy="6336863"/>
          </a:xfrm>
        </p:spPr>
        <p:txBody>
          <a:bodyPr/>
          <a:lstStyle/>
          <a:p>
            <a:r>
              <a:rPr lang="en-US" dirty="0"/>
              <a:t>Note that regardless of the number of features or number of columns, or the number of dimensions, the data table can be stored in a two-dimensional array. That is, even one hundred-dimensional dataset can be kept in a 2D array or in a 2D matrix.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High dimension data:</a:t>
            </a:r>
          </a:p>
          <a:p>
            <a:pPr lvl="1"/>
            <a:r>
              <a:rPr lang="en-US" dirty="0"/>
              <a:t>High number of objects [ rows]</a:t>
            </a:r>
          </a:p>
          <a:p>
            <a:pPr lvl="1"/>
            <a:r>
              <a:rPr lang="en-US" dirty="0"/>
              <a:t>High number of dimensions (features) [columns]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6CA9F6-F3AC-4036-892D-1450239A3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0048" y="2107736"/>
            <a:ext cx="6179800" cy="2156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99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C19B8-7223-4F00-8E74-75CC2854A8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694" y="0"/>
            <a:ext cx="10515600" cy="1325563"/>
          </a:xfrm>
        </p:spPr>
        <p:txBody>
          <a:bodyPr/>
          <a:lstStyle/>
          <a:p>
            <a:r>
              <a:rPr lang="en-US" dirty="0"/>
              <a:t>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67CBF-AF5C-4357-B8CC-4786FDBC59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r>
              <a:rPr lang="en-US" dirty="0"/>
              <a:t>A vector in data science is no different than a vector in physics.</a:t>
            </a:r>
          </a:p>
          <a:p>
            <a:endParaRPr lang="en-US" dirty="0"/>
          </a:p>
          <a:p>
            <a:r>
              <a:rPr lang="en-US" dirty="0"/>
              <a:t>Each object or a </a:t>
            </a:r>
            <a:r>
              <a:rPr lang="en-US" b="1" dirty="0"/>
              <a:t>data point </a:t>
            </a:r>
            <a:r>
              <a:rPr lang="en-US" dirty="0"/>
              <a:t>of a tabular data is sometimes referred to as a vector.</a:t>
            </a:r>
          </a:p>
          <a:p>
            <a:endParaRPr lang="en-US" dirty="0"/>
          </a:p>
          <a:p>
            <a:r>
              <a:rPr lang="en-US" b="1" dirty="0"/>
              <a:t>A point in the space = An object of the data table (row) = A vector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8D57CA-60B8-4E50-8E6B-94F2BA188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016" y="4538443"/>
            <a:ext cx="1568996" cy="21535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BD36BD-AA5A-4258-A6D6-835A0C404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67" y="4356382"/>
            <a:ext cx="4128173" cy="246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3593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9B723-CA10-4326-BD1D-09958E51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28" y="0"/>
            <a:ext cx="10515600" cy="1325563"/>
          </a:xfrm>
        </p:spPr>
        <p:txBody>
          <a:bodyPr/>
          <a:lstStyle/>
          <a:p>
            <a:r>
              <a:rPr lang="en-US" dirty="0"/>
              <a:t>Iris Dataset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A986AD-CC21-401B-8426-1B5389B05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3390" y="1037333"/>
            <a:ext cx="7620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529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BFC48-0648-4B4F-97E2-C87DC7F9E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2BFFE-1C5E-422B-B555-A016A91BE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8C0A7-C62D-43A2-9730-7A9927BA1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719" y="681037"/>
            <a:ext cx="7693774" cy="568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7113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06941-43AC-4702-A78C-D41DFA7460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329189"/>
            <a:ext cx="10515600" cy="4351338"/>
          </a:xfrm>
        </p:spPr>
        <p:txBody>
          <a:bodyPr/>
          <a:lstStyle/>
          <a:p>
            <a:r>
              <a:rPr lang="en-US" dirty="0"/>
              <a:t>Whatever input you have, we try to convert it to data matrix</a:t>
            </a:r>
          </a:p>
          <a:p>
            <a:pPr lvl="1"/>
            <a:r>
              <a:rPr lang="en-US" dirty="0"/>
              <a:t>Image, Text, Networks,….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026" name="Picture 2" descr="The Shots Your Cat Needs">
            <a:extLst>
              <a:ext uri="{FF2B5EF4-FFF2-40B4-BE49-F238E27FC236}">
                <a16:creationId xmlns:a16="http://schemas.microsoft.com/office/drawing/2014/main" id="{BA9A87A3-8E72-4441-A19D-020E26B10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376" y="2318331"/>
            <a:ext cx="4038600" cy="269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DC8D5CD5-F3EA-4662-82C1-94E19BE31F37}"/>
              </a:ext>
            </a:extLst>
          </p:cNvPr>
          <p:cNvGraphicFramePr>
            <a:graphicFrameLocks noGrp="1"/>
          </p:cNvGraphicFramePr>
          <p:nvPr/>
        </p:nvGraphicFramePr>
        <p:xfrm>
          <a:off x="5146968" y="2596916"/>
          <a:ext cx="403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9768118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406504306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613435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RGB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1147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7F11C85-7FAC-4818-A4C0-DB00C72F1721}"/>
              </a:ext>
            </a:extLst>
          </p:cNvPr>
          <p:cNvSpPr txBox="1"/>
          <p:nvPr/>
        </p:nvSpPr>
        <p:spPr>
          <a:xfrm>
            <a:off x="4957621" y="2161313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graphicFrame>
        <p:nvGraphicFramePr>
          <p:cNvPr id="12" name="Table 8">
            <a:extLst>
              <a:ext uri="{FF2B5EF4-FFF2-40B4-BE49-F238E27FC236}">
                <a16:creationId xmlns:a16="http://schemas.microsoft.com/office/drawing/2014/main" id="{8E70F960-6A0B-4360-B715-EDC94037A01E}"/>
              </a:ext>
            </a:extLst>
          </p:cNvPr>
          <p:cNvGraphicFramePr>
            <a:graphicFrameLocks noGrp="1"/>
          </p:cNvGraphicFramePr>
          <p:nvPr/>
        </p:nvGraphicFramePr>
        <p:xfrm>
          <a:off x="5146968" y="3519109"/>
          <a:ext cx="40386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46200">
                  <a:extLst>
                    <a:ext uri="{9D8B030D-6E8A-4147-A177-3AD203B41FA5}">
                      <a16:colId xmlns:a16="http://schemas.microsoft.com/office/drawing/2014/main" val="2097681180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4065043063"/>
                    </a:ext>
                  </a:extLst>
                </a:gridCol>
                <a:gridCol w="1346200">
                  <a:extLst>
                    <a:ext uri="{9D8B030D-6E8A-4147-A177-3AD203B41FA5}">
                      <a16:colId xmlns:a16="http://schemas.microsoft.com/office/drawing/2014/main" val="361343579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RGB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11471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CA5DBD9C-9F3B-4ACC-904A-423B0AC0A105}"/>
              </a:ext>
            </a:extLst>
          </p:cNvPr>
          <p:cNvSpPr txBox="1"/>
          <p:nvPr/>
        </p:nvSpPr>
        <p:spPr>
          <a:xfrm>
            <a:off x="4957621" y="3083506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11" name="Double Bracket 10">
            <a:extLst>
              <a:ext uri="{FF2B5EF4-FFF2-40B4-BE49-F238E27FC236}">
                <a16:creationId xmlns:a16="http://schemas.microsoft.com/office/drawing/2014/main" id="{E1103094-D6C4-46C0-9D9F-ADCEDE3E4A02}"/>
              </a:ext>
            </a:extLst>
          </p:cNvPr>
          <p:cNvSpPr/>
          <p:nvPr/>
        </p:nvSpPr>
        <p:spPr>
          <a:xfrm>
            <a:off x="6927273" y="4765963"/>
            <a:ext cx="4137891" cy="1874982"/>
          </a:xfrm>
          <a:prstGeom prst="bracketPair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A4034227-11AF-4B4D-B17B-3649E2C056BD}"/>
              </a:ext>
            </a:extLst>
          </p:cNvPr>
          <p:cNvCxnSpPr>
            <a:cxnSpLocks/>
          </p:cNvCxnSpPr>
          <p:nvPr/>
        </p:nvCxnSpPr>
        <p:spPr>
          <a:xfrm>
            <a:off x="6179127" y="5010731"/>
            <a:ext cx="5911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176BE5C0-0616-45F1-84CA-F66335EC0179}"/>
              </a:ext>
            </a:extLst>
          </p:cNvPr>
          <p:cNvSpPr txBox="1"/>
          <p:nvPr/>
        </p:nvSpPr>
        <p:spPr>
          <a:xfrm>
            <a:off x="5249385" y="4791663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1</a:t>
            </a:r>
          </a:p>
        </p:txBody>
      </p:sp>
      <p:graphicFrame>
        <p:nvGraphicFramePr>
          <p:cNvPr id="20" name="Table 8">
            <a:extLst>
              <a:ext uri="{FF2B5EF4-FFF2-40B4-BE49-F238E27FC236}">
                <a16:creationId xmlns:a16="http://schemas.microsoft.com/office/drawing/2014/main" id="{3BFFAEEC-334F-4DDB-9E37-CFC6BA49C3F5}"/>
              </a:ext>
            </a:extLst>
          </p:cNvPr>
          <p:cNvGraphicFramePr>
            <a:graphicFrameLocks noGrp="1"/>
          </p:cNvGraphicFramePr>
          <p:nvPr/>
        </p:nvGraphicFramePr>
        <p:xfrm>
          <a:off x="7099632" y="4890396"/>
          <a:ext cx="1490187" cy="270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729">
                  <a:extLst>
                    <a:ext uri="{9D8B030D-6E8A-4147-A177-3AD203B41FA5}">
                      <a16:colId xmlns:a16="http://schemas.microsoft.com/office/drawing/2014/main" val="2097681180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4065043063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3613435793"/>
                    </a:ext>
                  </a:extLst>
                </a:gridCol>
              </a:tblGrid>
              <a:tr h="270599">
                <a:tc>
                  <a:txBody>
                    <a:bodyPr/>
                    <a:lstStyle/>
                    <a:p>
                      <a:r>
                        <a:rPr lang="en-US" sz="600" dirty="0"/>
                        <a:t>RGB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11471"/>
                  </a:ext>
                </a:extLst>
              </a:tr>
            </a:tbl>
          </a:graphicData>
        </a:graphic>
      </p:graphicFrame>
      <p:graphicFrame>
        <p:nvGraphicFramePr>
          <p:cNvPr id="21" name="Table 8">
            <a:extLst>
              <a:ext uri="{FF2B5EF4-FFF2-40B4-BE49-F238E27FC236}">
                <a16:creationId xmlns:a16="http://schemas.microsoft.com/office/drawing/2014/main" id="{14D10AE6-4C57-4FD3-9C63-108B2B0980E7}"/>
              </a:ext>
            </a:extLst>
          </p:cNvPr>
          <p:cNvGraphicFramePr>
            <a:graphicFrameLocks noGrp="1"/>
          </p:cNvGraphicFramePr>
          <p:nvPr/>
        </p:nvGraphicFramePr>
        <p:xfrm>
          <a:off x="8608293" y="4890396"/>
          <a:ext cx="1490187" cy="270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729">
                  <a:extLst>
                    <a:ext uri="{9D8B030D-6E8A-4147-A177-3AD203B41FA5}">
                      <a16:colId xmlns:a16="http://schemas.microsoft.com/office/drawing/2014/main" val="2097681180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4065043063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3613435793"/>
                    </a:ext>
                  </a:extLst>
                </a:gridCol>
              </a:tblGrid>
              <a:tr h="270599">
                <a:tc>
                  <a:txBody>
                    <a:bodyPr/>
                    <a:lstStyle/>
                    <a:p>
                      <a:r>
                        <a:rPr lang="en-US" sz="600" dirty="0"/>
                        <a:t>RGB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11471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4C70A3F1-0147-41B2-B587-0B10CCDEA270}"/>
              </a:ext>
            </a:extLst>
          </p:cNvPr>
          <p:cNvSpPr txBox="1"/>
          <p:nvPr/>
        </p:nvSpPr>
        <p:spPr>
          <a:xfrm>
            <a:off x="7266871" y="4551429"/>
            <a:ext cx="22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                       r2    …..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BF77350-1D15-4CA0-81A2-05F8425AD729}"/>
              </a:ext>
            </a:extLst>
          </p:cNvPr>
          <p:cNvSpPr txBox="1"/>
          <p:nvPr/>
        </p:nvSpPr>
        <p:spPr>
          <a:xfrm>
            <a:off x="1005276" y="1849496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1</a:t>
            </a:r>
          </a:p>
        </p:txBody>
      </p:sp>
      <p:pic>
        <p:nvPicPr>
          <p:cNvPr id="1028" name="Picture 4" descr="Cat infected with COVID-19 from owner in Belgium | Live Science">
            <a:extLst>
              <a:ext uri="{FF2B5EF4-FFF2-40B4-BE49-F238E27FC236}">
                <a16:creationId xmlns:a16="http://schemas.microsoft.com/office/drawing/2014/main" id="{D3913DE6-94F7-40E7-87D6-1AAFFD542F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355" y="2318331"/>
            <a:ext cx="4055920" cy="2872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F9F718F4-85EE-404C-B435-56C3FE2B2590}"/>
              </a:ext>
            </a:extLst>
          </p:cNvPr>
          <p:cNvGraphicFramePr>
            <a:graphicFrameLocks noGrp="1"/>
          </p:cNvGraphicFramePr>
          <p:nvPr/>
        </p:nvGraphicFramePr>
        <p:xfrm>
          <a:off x="359557" y="2345979"/>
          <a:ext cx="4038600" cy="26463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3860">
                  <a:extLst>
                    <a:ext uri="{9D8B030D-6E8A-4147-A177-3AD203B41FA5}">
                      <a16:colId xmlns:a16="http://schemas.microsoft.com/office/drawing/2014/main" val="371702990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1594196695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143479848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863095774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88744716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34578935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134704390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1598262813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167904117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3009785478"/>
                    </a:ext>
                  </a:extLst>
                </a:gridCol>
              </a:tblGrid>
              <a:tr h="529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8943191"/>
                  </a:ext>
                </a:extLst>
              </a:tr>
              <a:tr h="529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1129180"/>
                  </a:ext>
                </a:extLst>
              </a:tr>
              <a:tr h="529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2897309"/>
                  </a:ext>
                </a:extLst>
              </a:tr>
              <a:tr h="529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84499923"/>
                  </a:ext>
                </a:extLst>
              </a:tr>
              <a:tr h="5292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685288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C674C15-ACE9-45AC-ADF6-F8E4E0E54D29}"/>
              </a:ext>
            </a:extLst>
          </p:cNvPr>
          <p:cNvSpPr txBox="1"/>
          <p:nvPr/>
        </p:nvSpPr>
        <p:spPr>
          <a:xfrm>
            <a:off x="361376" y="24130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8E9C51-3179-4ECF-AE5A-0732430C6596}"/>
              </a:ext>
            </a:extLst>
          </p:cNvPr>
          <p:cNvSpPr txBox="1"/>
          <p:nvPr/>
        </p:nvSpPr>
        <p:spPr>
          <a:xfrm>
            <a:off x="743212" y="2413004"/>
            <a:ext cx="3818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566FF14-8F51-4FC5-9A06-A77D445DFDA8}"/>
              </a:ext>
            </a:extLst>
          </p:cNvPr>
          <p:cNvSpPr txBox="1"/>
          <p:nvPr/>
        </p:nvSpPr>
        <p:spPr>
          <a:xfrm>
            <a:off x="5272477" y="5156498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2</a:t>
            </a:r>
          </a:p>
        </p:txBody>
      </p:sp>
      <p:graphicFrame>
        <p:nvGraphicFramePr>
          <p:cNvPr id="26" name="Table 8">
            <a:extLst>
              <a:ext uri="{FF2B5EF4-FFF2-40B4-BE49-F238E27FC236}">
                <a16:creationId xmlns:a16="http://schemas.microsoft.com/office/drawing/2014/main" id="{76B338E8-6734-4BCA-8792-33EC16014E61}"/>
              </a:ext>
            </a:extLst>
          </p:cNvPr>
          <p:cNvGraphicFramePr>
            <a:graphicFrameLocks noGrp="1"/>
          </p:cNvGraphicFramePr>
          <p:nvPr/>
        </p:nvGraphicFramePr>
        <p:xfrm>
          <a:off x="7122724" y="5255231"/>
          <a:ext cx="1490187" cy="270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729">
                  <a:extLst>
                    <a:ext uri="{9D8B030D-6E8A-4147-A177-3AD203B41FA5}">
                      <a16:colId xmlns:a16="http://schemas.microsoft.com/office/drawing/2014/main" val="2097681180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4065043063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3613435793"/>
                    </a:ext>
                  </a:extLst>
                </a:gridCol>
              </a:tblGrid>
              <a:tr h="270599">
                <a:tc>
                  <a:txBody>
                    <a:bodyPr/>
                    <a:lstStyle/>
                    <a:p>
                      <a:r>
                        <a:rPr lang="en-US" sz="600" dirty="0"/>
                        <a:t>RGB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11471"/>
                  </a:ext>
                </a:extLst>
              </a:tr>
            </a:tbl>
          </a:graphicData>
        </a:graphic>
      </p:graphicFrame>
      <p:graphicFrame>
        <p:nvGraphicFramePr>
          <p:cNvPr id="27" name="Table 8">
            <a:extLst>
              <a:ext uri="{FF2B5EF4-FFF2-40B4-BE49-F238E27FC236}">
                <a16:creationId xmlns:a16="http://schemas.microsoft.com/office/drawing/2014/main" id="{F400CEFF-8FC4-4AF9-939A-F1D01CD5C369}"/>
              </a:ext>
            </a:extLst>
          </p:cNvPr>
          <p:cNvGraphicFramePr>
            <a:graphicFrameLocks noGrp="1"/>
          </p:cNvGraphicFramePr>
          <p:nvPr/>
        </p:nvGraphicFramePr>
        <p:xfrm>
          <a:off x="8631385" y="5255231"/>
          <a:ext cx="1490187" cy="27059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96729">
                  <a:extLst>
                    <a:ext uri="{9D8B030D-6E8A-4147-A177-3AD203B41FA5}">
                      <a16:colId xmlns:a16="http://schemas.microsoft.com/office/drawing/2014/main" val="2097681180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4065043063"/>
                    </a:ext>
                  </a:extLst>
                </a:gridCol>
                <a:gridCol w="496729">
                  <a:extLst>
                    <a:ext uri="{9D8B030D-6E8A-4147-A177-3AD203B41FA5}">
                      <a16:colId xmlns:a16="http://schemas.microsoft.com/office/drawing/2014/main" val="3613435793"/>
                    </a:ext>
                  </a:extLst>
                </a:gridCol>
              </a:tblGrid>
              <a:tr h="270599">
                <a:tc>
                  <a:txBody>
                    <a:bodyPr/>
                    <a:lstStyle/>
                    <a:p>
                      <a:r>
                        <a:rPr lang="en-US" sz="600" dirty="0"/>
                        <a:t>RGB 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Texture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600" dirty="0"/>
                        <a:t>….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211471"/>
                  </a:ext>
                </a:extLst>
              </a:tr>
            </a:tbl>
          </a:graphicData>
        </a:graphic>
      </p:graphicFrame>
      <p:sp>
        <p:nvSpPr>
          <p:cNvPr id="28" name="TextBox 27">
            <a:extLst>
              <a:ext uri="{FF2B5EF4-FFF2-40B4-BE49-F238E27FC236}">
                <a16:creationId xmlns:a16="http://schemas.microsoft.com/office/drawing/2014/main" id="{FE457362-EBD3-4A89-B792-30B087CFB28C}"/>
              </a:ext>
            </a:extLst>
          </p:cNvPr>
          <p:cNvSpPr txBox="1"/>
          <p:nvPr/>
        </p:nvSpPr>
        <p:spPr>
          <a:xfrm>
            <a:off x="1913986" y="1847002"/>
            <a:ext cx="929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Image 2</a:t>
            </a:r>
          </a:p>
        </p:txBody>
      </p:sp>
    </p:spTree>
    <p:extLst>
      <p:ext uri="{BB962C8B-B14F-4D97-AF65-F5344CB8AC3E}">
        <p14:creationId xmlns:p14="http://schemas.microsoft.com/office/powerpoint/2010/main" val="33008975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1" grpId="0" animBg="1"/>
      <p:bldP spid="17" grpId="0"/>
      <p:bldP spid="19" grpId="0"/>
      <p:bldP spid="23" grpId="0"/>
      <p:bldP spid="6" grpId="0"/>
      <p:bldP spid="8" grpId="0"/>
      <p:bldP spid="25" grpId="0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24A0BB-E1F0-4823-8C9D-A6B3BE6FA701}"/>
              </a:ext>
            </a:extLst>
          </p:cNvPr>
          <p:cNvSpPr txBox="1">
            <a:spLocks/>
          </p:cNvSpPr>
          <p:nvPr/>
        </p:nvSpPr>
        <p:spPr>
          <a:xfrm>
            <a:off x="-1" y="329189"/>
            <a:ext cx="11943761" cy="23291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Whatever input you have, we try to convert it to data matrix</a:t>
            </a:r>
          </a:p>
          <a:p>
            <a:pPr lvl="1"/>
            <a:r>
              <a:rPr lang="en-US" dirty="0"/>
              <a:t>Image, Text, Networks,….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Text: For each word, create a vector of aggregated global word-word co-occurrence statistics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ECE926-A98B-4A7C-9BA2-7A205F1FF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8070" y="2847975"/>
            <a:ext cx="8934450" cy="116205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BD2417-2CA0-4E66-817C-EE0F62D1549B}"/>
              </a:ext>
            </a:extLst>
          </p:cNvPr>
          <p:cNvSpPr txBox="1"/>
          <p:nvPr/>
        </p:nvSpPr>
        <p:spPr>
          <a:xfrm>
            <a:off x="707010" y="2478643"/>
            <a:ext cx="790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“King”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0E0184-9EFF-44D5-A07E-BD3703502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357" y="4392205"/>
            <a:ext cx="8896350" cy="15049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09D4F2-032E-4B5F-B098-341745DDFC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010" y="2478643"/>
            <a:ext cx="9307399" cy="4050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107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837F-C9A5-4A35-987C-9EB0D2CB5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A2AFE5-D9A0-4C1D-9870-EC7B1D0489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7EC9B9-8E73-494E-A03D-DBEE96E4BC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15987"/>
            <a:ext cx="9497294" cy="3914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3497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AB208-635A-414D-961D-D56A081DA8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896" y="355043"/>
            <a:ext cx="10515600" cy="4351338"/>
          </a:xfrm>
        </p:spPr>
        <p:txBody>
          <a:bodyPr/>
          <a:lstStyle/>
          <a:p>
            <a:r>
              <a:rPr lang="en-US" dirty="0"/>
              <a:t>Whatever input you have, we try to convert it to data matrix</a:t>
            </a:r>
          </a:p>
          <a:p>
            <a:pPr lvl="1"/>
            <a:r>
              <a:rPr lang="en-US" dirty="0"/>
              <a:t>Image, Text, Networks,….</a:t>
            </a:r>
          </a:p>
          <a:p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EE7DE10-B41F-47F5-B057-B73C2CC4B4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9207" y="2108855"/>
            <a:ext cx="9515289" cy="3716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40199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A99DE-4827-4DED-9AAB-95A652AA5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F17C-72CD-42B0-9F26-BC7D5BF8A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Kahoot.com</a:t>
            </a:r>
          </a:p>
        </p:txBody>
      </p:sp>
    </p:spTree>
    <p:extLst>
      <p:ext uri="{BB962C8B-B14F-4D97-AF65-F5344CB8AC3E}">
        <p14:creationId xmlns:p14="http://schemas.microsoft.com/office/powerpoint/2010/main" val="535698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20FD0C2881EA4A90727A064126FC20" ma:contentTypeVersion="13" ma:contentTypeDescription="Create a new document." ma:contentTypeScope="" ma:versionID="c260b951da18117c8c193c037c96b92c">
  <xsd:schema xmlns:xsd="http://www.w3.org/2001/XMLSchema" xmlns:xs="http://www.w3.org/2001/XMLSchema" xmlns:p="http://schemas.microsoft.com/office/2006/metadata/properties" xmlns:ns3="19eadfd7-bd8e-490f-9f29-05c59f74add2" xmlns:ns4="74abacc2-06e5-4e7c-aecc-4fd68412481c" targetNamespace="http://schemas.microsoft.com/office/2006/metadata/properties" ma:root="true" ma:fieldsID="95adb3d05306777b1d2a43a6ccfcbaf4" ns3:_="" ns4:_="">
    <xsd:import namespace="19eadfd7-bd8e-490f-9f29-05c59f74add2"/>
    <xsd:import namespace="74abacc2-06e5-4e7c-aecc-4fd68412481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EventHashCode" minOccurs="0"/>
                <xsd:element ref="ns3:MediaServiceGenerationTime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eadfd7-bd8e-490f-9f29-05c59f74ad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EventHashCode" ma:index="1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Tags" ma:index="12" nillable="true" ma:displayName="MediaServiceAutoTags" ma:internalName="MediaServiceAutoTags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abacc2-06e5-4e7c-aecc-4fd68412481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AC9BE0E-813A-4A36-88ED-A4E542FD1E8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AF00F1F-31ED-4225-93E1-9EA80D9C1FA3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BB2FA4D-F1AC-4AF1-9863-7EC17410AD87}">
  <ds:schemaRefs>
    <ds:schemaRef ds:uri="19eadfd7-bd8e-490f-9f29-05c59f74add2"/>
    <ds:schemaRef ds:uri="74abacc2-06e5-4e7c-aecc-4fd68412481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3491</TotalTime>
  <Words>784</Words>
  <Application>Microsoft Office PowerPoint</Application>
  <PresentationFormat>Widescreen</PresentationFormat>
  <Paragraphs>138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9" baseType="lpstr">
      <vt:lpstr>Arial</vt:lpstr>
      <vt:lpstr>Calibri</vt:lpstr>
      <vt:lpstr>Calibri Light</vt:lpstr>
      <vt:lpstr>Cambria Math</vt:lpstr>
      <vt:lpstr>DejaVu Sans Condensed</vt:lpstr>
      <vt:lpstr>LM Sans 10</vt:lpstr>
      <vt:lpstr>LM Sans 8</vt:lpstr>
      <vt:lpstr>Verdana</vt:lpstr>
      <vt:lpstr>Office Theme</vt:lpstr>
      <vt:lpstr>Data and Matrix </vt:lpstr>
      <vt:lpstr>Variable Types</vt:lpstr>
      <vt:lpstr>Variable Types</vt:lpstr>
      <vt:lpstr>More examples…</vt:lpstr>
      <vt:lpstr>Tabular Data</vt:lpstr>
      <vt:lpstr>Data Matrix</vt:lpstr>
      <vt:lpstr>Data: Algebraic view</vt:lpstr>
      <vt:lpstr>PowerPoint Presentation</vt:lpstr>
      <vt:lpstr>Dimension (Space)</vt:lpstr>
      <vt:lpstr>2-dimensional data</vt:lpstr>
      <vt:lpstr>3-dimensional data</vt:lpstr>
      <vt:lpstr>PowerPoint Presentation</vt:lpstr>
      <vt:lpstr>Vector</vt:lpstr>
      <vt:lpstr>Iris Dataset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Quiz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Marzieh Ayati</dc:creator>
  <cp:lastModifiedBy>Marzieh Ayati</cp:lastModifiedBy>
  <cp:revision>1</cp:revision>
  <dcterms:created xsi:type="dcterms:W3CDTF">2020-08-18T21:56:46Z</dcterms:created>
  <dcterms:modified xsi:type="dcterms:W3CDTF">2023-09-06T19:06:13Z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0x0101007E20FD0C2881EA4A90727A064126FC20</vt:lpwstr>
  </property>
</Properties>
</file>