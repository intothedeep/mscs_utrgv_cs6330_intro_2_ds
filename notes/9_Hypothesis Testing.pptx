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 r:id="rId5"/>
    <p:sldId id="321" r:id="rId6"/>
    <p:sldId id="313" r:id="rId7"/>
    <p:sldId id="314" r:id="rId8"/>
    <p:sldId id="315" r:id="rId9"/>
    <p:sldId id="316" r:id="rId10"/>
    <p:sldId id="317" r:id="rId11"/>
    <p:sldId id="318" r:id="rId12"/>
    <p:sldId id="319" r:id="rId13"/>
    <p:sldId id="338" r:id="rId14"/>
    <p:sldId id="340" r:id="rId15"/>
    <p:sldId id="341" r:id="rId16"/>
    <p:sldId id="342" r:id="rId17"/>
    <p:sldId id="33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0B55E3-32B1-4AFD-B866-1C0FD83E3D57}" v="27" dt="2023-09-20T22:07:55.1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11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zieh Ayati" userId="719e7aeb-c3b5-48e5-801b-084d43cd09ac" providerId="ADAL" clId="{5F6E282B-6A06-4926-ABE2-7CE01495ABF0}"/>
    <pc:docChg chg="modSld">
      <pc:chgData name="Marzieh Ayati" userId="719e7aeb-c3b5-48e5-801b-084d43cd09ac" providerId="ADAL" clId="{5F6E282B-6A06-4926-ABE2-7CE01495ABF0}" dt="2023-02-13T17:13:11.480" v="23" actId="20577"/>
      <pc:docMkLst>
        <pc:docMk/>
      </pc:docMkLst>
      <pc:sldChg chg="modSp mod">
        <pc:chgData name="Marzieh Ayati" userId="719e7aeb-c3b5-48e5-801b-084d43cd09ac" providerId="ADAL" clId="{5F6E282B-6A06-4926-ABE2-7CE01495ABF0}" dt="2023-02-13T17:12:30.648" v="15" actId="20577"/>
        <pc:sldMkLst>
          <pc:docMk/>
          <pc:sldMk cId="1484218734" sldId="340"/>
        </pc:sldMkLst>
        <pc:spChg chg="mod">
          <ac:chgData name="Marzieh Ayati" userId="719e7aeb-c3b5-48e5-801b-084d43cd09ac" providerId="ADAL" clId="{5F6E282B-6A06-4926-ABE2-7CE01495ABF0}" dt="2023-02-13T17:12:30.648" v="15" actId="20577"/>
          <ac:spMkLst>
            <pc:docMk/>
            <pc:sldMk cId="1484218734" sldId="340"/>
            <ac:spMk id="3" creationId="{84C39674-751B-4092-9E3A-7E252BB094A1}"/>
          </ac:spMkLst>
        </pc:spChg>
        <pc:picChg chg="mod">
          <ac:chgData name="Marzieh Ayati" userId="719e7aeb-c3b5-48e5-801b-084d43cd09ac" providerId="ADAL" clId="{5F6E282B-6A06-4926-ABE2-7CE01495ABF0}" dt="2023-02-13T17:09:05.604" v="2" actId="14100"/>
          <ac:picMkLst>
            <pc:docMk/>
            <pc:sldMk cId="1484218734" sldId="340"/>
            <ac:picMk id="4" creationId="{9D41BA1F-0B46-4EB3-A4A0-03C66E8439C9}"/>
          </ac:picMkLst>
        </pc:picChg>
      </pc:sldChg>
      <pc:sldChg chg="modSp mod">
        <pc:chgData name="Marzieh Ayati" userId="719e7aeb-c3b5-48e5-801b-084d43cd09ac" providerId="ADAL" clId="{5F6E282B-6A06-4926-ABE2-7CE01495ABF0}" dt="2023-02-13T17:13:11.480" v="23" actId="20577"/>
        <pc:sldMkLst>
          <pc:docMk/>
          <pc:sldMk cId="2639038822" sldId="342"/>
        </pc:sldMkLst>
        <pc:spChg chg="mod">
          <ac:chgData name="Marzieh Ayati" userId="719e7aeb-c3b5-48e5-801b-084d43cd09ac" providerId="ADAL" clId="{5F6E282B-6A06-4926-ABE2-7CE01495ABF0}" dt="2023-02-13T17:13:11.480" v="23" actId="20577"/>
          <ac:spMkLst>
            <pc:docMk/>
            <pc:sldMk cId="2639038822" sldId="342"/>
            <ac:spMk id="3" creationId="{1BF3BCD5-27FF-4DF4-A19B-5B2E46443FE2}"/>
          </ac:spMkLst>
        </pc:spChg>
      </pc:sldChg>
    </pc:docChg>
  </pc:docChgLst>
  <pc:docChgLst>
    <pc:chgData name="Marzieh Ayati" userId="719e7aeb-c3b5-48e5-801b-084d43cd09ac" providerId="ADAL" clId="{DACAD18B-8D54-4832-9252-D0953F5899B1}"/>
    <pc:docChg chg="delSld">
      <pc:chgData name="Marzieh Ayati" userId="719e7aeb-c3b5-48e5-801b-084d43cd09ac" providerId="ADAL" clId="{DACAD18B-8D54-4832-9252-D0953F5899B1}" dt="2021-09-14T00:28:36.795" v="1" actId="47"/>
      <pc:docMkLst>
        <pc:docMk/>
      </pc:docMkLst>
      <pc:sldChg chg="del">
        <pc:chgData name="Marzieh Ayati" userId="719e7aeb-c3b5-48e5-801b-084d43cd09ac" providerId="ADAL" clId="{DACAD18B-8D54-4832-9252-D0953F5899B1}" dt="2021-09-14T00:28:36.795" v="1" actId="47"/>
        <pc:sldMkLst>
          <pc:docMk/>
          <pc:sldMk cId="3257343661" sldId="256"/>
        </pc:sldMkLst>
      </pc:sldChg>
      <pc:sldChg chg="del">
        <pc:chgData name="Marzieh Ayati" userId="719e7aeb-c3b5-48e5-801b-084d43cd09ac" providerId="ADAL" clId="{DACAD18B-8D54-4832-9252-D0953F5899B1}" dt="2021-09-14T00:28:36.717" v="0" actId="47"/>
        <pc:sldMkLst>
          <pc:docMk/>
          <pc:sldMk cId="1892296837" sldId="324"/>
        </pc:sldMkLst>
      </pc:sldChg>
    </pc:docChg>
  </pc:docChgLst>
  <pc:docChgLst>
    <pc:chgData name="Marzieh Ayati" userId="719e7aeb-c3b5-48e5-801b-084d43cd09ac" providerId="ADAL" clId="{BDE11D7C-0E93-456F-BE63-C87E76C06444}"/>
    <pc:docChg chg="addSld delSld modSld sldOrd">
      <pc:chgData name="Marzieh Ayati" userId="719e7aeb-c3b5-48e5-801b-084d43cd09ac" providerId="ADAL" clId="{BDE11D7C-0E93-456F-BE63-C87E76C06444}" dt="2021-09-16T16:41:15.100" v="4" actId="47"/>
      <pc:docMkLst>
        <pc:docMk/>
      </pc:docMkLst>
      <pc:sldChg chg="add">
        <pc:chgData name="Marzieh Ayati" userId="719e7aeb-c3b5-48e5-801b-084d43cd09ac" providerId="ADAL" clId="{BDE11D7C-0E93-456F-BE63-C87E76C06444}" dt="2021-09-16T16:41:13.201" v="3"/>
        <pc:sldMkLst>
          <pc:docMk/>
          <pc:sldMk cId="3257343661" sldId="256"/>
        </pc:sldMkLst>
      </pc:sldChg>
      <pc:sldChg chg="new del ord">
        <pc:chgData name="Marzieh Ayati" userId="719e7aeb-c3b5-48e5-801b-084d43cd09ac" providerId="ADAL" clId="{BDE11D7C-0E93-456F-BE63-C87E76C06444}" dt="2021-09-16T16:41:15.100" v="4" actId="47"/>
        <pc:sldMkLst>
          <pc:docMk/>
          <pc:sldMk cId="2472694348" sldId="343"/>
        </pc:sldMkLst>
      </pc:sldChg>
    </pc:docChg>
  </pc:docChgLst>
  <pc:docChgLst>
    <pc:chgData name="Marzieh Ayati" userId="719e7aeb-c3b5-48e5-801b-084d43cd09ac" providerId="ADAL" clId="{5B88CD53-52AE-45A7-9503-66FA0F4845DD}"/>
    <pc:docChg chg="undo custSel addSld delSld modSld sldOrd">
      <pc:chgData name="Marzieh Ayati" userId="719e7aeb-c3b5-48e5-801b-084d43cd09ac" providerId="ADAL" clId="{5B88CD53-52AE-45A7-9503-66FA0F4845DD}" dt="2020-09-17T06:38:56.213" v="7746" actId="47"/>
      <pc:docMkLst>
        <pc:docMk/>
      </pc:docMkLst>
      <pc:sldChg chg="add del">
        <pc:chgData name="Marzieh Ayati" userId="719e7aeb-c3b5-48e5-801b-084d43cd09ac" providerId="ADAL" clId="{5B88CD53-52AE-45A7-9503-66FA0F4845DD}" dt="2020-09-17T04:57:18.184" v="6644" actId="47"/>
        <pc:sldMkLst>
          <pc:docMk/>
          <pc:sldMk cId="0" sldId="283"/>
        </pc:sldMkLst>
      </pc:sldChg>
      <pc:sldChg chg="add ord">
        <pc:chgData name="Marzieh Ayati" userId="719e7aeb-c3b5-48e5-801b-084d43cd09ac" providerId="ADAL" clId="{5B88CD53-52AE-45A7-9503-66FA0F4845DD}" dt="2020-09-17T04:57:01.986" v="6643"/>
        <pc:sldMkLst>
          <pc:docMk/>
          <pc:sldMk cId="0" sldId="284"/>
        </pc:sldMkLst>
      </pc:sldChg>
      <pc:sldChg chg="add del">
        <pc:chgData name="Marzieh Ayati" userId="719e7aeb-c3b5-48e5-801b-084d43cd09ac" providerId="ADAL" clId="{5B88CD53-52AE-45A7-9503-66FA0F4845DD}" dt="2020-09-17T04:58:07.769" v="6646" actId="47"/>
        <pc:sldMkLst>
          <pc:docMk/>
          <pc:sldMk cId="0" sldId="288"/>
        </pc:sldMkLst>
      </pc:sldChg>
      <pc:sldChg chg="modSp add del mod">
        <pc:chgData name="Marzieh Ayati" userId="719e7aeb-c3b5-48e5-801b-084d43cd09ac" providerId="ADAL" clId="{5B88CD53-52AE-45A7-9503-66FA0F4845DD}" dt="2020-09-17T04:55:39.510" v="6641" actId="47"/>
        <pc:sldMkLst>
          <pc:docMk/>
          <pc:sldMk cId="0" sldId="309"/>
        </pc:sldMkLst>
        <pc:spChg chg="mod">
          <ac:chgData name="Marzieh Ayati" userId="719e7aeb-c3b5-48e5-801b-084d43cd09ac" providerId="ADAL" clId="{5B88CD53-52AE-45A7-9503-66FA0F4845DD}" dt="2020-09-17T04:48:55.112" v="6583" actId="6549"/>
          <ac:spMkLst>
            <pc:docMk/>
            <pc:sldMk cId="0" sldId="309"/>
            <ac:spMk id="266" creationId="{00000000-0000-0000-0000-000000000000}"/>
          </ac:spMkLst>
        </pc:spChg>
      </pc:sldChg>
      <pc:sldChg chg="modSp mod">
        <pc:chgData name="Marzieh Ayati" userId="719e7aeb-c3b5-48e5-801b-084d43cd09ac" providerId="ADAL" clId="{5B88CD53-52AE-45A7-9503-66FA0F4845DD}" dt="2020-09-17T04:52:20.266" v="6623" actId="14100"/>
        <pc:sldMkLst>
          <pc:docMk/>
          <pc:sldMk cId="0" sldId="310"/>
        </pc:sldMkLst>
        <pc:spChg chg="mod">
          <ac:chgData name="Marzieh Ayati" userId="719e7aeb-c3b5-48e5-801b-084d43cd09ac" providerId="ADAL" clId="{5B88CD53-52AE-45A7-9503-66FA0F4845DD}" dt="2020-09-17T04:51:47.914" v="6622" actId="1076"/>
          <ac:spMkLst>
            <pc:docMk/>
            <pc:sldMk cId="0" sldId="310"/>
            <ac:spMk id="275" creationId="{00000000-0000-0000-0000-000000000000}"/>
          </ac:spMkLst>
        </pc:spChg>
        <pc:picChg chg="mod">
          <ac:chgData name="Marzieh Ayati" userId="719e7aeb-c3b5-48e5-801b-084d43cd09ac" providerId="ADAL" clId="{5B88CD53-52AE-45A7-9503-66FA0F4845DD}" dt="2020-09-17T04:52:20.266" v="6623" actId="14100"/>
          <ac:picMkLst>
            <pc:docMk/>
            <pc:sldMk cId="0" sldId="310"/>
            <ac:picMk id="276" creationId="{00000000-0000-0000-0000-000000000000}"/>
          </ac:picMkLst>
        </pc:picChg>
      </pc:sldChg>
      <pc:sldChg chg="addSp delSp modSp mod">
        <pc:chgData name="Marzieh Ayati" userId="719e7aeb-c3b5-48e5-801b-084d43cd09ac" providerId="ADAL" clId="{5B88CD53-52AE-45A7-9503-66FA0F4845DD}" dt="2020-09-17T04:58:32.450" v="6648" actId="478"/>
        <pc:sldMkLst>
          <pc:docMk/>
          <pc:sldMk cId="0" sldId="311"/>
        </pc:sldMkLst>
        <pc:spChg chg="add del mod">
          <ac:chgData name="Marzieh Ayati" userId="719e7aeb-c3b5-48e5-801b-084d43cd09ac" providerId="ADAL" clId="{5B88CD53-52AE-45A7-9503-66FA0F4845DD}" dt="2020-09-17T04:58:32.450" v="6648" actId="478"/>
          <ac:spMkLst>
            <pc:docMk/>
            <pc:sldMk cId="0" sldId="311"/>
            <ac:spMk id="3" creationId="{A4F3110A-5BD5-4A59-AC1F-2B1089A913C6}"/>
          </ac:spMkLst>
        </pc:spChg>
        <pc:spChg chg="del">
          <ac:chgData name="Marzieh Ayati" userId="719e7aeb-c3b5-48e5-801b-084d43cd09ac" providerId="ADAL" clId="{5B88CD53-52AE-45A7-9503-66FA0F4845DD}" dt="2020-09-17T04:58:24.789" v="6647" actId="478"/>
          <ac:spMkLst>
            <pc:docMk/>
            <pc:sldMk cId="0" sldId="311"/>
            <ac:spMk id="285" creationId="{00000000-0000-0000-0000-000000000000}"/>
          </ac:spMkLst>
        </pc:spChg>
      </pc:sldChg>
      <pc:sldChg chg="modSp mod">
        <pc:chgData name="Marzieh Ayati" userId="719e7aeb-c3b5-48e5-801b-084d43cd09ac" providerId="ADAL" clId="{5B88CD53-52AE-45A7-9503-66FA0F4845DD}" dt="2020-09-17T05:35:22.456" v="6664" actId="14100"/>
        <pc:sldMkLst>
          <pc:docMk/>
          <pc:sldMk cId="3962057008" sldId="316"/>
        </pc:sldMkLst>
        <pc:spChg chg="mod">
          <ac:chgData name="Marzieh Ayati" userId="719e7aeb-c3b5-48e5-801b-084d43cd09ac" providerId="ADAL" clId="{5B88CD53-52AE-45A7-9503-66FA0F4845DD}" dt="2020-09-17T05:35:22.456" v="6664" actId="14100"/>
          <ac:spMkLst>
            <pc:docMk/>
            <pc:sldMk cId="3962057008" sldId="316"/>
            <ac:spMk id="3" creationId="{A09EA334-7986-467D-AC4C-46DB1618B153}"/>
          </ac:spMkLst>
        </pc:spChg>
      </pc:sldChg>
      <pc:sldChg chg="modSp mod">
        <pc:chgData name="Marzieh Ayati" userId="719e7aeb-c3b5-48e5-801b-084d43cd09ac" providerId="ADAL" clId="{5B88CD53-52AE-45A7-9503-66FA0F4845DD}" dt="2020-09-16T20:46:11.807" v="625" actId="1076"/>
        <pc:sldMkLst>
          <pc:docMk/>
          <pc:sldMk cId="1265731802" sldId="318"/>
        </pc:sldMkLst>
        <pc:spChg chg="mod">
          <ac:chgData name="Marzieh Ayati" userId="719e7aeb-c3b5-48e5-801b-084d43cd09ac" providerId="ADAL" clId="{5B88CD53-52AE-45A7-9503-66FA0F4845DD}" dt="2020-09-16T20:46:11.807" v="625" actId="1076"/>
          <ac:spMkLst>
            <pc:docMk/>
            <pc:sldMk cId="1265731802" sldId="318"/>
            <ac:spMk id="2" creationId="{1CFBD17F-87D7-4D83-A246-9A8F8806CF82}"/>
          </ac:spMkLst>
        </pc:spChg>
        <pc:spChg chg="mod">
          <ac:chgData name="Marzieh Ayati" userId="719e7aeb-c3b5-48e5-801b-084d43cd09ac" providerId="ADAL" clId="{5B88CD53-52AE-45A7-9503-66FA0F4845DD}" dt="2020-09-16T20:46:05.799" v="624"/>
          <ac:spMkLst>
            <pc:docMk/>
            <pc:sldMk cId="1265731802" sldId="318"/>
            <ac:spMk id="3" creationId="{8E2F815A-E146-49C5-AB82-114A6B2889FF}"/>
          </ac:spMkLst>
        </pc:spChg>
      </pc:sldChg>
      <pc:sldChg chg="modSp mod">
        <pc:chgData name="Marzieh Ayati" userId="719e7aeb-c3b5-48e5-801b-084d43cd09ac" providerId="ADAL" clId="{5B88CD53-52AE-45A7-9503-66FA0F4845DD}" dt="2020-09-16T20:46:33.120" v="629" actId="20577"/>
        <pc:sldMkLst>
          <pc:docMk/>
          <pc:sldMk cId="2633218585" sldId="319"/>
        </pc:sldMkLst>
        <pc:spChg chg="mod">
          <ac:chgData name="Marzieh Ayati" userId="719e7aeb-c3b5-48e5-801b-084d43cd09ac" providerId="ADAL" clId="{5B88CD53-52AE-45A7-9503-66FA0F4845DD}" dt="2020-09-16T20:46:33.120" v="629" actId="20577"/>
          <ac:spMkLst>
            <pc:docMk/>
            <pc:sldMk cId="2633218585" sldId="319"/>
            <ac:spMk id="3" creationId="{10B31B3C-E751-4F5B-BC16-2708B1C0A6F9}"/>
          </ac:spMkLst>
        </pc:spChg>
      </pc:sldChg>
      <pc:sldChg chg="del">
        <pc:chgData name="Marzieh Ayati" userId="719e7aeb-c3b5-48e5-801b-084d43cd09ac" providerId="ADAL" clId="{5B88CD53-52AE-45A7-9503-66FA0F4845DD}" dt="2020-09-17T06:04:29.808" v="6935" actId="47"/>
        <pc:sldMkLst>
          <pc:docMk/>
          <pc:sldMk cId="3856052403" sldId="320"/>
        </pc:sldMkLst>
      </pc:sldChg>
      <pc:sldChg chg="addSp delSp modSp new mod modAnim">
        <pc:chgData name="Marzieh Ayati" userId="719e7aeb-c3b5-48e5-801b-084d43cd09ac" providerId="ADAL" clId="{5B88CD53-52AE-45A7-9503-66FA0F4845DD}" dt="2020-09-17T06:03:31.619" v="6934" actId="20577"/>
        <pc:sldMkLst>
          <pc:docMk/>
          <pc:sldMk cId="3392401954" sldId="321"/>
        </pc:sldMkLst>
        <pc:spChg chg="mod">
          <ac:chgData name="Marzieh Ayati" userId="719e7aeb-c3b5-48e5-801b-084d43cd09ac" providerId="ADAL" clId="{5B88CD53-52AE-45A7-9503-66FA0F4845DD}" dt="2020-09-16T20:33:54.752" v="227" actId="1076"/>
          <ac:spMkLst>
            <pc:docMk/>
            <pc:sldMk cId="3392401954" sldId="321"/>
            <ac:spMk id="2" creationId="{EEBA178D-C00E-412F-B327-20119FC72EFD}"/>
          </ac:spMkLst>
        </pc:spChg>
        <pc:spChg chg="mod">
          <ac:chgData name="Marzieh Ayati" userId="719e7aeb-c3b5-48e5-801b-084d43cd09ac" providerId="ADAL" clId="{5B88CD53-52AE-45A7-9503-66FA0F4845DD}" dt="2020-09-17T06:03:31.619" v="6934" actId="20577"/>
          <ac:spMkLst>
            <pc:docMk/>
            <pc:sldMk cId="3392401954" sldId="321"/>
            <ac:spMk id="3" creationId="{0860D931-BDA7-4519-8DCA-C65BF82CDCA4}"/>
          </ac:spMkLst>
        </pc:spChg>
        <pc:spChg chg="add mod">
          <ac:chgData name="Marzieh Ayati" userId="719e7aeb-c3b5-48e5-801b-084d43cd09ac" providerId="ADAL" clId="{5B88CD53-52AE-45A7-9503-66FA0F4845DD}" dt="2020-09-16T20:34:02.232" v="229" actId="1076"/>
          <ac:spMkLst>
            <pc:docMk/>
            <pc:sldMk cId="3392401954" sldId="321"/>
            <ac:spMk id="6" creationId="{404D69EE-3A5B-4C7A-A3C0-F52721E82305}"/>
          </ac:spMkLst>
        </pc:spChg>
        <pc:spChg chg="add mod">
          <ac:chgData name="Marzieh Ayati" userId="719e7aeb-c3b5-48e5-801b-084d43cd09ac" providerId="ADAL" clId="{5B88CD53-52AE-45A7-9503-66FA0F4845DD}" dt="2020-09-16T20:40:11.263" v="376" actId="20577"/>
          <ac:spMkLst>
            <pc:docMk/>
            <pc:sldMk cId="3392401954" sldId="321"/>
            <ac:spMk id="8" creationId="{8B645822-BE76-4285-89D5-CC8646588C18}"/>
          </ac:spMkLst>
        </pc:spChg>
        <pc:spChg chg="add mod">
          <ac:chgData name="Marzieh Ayati" userId="719e7aeb-c3b5-48e5-801b-084d43cd09ac" providerId="ADAL" clId="{5B88CD53-52AE-45A7-9503-66FA0F4845DD}" dt="2020-09-16T20:43:46.880" v="483" actId="20577"/>
          <ac:spMkLst>
            <pc:docMk/>
            <pc:sldMk cId="3392401954" sldId="321"/>
            <ac:spMk id="10" creationId="{5EAA9AE9-5FA8-4B3A-9490-068A8F836CD3}"/>
          </ac:spMkLst>
        </pc:spChg>
        <pc:picChg chg="add mod">
          <ac:chgData name="Marzieh Ayati" userId="719e7aeb-c3b5-48e5-801b-084d43cd09ac" providerId="ADAL" clId="{5B88CD53-52AE-45A7-9503-66FA0F4845DD}" dt="2020-09-16T20:34:10.040" v="232" actId="1076"/>
          <ac:picMkLst>
            <pc:docMk/>
            <pc:sldMk cId="3392401954" sldId="321"/>
            <ac:picMk id="4" creationId="{C3E88A06-383E-40B4-B675-81A2A829F888}"/>
          </ac:picMkLst>
        </pc:picChg>
        <pc:picChg chg="add del">
          <ac:chgData name="Marzieh Ayati" userId="719e7aeb-c3b5-48e5-801b-084d43cd09ac" providerId="ADAL" clId="{5B88CD53-52AE-45A7-9503-66FA0F4845DD}" dt="2020-09-16T20:32:02.095" v="163" actId="478"/>
          <ac:picMkLst>
            <pc:docMk/>
            <pc:sldMk cId="3392401954" sldId="321"/>
            <ac:picMk id="5" creationId="{94039FD3-EC1E-4BB9-99B6-7223E4DE283C}"/>
          </ac:picMkLst>
        </pc:picChg>
        <pc:picChg chg="add mod">
          <ac:chgData name="Marzieh Ayati" userId="719e7aeb-c3b5-48e5-801b-084d43cd09ac" providerId="ADAL" clId="{5B88CD53-52AE-45A7-9503-66FA0F4845DD}" dt="2020-09-16T20:35:26.552" v="309" actId="14100"/>
          <ac:picMkLst>
            <pc:docMk/>
            <pc:sldMk cId="3392401954" sldId="321"/>
            <ac:picMk id="7" creationId="{94D6B7D8-6AC7-4FC1-B179-651FF2E0BBD9}"/>
          </ac:picMkLst>
        </pc:picChg>
        <pc:picChg chg="add mod">
          <ac:chgData name="Marzieh Ayati" userId="719e7aeb-c3b5-48e5-801b-084d43cd09ac" providerId="ADAL" clId="{5B88CD53-52AE-45A7-9503-66FA0F4845DD}" dt="2020-09-16T20:40:39.367" v="382" actId="14100"/>
          <ac:picMkLst>
            <pc:docMk/>
            <pc:sldMk cId="3392401954" sldId="321"/>
            <ac:picMk id="9" creationId="{6EC79464-7509-4C9E-A8B7-BD2EE71D902D}"/>
          </ac:picMkLst>
        </pc:picChg>
      </pc:sldChg>
      <pc:sldChg chg="addSp delSp modSp new mod ord modAnim">
        <pc:chgData name="Marzieh Ayati" userId="719e7aeb-c3b5-48e5-801b-084d43cd09ac" providerId="ADAL" clId="{5B88CD53-52AE-45A7-9503-66FA0F4845DD}" dt="2020-09-17T05:40:34.920" v="6667" actId="207"/>
        <pc:sldMkLst>
          <pc:docMk/>
          <pc:sldMk cId="2100712031" sldId="322"/>
        </pc:sldMkLst>
        <pc:spChg chg="mod">
          <ac:chgData name="Marzieh Ayati" userId="719e7aeb-c3b5-48e5-801b-084d43cd09ac" providerId="ADAL" clId="{5B88CD53-52AE-45A7-9503-66FA0F4845DD}" dt="2020-09-17T05:40:34.920" v="6667" actId="207"/>
          <ac:spMkLst>
            <pc:docMk/>
            <pc:sldMk cId="2100712031" sldId="322"/>
            <ac:spMk id="2" creationId="{68752161-2819-4F49-8BD0-DE02E66EBF7D}"/>
          </ac:spMkLst>
        </pc:spChg>
        <pc:spChg chg="mod">
          <ac:chgData name="Marzieh Ayati" userId="719e7aeb-c3b5-48e5-801b-084d43cd09ac" providerId="ADAL" clId="{5B88CD53-52AE-45A7-9503-66FA0F4845DD}" dt="2020-09-16T23:08:00.451" v="1263" actId="21"/>
          <ac:spMkLst>
            <pc:docMk/>
            <pc:sldMk cId="2100712031" sldId="322"/>
            <ac:spMk id="3" creationId="{828F75D6-DED6-4D76-A264-AE0E57966D0E}"/>
          </ac:spMkLst>
        </pc:spChg>
        <pc:spChg chg="add del mod">
          <ac:chgData name="Marzieh Ayati" userId="719e7aeb-c3b5-48e5-801b-084d43cd09ac" providerId="ADAL" clId="{5B88CD53-52AE-45A7-9503-66FA0F4845DD}" dt="2020-09-16T22:37:43.721" v="1088" actId="478"/>
          <ac:spMkLst>
            <pc:docMk/>
            <pc:sldMk cId="2100712031" sldId="322"/>
            <ac:spMk id="4" creationId="{8056F8AE-C938-4E07-8850-863AC36606A5}"/>
          </ac:spMkLst>
        </pc:spChg>
        <pc:spChg chg="add mod">
          <ac:chgData name="Marzieh Ayati" userId="719e7aeb-c3b5-48e5-801b-084d43cd09ac" providerId="ADAL" clId="{5B88CD53-52AE-45A7-9503-66FA0F4845DD}" dt="2020-09-16T23:08:24.887" v="1272" actId="14100"/>
          <ac:spMkLst>
            <pc:docMk/>
            <pc:sldMk cId="2100712031" sldId="322"/>
            <ac:spMk id="6" creationId="{EFBAA7EE-D1F0-47F6-838A-4C9BEAFE077B}"/>
          </ac:spMkLst>
        </pc:spChg>
        <pc:picChg chg="add mod">
          <ac:chgData name="Marzieh Ayati" userId="719e7aeb-c3b5-48e5-801b-084d43cd09ac" providerId="ADAL" clId="{5B88CD53-52AE-45A7-9503-66FA0F4845DD}" dt="2020-09-16T23:07:27.647" v="1257" actId="1076"/>
          <ac:picMkLst>
            <pc:docMk/>
            <pc:sldMk cId="2100712031" sldId="322"/>
            <ac:picMk id="5" creationId="{D9A7F6A6-871E-4B5C-9E8C-24A4D6A7842B}"/>
          </ac:picMkLst>
        </pc:picChg>
        <pc:picChg chg="add mod">
          <ac:chgData name="Marzieh Ayati" userId="719e7aeb-c3b5-48e5-801b-084d43cd09ac" providerId="ADAL" clId="{5B88CD53-52AE-45A7-9503-66FA0F4845DD}" dt="2020-09-16T23:07:23.400" v="1255" actId="14100"/>
          <ac:picMkLst>
            <pc:docMk/>
            <pc:sldMk cId="2100712031" sldId="322"/>
            <ac:picMk id="1026" creationId="{4C115889-CAC9-4F4A-A352-279E4BA61877}"/>
          </ac:picMkLst>
        </pc:picChg>
      </pc:sldChg>
      <pc:sldChg chg="modSp new del mod">
        <pc:chgData name="Marzieh Ayati" userId="719e7aeb-c3b5-48e5-801b-084d43cd09ac" providerId="ADAL" clId="{5B88CD53-52AE-45A7-9503-66FA0F4845DD}" dt="2020-09-17T04:48:26.176" v="6577" actId="47"/>
        <pc:sldMkLst>
          <pc:docMk/>
          <pc:sldMk cId="2898601812" sldId="323"/>
        </pc:sldMkLst>
        <pc:spChg chg="mod">
          <ac:chgData name="Marzieh Ayati" userId="719e7aeb-c3b5-48e5-801b-084d43cd09ac" providerId="ADAL" clId="{5B88CD53-52AE-45A7-9503-66FA0F4845DD}" dt="2020-09-16T22:38:01.176" v="1097" actId="1076"/>
          <ac:spMkLst>
            <pc:docMk/>
            <pc:sldMk cId="2898601812" sldId="323"/>
            <ac:spMk id="2" creationId="{7C4DC2CC-7A96-4EE4-911D-C396ADDC4792}"/>
          </ac:spMkLst>
        </pc:spChg>
        <pc:spChg chg="mod">
          <ac:chgData name="Marzieh Ayati" userId="719e7aeb-c3b5-48e5-801b-084d43cd09ac" providerId="ADAL" clId="{5B88CD53-52AE-45A7-9503-66FA0F4845DD}" dt="2020-09-16T23:10:58.583" v="1407" actId="20577"/>
          <ac:spMkLst>
            <pc:docMk/>
            <pc:sldMk cId="2898601812" sldId="323"/>
            <ac:spMk id="3" creationId="{BCEFE5F4-129B-4DF7-B89D-4BA0B046850C}"/>
          </ac:spMkLst>
        </pc:spChg>
      </pc:sldChg>
      <pc:sldChg chg="addSp new ord">
        <pc:chgData name="Marzieh Ayati" userId="719e7aeb-c3b5-48e5-801b-084d43cd09ac" providerId="ADAL" clId="{5B88CD53-52AE-45A7-9503-66FA0F4845DD}" dt="2020-09-16T23:56:55.896" v="1411"/>
        <pc:sldMkLst>
          <pc:docMk/>
          <pc:sldMk cId="1892296837" sldId="324"/>
        </pc:sldMkLst>
        <pc:picChg chg="add">
          <ac:chgData name="Marzieh Ayati" userId="719e7aeb-c3b5-48e5-801b-084d43cd09ac" providerId="ADAL" clId="{5B88CD53-52AE-45A7-9503-66FA0F4845DD}" dt="2020-09-16T23:56:55.896" v="1411"/>
          <ac:picMkLst>
            <pc:docMk/>
            <pc:sldMk cId="1892296837" sldId="324"/>
            <ac:picMk id="4" creationId="{9434A4F1-186A-48E9-9DCD-84D901CE38C8}"/>
          </ac:picMkLst>
        </pc:picChg>
      </pc:sldChg>
      <pc:sldChg chg="addSp delSp modSp new mod delAnim modAnim">
        <pc:chgData name="Marzieh Ayati" userId="719e7aeb-c3b5-48e5-801b-084d43cd09ac" providerId="ADAL" clId="{5B88CD53-52AE-45A7-9503-66FA0F4845DD}" dt="2020-09-17T05:40:37.912" v="6668" actId="207"/>
        <pc:sldMkLst>
          <pc:docMk/>
          <pc:sldMk cId="25268321" sldId="325"/>
        </pc:sldMkLst>
        <pc:spChg chg="mod">
          <ac:chgData name="Marzieh Ayati" userId="719e7aeb-c3b5-48e5-801b-084d43cd09ac" providerId="ADAL" clId="{5B88CD53-52AE-45A7-9503-66FA0F4845DD}" dt="2020-09-17T05:40:37.912" v="6668" actId="207"/>
          <ac:spMkLst>
            <pc:docMk/>
            <pc:sldMk cId="25268321" sldId="325"/>
            <ac:spMk id="2" creationId="{2877A533-BECB-48F2-A3CD-707649A72A4C}"/>
          </ac:spMkLst>
        </pc:spChg>
        <pc:spChg chg="mod">
          <ac:chgData name="Marzieh Ayati" userId="719e7aeb-c3b5-48e5-801b-084d43cd09ac" providerId="ADAL" clId="{5B88CD53-52AE-45A7-9503-66FA0F4845DD}" dt="2020-09-17T00:02:38.644" v="1471" actId="5793"/>
          <ac:spMkLst>
            <pc:docMk/>
            <pc:sldMk cId="25268321" sldId="325"/>
            <ac:spMk id="3" creationId="{AAB043AF-48CD-4441-9671-51FB4071C20A}"/>
          </ac:spMkLst>
        </pc:spChg>
        <pc:spChg chg="add mod">
          <ac:chgData name="Marzieh Ayati" userId="719e7aeb-c3b5-48e5-801b-084d43cd09ac" providerId="ADAL" clId="{5B88CD53-52AE-45A7-9503-66FA0F4845DD}" dt="2020-09-17T00:05:31.707" v="1548" actId="1076"/>
          <ac:spMkLst>
            <pc:docMk/>
            <pc:sldMk cId="25268321" sldId="325"/>
            <ac:spMk id="6" creationId="{1A6164EA-C878-4A75-8C18-346B87DC951C}"/>
          </ac:spMkLst>
        </pc:spChg>
        <pc:spChg chg="add mod">
          <ac:chgData name="Marzieh Ayati" userId="719e7aeb-c3b5-48e5-801b-084d43cd09ac" providerId="ADAL" clId="{5B88CD53-52AE-45A7-9503-66FA0F4845DD}" dt="2020-09-17T00:04:14.494" v="1534" actId="164"/>
          <ac:spMkLst>
            <pc:docMk/>
            <pc:sldMk cId="25268321" sldId="325"/>
            <ac:spMk id="10" creationId="{85605C80-9180-4202-BD43-B4DFD1B5EB9A}"/>
          </ac:spMkLst>
        </pc:spChg>
        <pc:spChg chg="add del mod">
          <ac:chgData name="Marzieh Ayati" userId="719e7aeb-c3b5-48e5-801b-084d43cd09ac" providerId="ADAL" clId="{5B88CD53-52AE-45A7-9503-66FA0F4845DD}" dt="2020-09-17T00:05:29.049" v="1547" actId="478"/>
          <ac:spMkLst>
            <pc:docMk/>
            <pc:sldMk cId="25268321" sldId="325"/>
            <ac:spMk id="12" creationId="{4DC48323-AB2A-4A08-B5C3-DF6C4B7CDDEC}"/>
          </ac:spMkLst>
        </pc:spChg>
        <pc:spChg chg="add mod">
          <ac:chgData name="Marzieh Ayati" userId="719e7aeb-c3b5-48e5-801b-084d43cd09ac" providerId="ADAL" clId="{5B88CD53-52AE-45A7-9503-66FA0F4845DD}" dt="2020-09-17T00:13:28.362" v="1779" actId="1076"/>
          <ac:spMkLst>
            <pc:docMk/>
            <pc:sldMk cId="25268321" sldId="325"/>
            <ac:spMk id="13" creationId="{64E14FFD-F9E2-48DE-9869-86292F61E3D1}"/>
          </ac:spMkLst>
        </pc:spChg>
        <pc:spChg chg="add mod">
          <ac:chgData name="Marzieh Ayati" userId="719e7aeb-c3b5-48e5-801b-084d43cd09ac" providerId="ADAL" clId="{5B88CD53-52AE-45A7-9503-66FA0F4845DD}" dt="2020-09-17T00:06:46.619" v="1562" actId="208"/>
          <ac:spMkLst>
            <pc:docMk/>
            <pc:sldMk cId="25268321" sldId="325"/>
            <ac:spMk id="16" creationId="{557BC5A8-24C7-4BF6-95CC-3B6B45679675}"/>
          </ac:spMkLst>
        </pc:spChg>
        <pc:spChg chg="add mod">
          <ac:chgData name="Marzieh Ayati" userId="719e7aeb-c3b5-48e5-801b-084d43cd09ac" providerId="ADAL" clId="{5B88CD53-52AE-45A7-9503-66FA0F4845DD}" dt="2020-09-17T00:08:39.459" v="1590" actId="1076"/>
          <ac:spMkLst>
            <pc:docMk/>
            <pc:sldMk cId="25268321" sldId="325"/>
            <ac:spMk id="19" creationId="{ACE78FA7-B3F5-4802-96E7-D740A907DB7A}"/>
          </ac:spMkLst>
        </pc:spChg>
        <pc:spChg chg="add mod">
          <ac:chgData name="Marzieh Ayati" userId="719e7aeb-c3b5-48e5-801b-084d43cd09ac" providerId="ADAL" clId="{5B88CD53-52AE-45A7-9503-66FA0F4845DD}" dt="2020-09-17T00:09:09.121" v="1600" actId="20577"/>
          <ac:spMkLst>
            <pc:docMk/>
            <pc:sldMk cId="25268321" sldId="325"/>
            <ac:spMk id="20" creationId="{FFF3D49C-D677-41A7-BDD0-4E5A9F0E4DC3}"/>
          </ac:spMkLst>
        </pc:spChg>
        <pc:spChg chg="add mod">
          <ac:chgData name="Marzieh Ayati" userId="719e7aeb-c3b5-48e5-801b-084d43cd09ac" providerId="ADAL" clId="{5B88CD53-52AE-45A7-9503-66FA0F4845DD}" dt="2020-09-17T00:10:24.715" v="1696" actId="14100"/>
          <ac:spMkLst>
            <pc:docMk/>
            <pc:sldMk cId="25268321" sldId="325"/>
            <ac:spMk id="21" creationId="{0FF1DB92-B1A6-42D8-8CFD-1EA7CB0E901C}"/>
          </ac:spMkLst>
        </pc:spChg>
        <pc:spChg chg="add mod">
          <ac:chgData name="Marzieh Ayati" userId="719e7aeb-c3b5-48e5-801b-084d43cd09ac" providerId="ADAL" clId="{5B88CD53-52AE-45A7-9503-66FA0F4845DD}" dt="2020-09-17T00:11:08.531" v="1699" actId="208"/>
          <ac:spMkLst>
            <pc:docMk/>
            <pc:sldMk cId="25268321" sldId="325"/>
            <ac:spMk id="22" creationId="{83F48BB7-27FF-4C45-BD14-674A531DBA39}"/>
          </ac:spMkLst>
        </pc:spChg>
        <pc:spChg chg="add mod">
          <ac:chgData name="Marzieh Ayati" userId="719e7aeb-c3b5-48e5-801b-084d43cd09ac" providerId="ADAL" clId="{5B88CD53-52AE-45A7-9503-66FA0F4845DD}" dt="2020-09-17T00:12:55.795" v="1774" actId="403"/>
          <ac:spMkLst>
            <pc:docMk/>
            <pc:sldMk cId="25268321" sldId="325"/>
            <ac:spMk id="25" creationId="{625FAEEB-833A-4EF2-A3D6-ED57ABE83C05}"/>
          </ac:spMkLst>
        </pc:spChg>
        <pc:spChg chg="add mod">
          <ac:chgData name="Marzieh Ayati" userId="719e7aeb-c3b5-48e5-801b-084d43cd09ac" providerId="ADAL" clId="{5B88CD53-52AE-45A7-9503-66FA0F4845DD}" dt="2020-09-17T00:19:52.970" v="1797" actId="1076"/>
          <ac:spMkLst>
            <pc:docMk/>
            <pc:sldMk cId="25268321" sldId="325"/>
            <ac:spMk id="26" creationId="{254956C1-FDB0-4774-A481-7E40E4A841F9}"/>
          </ac:spMkLst>
        </pc:spChg>
        <pc:grpChg chg="add del mod ord">
          <ac:chgData name="Marzieh Ayati" userId="719e7aeb-c3b5-48e5-801b-084d43cd09ac" providerId="ADAL" clId="{5B88CD53-52AE-45A7-9503-66FA0F4845DD}" dt="2020-09-17T00:06:12.566" v="1552" actId="478"/>
          <ac:grpSpMkLst>
            <pc:docMk/>
            <pc:sldMk cId="25268321" sldId="325"/>
            <ac:grpSpMk id="9" creationId="{450F98E2-76F0-470A-8E32-3A932B2EB0C9}"/>
          </ac:grpSpMkLst>
        </pc:grpChg>
        <pc:grpChg chg="add mod">
          <ac:chgData name="Marzieh Ayati" userId="719e7aeb-c3b5-48e5-801b-084d43cd09ac" providerId="ADAL" clId="{5B88CD53-52AE-45A7-9503-66FA0F4845DD}" dt="2020-09-17T00:04:14.494" v="1534" actId="164"/>
          <ac:grpSpMkLst>
            <pc:docMk/>
            <pc:sldMk cId="25268321" sldId="325"/>
            <ac:grpSpMk id="11" creationId="{474F76B0-0766-43CD-99C3-DE92C2640946}"/>
          </ac:grpSpMkLst>
        </pc:grpChg>
        <pc:grpChg chg="add mod">
          <ac:chgData name="Marzieh Ayati" userId="719e7aeb-c3b5-48e5-801b-084d43cd09ac" providerId="ADAL" clId="{5B88CD53-52AE-45A7-9503-66FA0F4845DD}" dt="2020-09-17T00:06:21.932" v="1556" actId="164"/>
          <ac:grpSpMkLst>
            <pc:docMk/>
            <pc:sldMk cId="25268321" sldId="325"/>
            <ac:grpSpMk id="15" creationId="{34D32CC2-32C7-437A-A6C2-363C644A3005}"/>
          </ac:grpSpMkLst>
        </pc:grpChg>
        <pc:picChg chg="add mod">
          <ac:chgData name="Marzieh Ayati" userId="719e7aeb-c3b5-48e5-801b-084d43cd09ac" providerId="ADAL" clId="{5B88CD53-52AE-45A7-9503-66FA0F4845DD}" dt="2020-09-17T00:02:20.427" v="1427" actId="1076"/>
          <ac:picMkLst>
            <pc:docMk/>
            <pc:sldMk cId="25268321" sldId="325"/>
            <ac:picMk id="4" creationId="{E8C40938-F222-47DB-8B2D-FA72B38E36EB}"/>
          </ac:picMkLst>
        </pc:picChg>
        <pc:picChg chg="add mod">
          <ac:chgData name="Marzieh Ayati" userId="719e7aeb-c3b5-48e5-801b-084d43cd09ac" providerId="ADAL" clId="{5B88CD53-52AE-45A7-9503-66FA0F4845DD}" dt="2020-09-17T00:04:14.494" v="1534" actId="164"/>
          <ac:picMkLst>
            <pc:docMk/>
            <pc:sldMk cId="25268321" sldId="325"/>
            <ac:picMk id="5" creationId="{02846D22-8FFB-464A-986E-ED5DB6A7A55F}"/>
          </ac:picMkLst>
        </pc:picChg>
        <pc:picChg chg="add del mod topLvl">
          <ac:chgData name="Marzieh Ayati" userId="719e7aeb-c3b5-48e5-801b-084d43cd09ac" providerId="ADAL" clId="{5B88CD53-52AE-45A7-9503-66FA0F4845DD}" dt="2020-09-17T00:06:12.566" v="1552" actId="478"/>
          <ac:picMkLst>
            <pc:docMk/>
            <pc:sldMk cId="25268321" sldId="325"/>
            <ac:picMk id="7" creationId="{46B14098-D939-43E8-BEEA-9288938215EE}"/>
          </ac:picMkLst>
        </pc:picChg>
        <pc:picChg chg="add mod topLvl">
          <ac:chgData name="Marzieh Ayati" userId="719e7aeb-c3b5-48e5-801b-084d43cd09ac" providerId="ADAL" clId="{5B88CD53-52AE-45A7-9503-66FA0F4845DD}" dt="2020-09-17T00:06:21.932" v="1556" actId="164"/>
          <ac:picMkLst>
            <pc:docMk/>
            <pc:sldMk cId="25268321" sldId="325"/>
            <ac:picMk id="8" creationId="{AA5C321F-D5CE-4313-AFC3-EBC93809E6CD}"/>
          </ac:picMkLst>
        </pc:picChg>
        <pc:picChg chg="add mod">
          <ac:chgData name="Marzieh Ayati" userId="719e7aeb-c3b5-48e5-801b-084d43cd09ac" providerId="ADAL" clId="{5B88CD53-52AE-45A7-9503-66FA0F4845DD}" dt="2020-09-17T00:06:21.932" v="1556" actId="164"/>
          <ac:picMkLst>
            <pc:docMk/>
            <pc:sldMk cId="25268321" sldId="325"/>
            <ac:picMk id="14" creationId="{AD3098EB-6292-43A5-8F66-19D4EC0731A8}"/>
          </ac:picMkLst>
        </pc:picChg>
        <pc:picChg chg="add mod">
          <ac:chgData name="Marzieh Ayati" userId="719e7aeb-c3b5-48e5-801b-084d43cd09ac" providerId="ADAL" clId="{5B88CD53-52AE-45A7-9503-66FA0F4845DD}" dt="2020-09-17T00:07:44.667" v="1566" actId="1076"/>
          <ac:picMkLst>
            <pc:docMk/>
            <pc:sldMk cId="25268321" sldId="325"/>
            <ac:picMk id="17" creationId="{786EAB0B-16B4-4249-83B7-DB45C7705065}"/>
          </ac:picMkLst>
        </pc:picChg>
        <pc:picChg chg="add mod">
          <ac:chgData name="Marzieh Ayati" userId="719e7aeb-c3b5-48e5-801b-084d43cd09ac" providerId="ADAL" clId="{5B88CD53-52AE-45A7-9503-66FA0F4845DD}" dt="2020-09-17T00:08:18.563" v="1572" actId="1076"/>
          <ac:picMkLst>
            <pc:docMk/>
            <pc:sldMk cId="25268321" sldId="325"/>
            <ac:picMk id="18" creationId="{B4F59D0A-4FA8-4BBB-BC72-88DACFA6AC72}"/>
          </ac:picMkLst>
        </pc:picChg>
        <pc:picChg chg="add mod">
          <ac:chgData name="Marzieh Ayati" userId="719e7aeb-c3b5-48e5-801b-084d43cd09ac" providerId="ADAL" clId="{5B88CD53-52AE-45A7-9503-66FA0F4845DD}" dt="2020-09-17T00:11:31.387" v="1705" actId="1076"/>
          <ac:picMkLst>
            <pc:docMk/>
            <pc:sldMk cId="25268321" sldId="325"/>
            <ac:picMk id="23" creationId="{A3D48DB2-9459-4479-82F7-C749698C159C}"/>
          </ac:picMkLst>
        </pc:picChg>
        <pc:picChg chg="add mod">
          <ac:chgData name="Marzieh Ayati" userId="719e7aeb-c3b5-48e5-801b-084d43cd09ac" providerId="ADAL" clId="{5B88CD53-52AE-45A7-9503-66FA0F4845DD}" dt="2020-09-17T00:12:06.796" v="1710" actId="1076"/>
          <ac:picMkLst>
            <pc:docMk/>
            <pc:sldMk cId="25268321" sldId="325"/>
            <ac:picMk id="24" creationId="{0AAB2845-A796-4186-B340-6DF12C5046C9}"/>
          </ac:picMkLst>
        </pc:picChg>
      </pc:sldChg>
      <pc:sldChg chg="addSp delSp modSp new mod delAnim modAnim">
        <pc:chgData name="Marzieh Ayati" userId="719e7aeb-c3b5-48e5-801b-084d43cd09ac" providerId="ADAL" clId="{5B88CD53-52AE-45A7-9503-66FA0F4845DD}" dt="2020-09-17T05:40:40.776" v="6669" actId="207"/>
        <pc:sldMkLst>
          <pc:docMk/>
          <pc:sldMk cId="3005576181" sldId="326"/>
        </pc:sldMkLst>
        <pc:spChg chg="mod">
          <ac:chgData name="Marzieh Ayati" userId="719e7aeb-c3b5-48e5-801b-084d43cd09ac" providerId="ADAL" clId="{5B88CD53-52AE-45A7-9503-66FA0F4845DD}" dt="2020-09-17T05:40:40.776" v="6669" actId="207"/>
          <ac:spMkLst>
            <pc:docMk/>
            <pc:sldMk cId="3005576181" sldId="326"/>
            <ac:spMk id="2" creationId="{F893D832-DA0A-4C40-9217-A06764B7D146}"/>
          </ac:spMkLst>
        </pc:spChg>
        <pc:spChg chg="mod">
          <ac:chgData name="Marzieh Ayati" userId="719e7aeb-c3b5-48e5-801b-084d43cd09ac" providerId="ADAL" clId="{5B88CD53-52AE-45A7-9503-66FA0F4845DD}" dt="2020-09-17T00:24:13.074" v="2090" actId="1076"/>
          <ac:spMkLst>
            <pc:docMk/>
            <pc:sldMk cId="3005576181" sldId="326"/>
            <ac:spMk id="3" creationId="{6E437A19-E6B7-4FCE-A233-B97B8945C411}"/>
          </ac:spMkLst>
        </pc:spChg>
        <pc:spChg chg="add mod">
          <ac:chgData name="Marzieh Ayati" userId="719e7aeb-c3b5-48e5-801b-084d43cd09ac" providerId="ADAL" clId="{5B88CD53-52AE-45A7-9503-66FA0F4845DD}" dt="2020-09-17T00:28:07.131" v="2195" actId="164"/>
          <ac:spMkLst>
            <pc:docMk/>
            <pc:sldMk cId="3005576181" sldId="326"/>
            <ac:spMk id="6" creationId="{787228AF-BD7C-45CE-B173-2B3E7F9F27BF}"/>
          </ac:spMkLst>
        </pc:spChg>
        <pc:spChg chg="add mod">
          <ac:chgData name="Marzieh Ayati" userId="719e7aeb-c3b5-48e5-801b-084d43cd09ac" providerId="ADAL" clId="{5B88CD53-52AE-45A7-9503-66FA0F4845DD}" dt="2020-09-17T00:26:00.995" v="2128" actId="164"/>
          <ac:spMkLst>
            <pc:docMk/>
            <pc:sldMk cId="3005576181" sldId="326"/>
            <ac:spMk id="8" creationId="{6FF66C79-7703-46FA-8634-BAA3FE4BFF35}"/>
          </ac:spMkLst>
        </pc:spChg>
        <pc:spChg chg="add mod">
          <ac:chgData name="Marzieh Ayati" userId="719e7aeb-c3b5-48e5-801b-084d43cd09ac" providerId="ADAL" clId="{5B88CD53-52AE-45A7-9503-66FA0F4845DD}" dt="2020-09-17T00:26:42.338" v="2181" actId="1076"/>
          <ac:spMkLst>
            <pc:docMk/>
            <pc:sldMk cId="3005576181" sldId="326"/>
            <ac:spMk id="10" creationId="{F0F373AC-42F1-4107-8AAD-352C2719FCA2}"/>
          </ac:spMkLst>
        </pc:spChg>
        <pc:spChg chg="add mod">
          <ac:chgData name="Marzieh Ayati" userId="719e7aeb-c3b5-48e5-801b-084d43cd09ac" providerId="ADAL" clId="{5B88CD53-52AE-45A7-9503-66FA0F4845DD}" dt="2020-09-17T00:27:33.226" v="2192" actId="164"/>
          <ac:spMkLst>
            <pc:docMk/>
            <pc:sldMk cId="3005576181" sldId="326"/>
            <ac:spMk id="12" creationId="{F3D7B87F-7E5F-4C16-A1C0-352DCD1AE4C6}"/>
          </ac:spMkLst>
        </pc:spChg>
        <pc:spChg chg="add mod">
          <ac:chgData name="Marzieh Ayati" userId="719e7aeb-c3b5-48e5-801b-084d43cd09ac" providerId="ADAL" clId="{5B88CD53-52AE-45A7-9503-66FA0F4845DD}" dt="2020-09-17T00:30:02.394" v="2213" actId="14100"/>
          <ac:spMkLst>
            <pc:docMk/>
            <pc:sldMk cId="3005576181" sldId="326"/>
            <ac:spMk id="16" creationId="{CAEFBCF3-C299-4E57-B1EC-916F2FDED076}"/>
          </ac:spMkLst>
        </pc:spChg>
        <pc:spChg chg="add del mod">
          <ac:chgData name="Marzieh Ayati" userId="719e7aeb-c3b5-48e5-801b-084d43cd09ac" providerId="ADAL" clId="{5B88CD53-52AE-45A7-9503-66FA0F4845DD}" dt="2020-09-17T00:33:25.002" v="2354"/>
          <ac:spMkLst>
            <pc:docMk/>
            <pc:sldMk cId="3005576181" sldId="326"/>
            <ac:spMk id="19" creationId="{6D8D488A-F654-43BC-8102-05D8FCD3CDA6}"/>
          </ac:spMkLst>
        </pc:spChg>
        <pc:spChg chg="add mod">
          <ac:chgData name="Marzieh Ayati" userId="719e7aeb-c3b5-48e5-801b-084d43cd09ac" providerId="ADAL" clId="{5B88CD53-52AE-45A7-9503-66FA0F4845DD}" dt="2020-09-17T00:31:40.714" v="2269" actId="1076"/>
          <ac:spMkLst>
            <pc:docMk/>
            <pc:sldMk cId="3005576181" sldId="326"/>
            <ac:spMk id="20" creationId="{F4B5F661-5FD5-4BE6-82BC-1E8F7B9B2999}"/>
          </ac:spMkLst>
        </pc:spChg>
        <pc:spChg chg="add mod">
          <ac:chgData name="Marzieh Ayati" userId="719e7aeb-c3b5-48e5-801b-084d43cd09ac" providerId="ADAL" clId="{5B88CD53-52AE-45A7-9503-66FA0F4845DD}" dt="2020-09-17T04:53:34.850" v="6638" actId="20577"/>
          <ac:spMkLst>
            <pc:docMk/>
            <pc:sldMk cId="3005576181" sldId="326"/>
            <ac:spMk id="21" creationId="{92177726-5927-48EF-9711-C8B274195C31}"/>
          </ac:spMkLst>
        </pc:spChg>
        <pc:grpChg chg="add mod">
          <ac:chgData name="Marzieh Ayati" userId="719e7aeb-c3b5-48e5-801b-084d43cd09ac" providerId="ADAL" clId="{5B88CD53-52AE-45A7-9503-66FA0F4845DD}" dt="2020-09-17T00:26:04.418" v="2129" actId="1076"/>
          <ac:grpSpMkLst>
            <pc:docMk/>
            <pc:sldMk cId="3005576181" sldId="326"/>
            <ac:grpSpMk id="9" creationId="{632C496E-E166-4897-82A7-469DBABA0201}"/>
          </ac:grpSpMkLst>
        </pc:grpChg>
        <pc:grpChg chg="add mod">
          <ac:chgData name="Marzieh Ayati" userId="719e7aeb-c3b5-48e5-801b-084d43cd09ac" providerId="ADAL" clId="{5B88CD53-52AE-45A7-9503-66FA0F4845DD}" dt="2020-09-17T00:27:33.226" v="2192" actId="164"/>
          <ac:grpSpMkLst>
            <pc:docMk/>
            <pc:sldMk cId="3005576181" sldId="326"/>
            <ac:grpSpMk id="13" creationId="{792A3BE5-3EAF-4D71-8578-A073229298AA}"/>
          </ac:grpSpMkLst>
        </pc:grpChg>
        <pc:grpChg chg="add mod">
          <ac:chgData name="Marzieh Ayati" userId="719e7aeb-c3b5-48e5-801b-084d43cd09ac" providerId="ADAL" clId="{5B88CD53-52AE-45A7-9503-66FA0F4845DD}" dt="2020-09-17T00:28:14.875" v="2198" actId="164"/>
          <ac:grpSpMkLst>
            <pc:docMk/>
            <pc:sldMk cId="3005576181" sldId="326"/>
            <ac:grpSpMk id="14" creationId="{05A7FA4F-D9A2-4ED5-B59B-D76EE71AF85F}"/>
          </ac:grpSpMkLst>
        </pc:grpChg>
        <pc:grpChg chg="add mod">
          <ac:chgData name="Marzieh Ayati" userId="719e7aeb-c3b5-48e5-801b-084d43cd09ac" providerId="ADAL" clId="{5B88CD53-52AE-45A7-9503-66FA0F4845DD}" dt="2020-09-17T00:28:14.875" v="2198" actId="164"/>
          <ac:grpSpMkLst>
            <pc:docMk/>
            <pc:sldMk cId="3005576181" sldId="326"/>
            <ac:grpSpMk id="15" creationId="{B8A808FC-C97F-4746-A8A5-1D41F294DC32}"/>
          </ac:grpSpMkLst>
        </pc:grpChg>
        <pc:picChg chg="add mod">
          <ac:chgData name="Marzieh Ayati" userId="719e7aeb-c3b5-48e5-801b-084d43cd09ac" providerId="ADAL" clId="{5B88CD53-52AE-45A7-9503-66FA0F4845DD}" dt="2020-09-17T00:28:14.875" v="2198" actId="164"/>
          <ac:picMkLst>
            <pc:docMk/>
            <pc:sldMk cId="3005576181" sldId="326"/>
            <ac:picMk id="4" creationId="{E1AE9130-3106-49AF-A5F4-A5602E99F2B4}"/>
          </ac:picMkLst>
        </pc:picChg>
        <pc:picChg chg="add mod">
          <ac:chgData name="Marzieh Ayati" userId="719e7aeb-c3b5-48e5-801b-084d43cd09ac" providerId="ADAL" clId="{5B88CD53-52AE-45A7-9503-66FA0F4845DD}" dt="2020-09-17T00:28:07.131" v="2195" actId="164"/>
          <ac:picMkLst>
            <pc:docMk/>
            <pc:sldMk cId="3005576181" sldId="326"/>
            <ac:picMk id="5" creationId="{331D8024-9A0C-4032-8256-432D30589CD4}"/>
          </ac:picMkLst>
        </pc:picChg>
        <pc:picChg chg="add mod">
          <ac:chgData name="Marzieh Ayati" userId="719e7aeb-c3b5-48e5-801b-084d43cd09ac" providerId="ADAL" clId="{5B88CD53-52AE-45A7-9503-66FA0F4845DD}" dt="2020-09-17T00:26:00.995" v="2128" actId="164"/>
          <ac:picMkLst>
            <pc:docMk/>
            <pc:sldMk cId="3005576181" sldId="326"/>
            <ac:picMk id="7" creationId="{6B24516F-4A66-43A6-9844-11643C308E1F}"/>
          </ac:picMkLst>
        </pc:picChg>
        <pc:picChg chg="add mod">
          <ac:chgData name="Marzieh Ayati" userId="719e7aeb-c3b5-48e5-801b-084d43cd09ac" providerId="ADAL" clId="{5B88CD53-52AE-45A7-9503-66FA0F4845DD}" dt="2020-09-17T00:27:33.226" v="2192" actId="164"/>
          <ac:picMkLst>
            <pc:docMk/>
            <pc:sldMk cId="3005576181" sldId="326"/>
            <ac:picMk id="11" creationId="{D8042345-E37B-4C03-8C05-97A1625A9857}"/>
          </ac:picMkLst>
        </pc:picChg>
        <pc:picChg chg="add del mod">
          <ac:chgData name="Marzieh Ayati" userId="719e7aeb-c3b5-48e5-801b-084d43cd09ac" providerId="ADAL" clId="{5B88CD53-52AE-45A7-9503-66FA0F4845DD}" dt="2020-09-17T00:29:58.228" v="2212" actId="478"/>
          <ac:picMkLst>
            <pc:docMk/>
            <pc:sldMk cId="3005576181" sldId="326"/>
            <ac:picMk id="17" creationId="{C53691AB-467B-4EB5-9114-EAFD5C358E68}"/>
          </ac:picMkLst>
        </pc:picChg>
        <pc:picChg chg="add mod">
          <ac:chgData name="Marzieh Ayati" userId="719e7aeb-c3b5-48e5-801b-084d43cd09ac" providerId="ADAL" clId="{5B88CD53-52AE-45A7-9503-66FA0F4845DD}" dt="2020-09-17T00:30:52.730" v="2220" actId="1076"/>
          <ac:picMkLst>
            <pc:docMk/>
            <pc:sldMk cId="3005576181" sldId="326"/>
            <ac:picMk id="18" creationId="{85F4A0A8-D07B-4499-8E5A-1BD3CD6FF029}"/>
          </ac:picMkLst>
        </pc:picChg>
      </pc:sldChg>
      <pc:sldChg chg="addSp modSp new mod modAnim">
        <pc:chgData name="Marzieh Ayati" userId="719e7aeb-c3b5-48e5-801b-084d43cd09ac" providerId="ADAL" clId="{5B88CD53-52AE-45A7-9503-66FA0F4845DD}" dt="2020-09-17T05:40:43.767" v="6670" actId="207"/>
        <pc:sldMkLst>
          <pc:docMk/>
          <pc:sldMk cId="3578625662" sldId="327"/>
        </pc:sldMkLst>
        <pc:spChg chg="mod">
          <ac:chgData name="Marzieh Ayati" userId="719e7aeb-c3b5-48e5-801b-084d43cd09ac" providerId="ADAL" clId="{5B88CD53-52AE-45A7-9503-66FA0F4845DD}" dt="2020-09-17T05:40:43.767" v="6670" actId="207"/>
          <ac:spMkLst>
            <pc:docMk/>
            <pc:sldMk cId="3578625662" sldId="327"/>
            <ac:spMk id="2" creationId="{43EBC1A1-3C0A-4F15-B31B-27F6E9397A9A}"/>
          </ac:spMkLst>
        </pc:spChg>
        <pc:spChg chg="mod">
          <ac:chgData name="Marzieh Ayati" userId="719e7aeb-c3b5-48e5-801b-084d43cd09ac" providerId="ADAL" clId="{5B88CD53-52AE-45A7-9503-66FA0F4845DD}" dt="2020-09-17T00:37:17.414" v="2722" actId="20577"/>
          <ac:spMkLst>
            <pc:docMk/>
            <pc:sldMk cId="3578625662" sldId="327"/>
            <ac:spMk id="3" creationId="{B1E9D669-CC1C-4470-B814-AD59733508C9}"/>
          </ac:spMkLst>
        </pc:spChg>
        <pc:spChg chg="add mod">
          <ac:chgData name="Marzieh Ayati" userId="719e7aeb-c3b5-48e5-801b-084d43cd09ac" providerId="ADAL" clId="{5B88CD53-52AE-45A7-9503-66FA0F4845DD}" dt="2020-09-17T00:37:27.242" v="2724" actId="1076"/>
          <ac:spMkLst>
            <pc:docMk/>
            <pc:sldMk cId="3578625662" sldId="327"/>
            <ac:spMk id="6" creationId="{4FA374AF-2C4E-4FA7-A237-7ECBA5752740}"/>
          </ac:spMkLst>
        </pc:spChg>
        <pc:grpChg chg="add mod">
          <ac:chgData name="Marzieh Ayati" userId="719e7aeb-c3b5-48e5-801b-084d43cd09ac" providerId="ADAL" clId="{5B88CD53-52AE-45A7-9503-66FA0F4845DD}" dt="2020-09-17T00:37:23.946" v="2723" actId="14100"/>
          <ac:grpSpMkLst>
            <pc:docMk/>
            <pc:sldMk cId="3578625662" sldId="327"/>
            <ac:grpSpMk id="7" creationId="{0A86BA92-EAEC-4B06-B6AB-B46D7ED2EEC6}"/>
          </ac:grpSpMkLst>
        </pc:grpChg>
        <pc:picChg chg="add mod">
          <ac:chgData name="Marzieh Ayati" userId="719e7aeb-c3b5-48e5-801b-084d43cd09ac" providerId="ADAL" clId="{5B88CD53-52AE-45A7-9503-66FA0F4845DD}" dt="2020-09-17T00:34:45.210" v="2465" actId="164"/>
          <ac:picMkLst>
            <pc:docMk/>
            <pc:sldMk cId="3578625662" sldId="327"/>
            <ac:picMk id="4" creationId="{D5A19FF5-C6D1-48F6-9ECC-B18D26E76753}"/>
          </ac:picMkLst>
        </pc:picChg>
        <pc:picChg chg="add mod">
          <ac:chgData name="Marzieh Ayati" userId="719e7aeb-c3b5-48e5-801b-084d43cd09ac" providerId="ADAL" clId="{5B88CD53-52AE-45A7-9503-66FA0F4845DD}" dt="2020-09-17T00:34:45.210" v="2465" actId="164"/>
          <ac:picMkLst>
            <pc:docMk/>
            <pc:sldMk cId="3578625662" sldId="327"/>
            <ac:picMk id="5" creationId="{03FCE562-AD03-4EA9-A218-E18E6C25AE8F}"/>
          </ac:picMkLst>
        </pc:picChg>
      </pc:sldChg>
      <pc:sldChg chg="addSp modSp new mod modAnim">
        <pc:chgData name="Marzieh Ayati" userId="719e7aeb-c3b5-48e5-801b-084d43cd09ac" providerId="ADAL" clId="{5B88CD53-52AE-45A7-9503-66FA0F4845DD}" dt="2020-09-17T05:40:46.671" v="6671" actId="207"/>
        <pc:sldMkLst>
          <pc:docMk/>
          <pc:sldMk cId="214077119" sldId="328"/>
        </pc:sldMkLst>
        <pc:spChg chg="mod">
          <ac:chgData name="Marzieh Ayati" userId="719e7aeb-c3b5-48e5-801b-084d43cd09ac" providerId="ADAL" clId="{5B88CD53-52AE-45A7-9503-66FA0F4845DD}" dt="2020-09-17T05:40:46.671" v="6671" actId="207"/>
          <ac:spMkLst>
            <pc:docMk/>
            <pc:sldMk cId="214077119" sldId="328"/>
            <ac:spMk id="2" creationId="{15035EF7-0036-405E-9F69-316DAE6D25A9}"/>
          </ac:spMkLst>
        </pc:spChg>
        <pc:spChg chg="mod">
          <ac:chgData name="Marzieh Ayati" userId="719e7aeb-c3b5-48e5-801b-084d43cd09ac" providerId="ADAL" clId="{5B88CD53-52AE-45A7-9503-66FA0F4845DD}" dt="2020-09-17T00:40:53.604" v="2942" actId="20577"/>
          <ac:spMkLst>
            <pc:docMk/>
            <pc:sldMk cId="214077119" sldId="328"/>
            <ac:spMk id="3" creationId="{24072279-7117-49C4-9B3D-4035BD363769}"/>
          </ac:spMkLst>
        </pc:spChg>
        <pc:spChg chg="add mod">
          <ac:chgData name="Marzieh Ayati" userId="719e7aeb-c3b5-48e5-801b-084d43cd09ac" providerId="ADAL" clId="{5B88CD53-52AE-45A7-9503-66FA0F4845DD}" dt="2020-09-17T00:40:12.352" v="2861" actId="164"/>
          <ac:spMkLst>
            <pc:docMk/>
            <pc:sldMk cId="214077119" sldId="328"/>
            <ac:spMk id="9" creationId="{B8E4CFF7-85C7-4594-959D-D255428DE0C7}"/>
          </ac:spMkLst>
        </pc:spChg>
        <pc:grpChg chg="add mod">
          <ac:chgData name="Marzieh Ayati" userId="719e7aeb-c3b5-48e5-801b-084d43cd09ac" providerId="ADAL" clId="{5B88CD53-52AE-45A7-9503-66FA0F4845DD}" dt="2020-09-17T00:39:46.953" v="2850" actId="1076"/>
          <ac:grpSpMkLst>
            <pc:docMk/>
            <pc:sldMk cId="214077119" sldId="328"/>
            <ac:grpSpMk id="4" creationId="{9E1C23DF-2C70-4781-9737-B13283FCBAF9}"/>
          </ac:grpSpMkLst>
        </pc:grpChg>
        <pc:grpChg chg="add mod">
          <ac:chgData name="Marzieh Ayati" userId="719e7aeb-c3b5-48e5-801b-084d43cd09ac" providerId="ADAL" clId="{5B88CD53-52AE-45A7-9503-66FA0F4845DD}" dt="2020-09-17T00:40:12.352" v="2861" actId="164"/>
          <ac:grpSpMkLst>
            <pc:docMk/>
            <pc:sldMk cId="214077119" sldId="328"/>
            <ac:grpSpMk id="10" creationId="{372E925D-3F24-4272-A4DE-94B6CE187437}"/>
          </ac:grpSpMkLst>
        </pc:grpChg>
        <pc:picChg chg="add mod">
          <ac:chgData name="Marzieh Ayati" userId="719e7aeb-c3b5-48e5-801b-084d43cd09ac" providerId="ADAL" clId="{5B88CD53-52AE-45A7-9503-66FA0F4845DD}" dt="2020-09-17T00:40:12.352" v="2861" actId="164"/>
          <ac:picMkLst>
            <pc:docMk/>
            <pc:sldMk cId="214077119" sldId="328"/>
            <ac:picMk id="8" creationId="{C39D8B40-4266-43F1-BA0B-E46D93C19066}"/>
          </ac:picMkLst>
        </pc:picChg>
      </pc:sldChg>
      <pc:sldChg chg="addSp modSp new mod ord modAnim">
        <pc:chgData name="Marzieh Ayati" userId="719e7aeb-c3b5-48e5-801b-084d43cd09ac" providerId="ADAL" clId="{5B88CD53-52AE-45A7-9503-66FA0F4845DD}" dt="2020-09-17T05:40:55.008" v="6673" actId="207"/>
        <pc:sldMkLst>
          <pc:docMk/>
          <pc:sldMk cId="1487393462" sldId="329"/>
        </pc:sldMkLst>
        <pc:spChg chg="mod">
          <ac:chgData name="Marzieh Ayati" userId="719e7aeb-c3b5-48e5-801b-084d43cd09ac" providerId="ADAL" clId="{5B88CD53-52AE-45A7-9503-66FA0F4845DD}" dt="2020-09-17T05:40:55.008" v="6673" actId="207"/>
          <ac:spMkLst>
            <pc:docMk/>
            <pc:sldMk cId="1487393462" sldId="329"/>
            <ac:spMk id="2" creationId="{5B6C9525-1F98-4B93-AACE-1C24ED2CB01A}"/>
          </ac:spMkLst>
        </pc:spChg>
        <pc:spChg chg="mod">
          <ac:chgData name="Marzieh Ayati" userId="719e7aeb-c3b5-48e5-801b-084d43cd09ac" providerId="ADAL" clId="{5B88CD53-52AE-45A7-9503-66FA0F4845DD}" dt="2020-09-17T03:24:34.504" v="3911" actId="20577"/>
          <ac:spMkLst>
            <pc:docMk/>
            <pc:sldMk cId="1487393462" sldId="329"/>
            <ac:spMk id="3" creationId="{BCAE14A6-6E49-448E-B606-FD596277A2B9}"/>
          </ac:spMkLst>
        </pc:spChg>
        <pc:spChg chg="add mod">
          <ac:chgData name="Marzieh Ayati" userId="719e7aeb-c3b5-48e5-801b-084d43cd09ac" providerId="ADAL" clId="{5B88CD53-52AE-45A7-9503-66FA0F4845DD}" dt="2020-09-17T03:18:46.609" v="3590" actId="14100"/>
          <ac:spMkLst>
            <pc:docMk/>
            <pc:sldMk cId="1487393462" sldId="329"/>
            <ac:spMk id="5" creationId="{970C749A-B7F2-4514-AC4F-4CFBAFCD688E}"/>
          </ac:spMkLst>
        </pc:spChg>
        <pc:spChg chg="add mod">
          <ac:chgData name="Marzieh Ayati" userId="719e7aeb-c3b5-48e5-801b-084d43cd09ac" providerId="ADAL" clId="{5B88CD53-52AE-45A7-9503-66FA0F4845DD}" dt="2020-09-17T03:18:37.448" v="3582" actId="1076"/>
          <ac:spMkLst>
            <pc:docMk/>
            <pc:sldMk cId="1487393462" sldId="329"/>
            <ac:spMk id="6" creationId="{691FCC52-42CD-4817-B042-263E48AD32BC}"/>
          </ac:spMkLst>
        </pc:spChg>
        <pc:spChg chg="add mod">
          <ac:chgData name="Marzieh Ayati" userId="719e7aeb-c3b5-48e5-801b-084d43cd09ac" providerId="ADAL" clId="{5B88CD53-52AE-45A7-9503-66FA0F4845DD}" dt="2020-09-17T03:18:52.969" v="3598" actId="14100"/>
          <ac:spMkLst>
            <pc:docMk/>
            <pc:sldMk cId="1487393462" sldId="329"/>
            <ac:spMk id="7" creationId="{B7FCFA71-0D9C-4A6D-9F34-B93D658F4626}"/>
          </ac:spMkLst>
        </pc:spChg>
        <pc:picChg chg="add mod">
          <ac:chgData name="Marzieh Ayati" userId="719e7aeb-c3b5-48e5-801b-084d43cd09ac" providerId="ADAL" clId="{5B88CD53-52AE-45A7-9503-66FA0F4845DD}" dt="2020-09-17T03:18:15.639" v="3573" actId="14100"/>
          <ac:picMkLst>
            <pc:docMk/>
            <pc:sldMk cId="1487393462" sldId="329"/>
            <ac:picMk id="4" creationId="{0421071C-DE13-4569-86CE-4ADC15BA46EF}"/>
          </ac:picMkLst>
        </pc:picChg>
      </pc:sldChg>
      <pc:sldChg chg="modSp new del mod">
        <pc:chgData name="Marzieh Ayati" userId="719e7aeb-c3b5-48e5-801b-084d43cd09ac" providerId="ADAL" clId="{5B88CD53-52AE-45A7-9503-66FA0F4845DD}" dt="2020-09-17T04:48:22.536" v="6576" actId="47"/>
        <pc:sldMkLst>
          <pc:docMk/>
          <pc:sldMk cId="3239243115" sldId="330"/>
        </pc:sldMkLst>
        <pc:spChg chg="mod">
          <ac:chgData name="Marzieh Ayati" userId="719e7aeb-c3b5-48e5-801b-084d43cd09ac" providerId="ADAL" clId="{5B88CD53-52AE-45A7-9503-66FA0F4845DD}" dt="2020-09-17T03:10:08.848" v="3175" actId="1076"/>
          <ac:spMkLst>
            <pc:docMk/>
            <pc:sldMk cId="3239243115" sldId="330"/>
            <ac:spMk id="2" creationId="{5A90790E-4983-470A-86CD-59839A364DBD}"/>
          </ac:spMkLst>
        </pc:spChg>
        <pc:spChg chg="mod">
          <ac:chgData name="Marzieh Ayati" userId="719e7aeb-c3b5-48e5-801b-084d43cd09ac" providerId="ADAL" clId="{5B88CD53-52AE-45A7-9503-66FA0F4845DD}" dt="2020-09-17T03:10:24.745" v="3213" actId="20577"/>
          <ac:spMkLst>
            <pc:docMk/>
            <pc:sldMk cId="3239243115" sldId="330"/>
            <ac:spMk id="3" creationId="{0467F4CC-CF3F-433A-A1CA-0B093EFD51BF}"/>
          </ac:spMkLst>
        </pc:spChg>
      </pc:sldChg>
      <pc:sldChg chg="addSp delSp modSp new mod delAnim modAnim">
        <pc:chgData name="Marzieh Ayati" userId="719e7aeb-c3b5-48e5-801b-084d43cd09ac" providerId="ADAL" clId="{5B88CD53-52AE-45A7-9503-66FA0F4845DD}" dt="2020-09-17T05:40:51.191" v="6672" actId="207"/>
        <pc:sldMkLst>
          <pc:docMk/>
          <pc:sldMk cId="2626752496" sldId="331"/>
        </pc:sldMkLst>
        <pc:spChg chg="mod">
          <ac:chgData name="Marzieh Ayati" userId="719e7aeb-c3b5-48e5-801b-084d43cd09ac" providerId="ADAL" clId="{5B88CD53-52AE-45A7-9503-66FA0F4845DD}" dt="2020-09-17T05:40:51.191" v="6672" actId="207"/>
          <ac:spMkLst>
            <pc:docMk/>
            <pc:sldMk cId="2626752496" sldId="331"/>
            <ac:spMk id="2" creationId="{2F0F1D07-EC42-4C5C-A369-3E7991B1304B}"/>
          </ac:spMkLst>
        </pc:spChg>
        <pc:spChg chg="mod">
          <ac:chgData name="Marzieh Ayati" userId="719e7aeb-c3b5-48e5-801b-084d43cd09ac" providerId="ADAL" clId="{5B88CD53-52AE-45A7-9503-66FA0F4845DD}" dt="2020-09-17T03:16:38.488" v="3508" actId="20577"/>
          <ac:spMkLst>
            <pc:docMk/>
            <pc:sldMk cId="2626752496" sldId="331"/>
            <ac:spMk id="3" creationId="{A671B1C8-4CF3-434B-BBC2-89BA6C60BEF4}"/>
          </ac:spMkLst>
        </pc:spChg>
        <pc:picChg chg="add mod">
          <ac:chgData name="Marzieh Ayati" userId="719e7aeb-c3b5-48e5-801b-084d43cd09ac" providerId="ADAL" clId="{5B88CD53-52AE-45A7-9503-66FA0F4845DD}" dt="2020-09-17T03:11:31.752" v="3219" actId="1076"/>
          <ac:picMkLst>
            <pc:docMk/>
            <pc:sldMk cId="2626752496" sldId="331"/>
            <ac:picMk id="4" creationId="{9BCB4613-5DF5-493C-A381-3B1F26A6E385}"/>
          </ac:picMkLst>
        </pc:picChg>
        <pc:picChg chg="add mod">
          <ac:chgData name="Marzieh Ayati" userId="719e7aeb-c3b5-48e5-801b-084d43cd09ac" providerId="ADAL" clId="{5B88CD53-52AE-45A7-9503-66FA0F4845DD}" dt="2020-09-17T03:11:46.912" v="3221" actId="1076"/>
          <ac:picMkLst>
            <pc:docMk/>
            <pc:sldMk cId="2626752496" sldId="331"/>
            <ac:picMk id="5" creationId="{04E5502C-B249-432F-B76B-1A1302F19727}"/>
          </ac:picMkLst>
        </pc:picChg>
        <pc:picChg chg="add del mod">
          <ac:chgData name="Marzieh Ayati" userId="719e7aeb-c3b5-48e5-801b-084d43cd09ac" providerId="ADAL" clId="{5B88CD53-52AE-45A7-9503-66FA0F4845DD}" dt="2020-09-17T03:16:42.395" v="3510" actId="478"/>
          <ac:picMkLst>
            <pc:docMk/>
            <pc:sldMk cId="2626752496" sldId="331"/>
            <ac:picMk id="6" creationId="{169CF180-BD42-47FC-AECF-CF6AB9E4D6C3}"/>
          </ac:picMkLst>
        </pc:picChg>
        <pc:picChg chg="add del mod">
          <ac:chgData name="Marzieh Ayati" userId="719e7aeb-c3b5-48e5-801b-084d43cd09ac" providerId="ADAL" clId="{5B88CD53-52AE-45A7-9503-66FA0F4845DD}" dt="2020-09-17T03:16:41.688" v="3509" actId="478"/>
          <ac:picMkLst>
            <pc:docMk/>
            <pc:sldMk cId="2626752496" sldId="331"/>
            <ac:picMk id="7" creationId="{D29B74FC-4FA4-4338-906E-E70AD6EA5FE7}"/>
          </ac:picMkLst>
        </pc:picChg>
      </pc:sldChg>
      <pc:sldChg chg="addSp modSp new del mod">
        <pc:chgData name="Marzieh Ayati" userId="719e7aeb-c3b5-48e5-801b-084d43cd09ac" providerId="ADAL" clId="{5B88CD53-52AE-45A7-9503-66FA0F4845DD}" dt="2020-09-17T03:48:24.476" v="4498" actId="47"/>
        <pc:sldMkLst>
          <pc:docMk/>
          <pc:sldMk cId="2036443108" sldId="332"/>
        </pc:sldMkLst>
        <pc:spChg chg="mod">
          <ac:chgData name="Marzieh Ayati" userId="719e7aeb-c3b5-48e5-801b-084d43cd09ac" providerId="ADAL" clId="{5B88CD53-52AE-45A7-9503-66FA0F4845DD}" dt="2020-09-17T03:17:18.464" v="3517" actId="1076"/>
          <ac:spMkLst>
            <pc:docMk/>
            <pc:sldMk cId="2036443108" sldId="332"/>
            <ac:spMk id="2" creationId="{C0247A2C-DE58-417A-AA1C-28517068DA7B}"/>
          </ac:spMkLst>
        </pc:spChg>
        <pc:spChg chg="mod">
          <ac:chgData name="Marzieh Ayati" userId="719e7aeb-c3b5-48e5-801b-084d43cd09ac" providerId="ADAL" clId="{5B88CD53-52AE-45A7-9503-66FA0F4845DD}" dt="2020-09-17T03:17:20.664" v="3518" actId="1076"/>
          <ac:spMkLst>
            <pc:docMk/>
            <pc:sldMk cId="2036443108" sldId="332"/>
            <ac:spMk id="3" creationId="{D3B897A2-A5D5-4AB9-8CBC-975B4D5A84B0}"/>
          </ac:spMkLst>
        </pc:spChg>
        <pc:picChg chg="add">
          <ac:chgData name="Marzieh Ayati" userId="719e7aeb-c3b5-48e5-801b-084d43cd09ac" providerId="ADAL" clId="{5B88CD53-52AE-45A7-9503-66FA0F4845DD}" dt="2020-09-17T03:17:06.653" v="3515"/>
          <ac:picMkLst>
            <pc:docMk/>
            <pc:sldMk cId="2036443108" sldId="332"/>
            <ac:picMk id="4" creationId="{1DEF4899-4508-4F27-9A6F-B5D5C4AD58EA}"/>
          </ac:picMkLst>
        </pc:picChg>
      </pc:sldChg>
      <pc:sldChg chg="addSp delSp modSp new mod modAnim">
        <pc:chgData name="Marzieh Ayati" userId="719e7aeb-c3b5-48e5-801b-084d43cd09ac" providerId="ADAL" clId="{5B88CD53-52AE-45A7-9503-66FA0F4845DD}" dt="2020-09-17T05:40:58.144" v="6674" actId="207"/>
        <pc:sldMkLst>
          <pc:docMk/>
          <pc:sldMk cId="3287967375" sldId="333"/>
        </pc:sldMkLst>
        <pc:spChg chg="mod">
          <ac:chgData name="Marzieh Ayati" userId="719e7aeb-c3b5-48e5-801b-084d43cd09ac" providerId="ADAL" clId="{5B88CD53-52AE-45A7-9503-66FA0F4845DD}" dt="2020-09-17T05:40:58.144" v="6674" actId="207"/>
          <ac:spMkLst>
            <pc:docMk/>
            <pc:sldMk cId="3287967375" sldId="333"/>
            <ac:spMk id="2" creationId="{50953B84-F144-4455-ACF8-9AD8D260E3BE}"/>
          </ac:spMkLst>
        </pc:spChg>
        <pc:spChg chg="mod">
          <ac:chgData name="Marzieh Ayati" userId="719e7aeb-c3b5-48e5-801b-084d43cd09ac" providerId="ADAL" clId="{5B88CD53-52AE-45A7-9503-66FA0F4845DD}" dt="2020-09-17T03:21:19.400" v="3838" actId="20577"/>
          <ac:spMkLst>
            <pc:docMk/>
            <pc:sldMk cId="3287967375" sldId="333"/>
            <ac:spMk id="3" creationId="{B5D5302A-A3D4-4742-B8AC-A3C806BE849C}"/>
          </ac:spMkLst>
        </pc:spChg>
        <pc:spChg chg="add mod">
          <ac:chgData name="Marzieh Ayati" userId="719e7aeb-c3b5-48e5-801b-084d43cd09ac" providerId="ADAL" clId="{5B88CD53-52AE-45A7-9503-66FA0F4845DD}" dt="2020-09-17T03:22:05.352" v="3845" actId="1076"/>
          <ac:spMkLst>
            <pc:docMk/>
            <pc:sldMk cId="3287967375" sldId="333"/>
            <ac:spMk id="5" creationId="{3FA0B0F8-28E2-4C5B-AA67-8EC6CB75FFA7}"/>
          </ac:spMkLst>
        </pc:spChg>
        <pc:spChg chg="add mod">
          <ac:chgData name="Marzieh Ayati" userId="719e7aeb-c3b5-48e5-801b-084d43cd09ac" providerId="ADAL" clId="{5B88CD53-52AE-45A7-9503-66FA0F4845DD}" dt="2020-09-17T03:22:47.425" v="3852" actId="1076"/>
          <ac:spMkLst>
            <pc:docMk/>
            <pc:sldMk cId="3287967375" sldId="333"/>
            <ac:spMk id="6" creationId="{C336AA00-BA23-43DB-8951-1554ACED980F}"/>
          </ac:spMkLst>
        </pc:spChg>
        <pc:spChg chg="add mod">
          <ac:chgData name="Marzieh Ayati" userId="719e7aeb-c3b5-48e5-801b-084d43cd09ac" providerId="ADAL" clId="{5B88CD53-52AE-45A7-9503-66FA0F4845DD}" dt="2020-09-17T03:26:58.895" v="4120" actId="1076"/>
          <ac:spMkLst>
            <pc:docMk/>
            <pc:sldMk cId="3287967375" sldId="333"/>
            <ac:spMk id="7" creationId="{8D12BE86-84C2-44F4-BE9E-39E87F573485}"/>
          </ac:spMkLst>
        </pc:spChg>
        <pc:spChg chg="add mod">
          <ac:chgData name="Marzieh Ayati" userId="719e7aeb-c3b5-48e5-801b-084d43cd09ac" providerId="ADAL" clId="{5B88CD53-52AE-45A7-9503-66FA0F4845DD}" dt="2020-09-17T03:26:31.008" v="4118" actId="1076"/>
          <ac:spMkLst>
            <pc:docMk/>
            <pc:sldMk cId="3287967375" sldId="333"/>
            <ac:spMk id="8" creationId="{62DAE839-F2C1-4CDD-AB2E-F2AFF1CDD8DB}"/>
          </ac:spMkLst>
        </pc:spChg>
        <pc:spChg chg="add mod">
          <ac:chgData name="Marzieh Ayati" userId="719e7aeb-c3b5-48e5-801b-084d43cd09ac" providerId="ADAL" clId="{5B88CD53-52AE-45A7-9503-66FA0F4845DD}" dt="2020-09-17T03:28:47.543" v="4242" actId="164"/>
          <ac:spMkLst>
            <pc:docMk/>
            <pc:sldMk cId="3287967375" sldId="333"/>
            <ac:spMk id="9" creationId="{EB68744A-4A4C-40CC-B400-F5853924A0DE}"/>
          </ac:spMkLst>
        </pc:spChg>
        <pc:grpChg chg="add mod">
          <ac:chgData name="Marzieh Ayati" userId="719e7aeb-c3b5-48e5-801b-084d43cd09ac" providerId="ADAL" clId="{5B88CD53-52AE-45A7-9503-66FA0F4845DD}" dt="2020-09-17T03:28:47.543" v="4242" actId="164"/>
          <ac:grpSpMkLst>
            <pc:docMk/>
            <pc:sldMk cId="3287967375" sldId="333"/>
            <ac:grpSpMk id="12" creationId="{7C49216E-2F0D-4753-A1A9-B677F981210C}"/>
          </ac:grpSpMkLst>
        </pc:grpChg>
        <pc:picChg chg="add mod">
          <ac:chgData name="Marzieh Ayati" userId="719e7aeb-c3b5-48e5-801b-084d43cd09ac" providerId="ADAL" clId="{5B88CD53-52AE-45A7-9503-66FA0F4845DD}" dt="2020-09-17T03:19:58.152" v="3607" actId="1076"/>
          <ac:picMkLst>
            <pc:docMk/>
            <pc:sldMk cId="3287967375" sldId="333"/>
            <ac:picMk id="4" creationId="{673EA1FE-D912-46D0-BEAB-A318BA440609}"/>
          </ac:picMkLst>
        </pc:picChg>
        <pc:picChg chg="add del mod">
          <ac:chgData name="Marzieh Ayati" userId="719e7aeb-c3b5-48e5-801b-084d43cd09ac" providerId="ADAL" clId="{5B88CD53-52AE-45A7-9503-66FA0F4845DD}" dt="2020-09-17T03:36:32.994" v="4258" actId="21"/>
          <ac:picMkLst>
            <pc:docMk/>
            <pc:sldMk cId="3287967375" sldId="333"/>
            <ac:picMk id="2050" creationId="{5657DDF6-9433-4346-8A7C-E87324C0FE45}"/>
          </ac:picMkLst>
        </pc:picChg>
        <pc:cxnChg chg="add mod">
          <ac:chgData name="Marzieh Ayati" userId="719e7aeb-c3b5-48e5-801b-084d43cd09ac" providerId="ADAL" clId="{5B88CD53-52AE-45A7-9503-66FA0F4845DD}" dt="2020-09-17T03:28:47.543" v="4242" actId="164"/>
          <ac:cxnSpMkLst>
            <pc:docMk/>
            <pc:sldMk cId="3287967375" sldId="333"/>
            <ac:cxnSpMk id="11" creationId="{5FDA480C-1C1B-4EF0-B186-4325DC6F1411}"/>
          </ac:cxnSpMkLst>
        </pc:cxnChg>
      </pc:sldChg>
      <pc:sldChg chg="addSp modSp new mod modAnim">
        <pc:chgData name="Marzieh Ayati" userId="719e7aeb-c3b5-48e5-801b-084d43cd09ac" providerId="ADAL" clId="{5B88CD53-52AE-45A7-9503-66FA0F4845DD}" dt="2020-09-17T05:41:04.800" v="6676" actId="207"/>
        <pc:sldMkLst>
          <pc:docMk/>
          <pc:sldMk cId="1169750175" sldId="334"/>
        </pc:sldMkLst>
        <pc:spChg chg="mod">
          <ac:chgData name="Marzieh Ayati" userId="719e7aeb-c3b5-48e5-801b-084d43cd09ac" providerId="ADAL" clId="{5B88CD53-52AE-45A7-9503-66FA0F4845DD}" dt="2020-09-17T05:41:04.800" v="6676" actId="207"/>
          <ac:spMkLst>
            <pc:docMk/>
            <pc:sldMk cId="1169750175" sldId="334"/>
            <ac:spMk id="2" creationId="{0F36385E-2E1E-430C-8426-50CB3E10F061}"/>
          </ac:spMkLst>
        </pc:spChg>
        <pc:spChg chg="mod">
          <ac:chgData name="Marzieh Ayati" userId="719e7aeb-c3b5-48e5-801b-084d43cd09ac" providerId="ADAL" clId="{5B88CD53-52AE-45A7-9503-66FA0F4845DD}" dt="2020-09-17T04:03:23.884" v="4947" actId="20577"/>
          <ac:spMkLst>
            <pc:docMk/>
            <pc:sldMk cId="1169750175" sldId="334"/>
            <ac:spMk id="3" creationId="{26561BBA-FBD8-459C-897A-11430E9373FE}"/>
          </ac:spMkLst>
        </pc:spChg>
        <pc:spChg chg="add mod">
          <ac:chgData name="Marzieh Ayati" userId="719e7aeb-c3b5-48e5-801b-084d43cd09ac" providerId="ADAL" clId="{5B88CD53-52AE-45A7-9503-66FA0F4845DD}" dt="2020-09-17T04:00:48.918" v="4869" actId="1076"/>
          <ac:spMkLst>
            <pc:docMk/>
            <pc:sldMk cId="1169750175" sldId="334"/>
            <ac:spMk id="6" creationId="{454A337C-03F3-4208-9D70-8EE6CFE2C296}"/>
          </ac:spMkLst>
        </pc:spChg>
        <pc:spChg chg="add mod">
          <ac:chgData name="Marzieh Ayati" userId="719e7aeb-c3b5-48e5-801b-084d43cd09ac" providerId="ADAL" clId="{5B88CD53-52AE-45A7-9503-66FA0F4845DD}" dt="2020-09-17T04:00:31.670" v="4866" actId="1076"/>
          <ac:spMkLst>
            <pc:docMk/>
            <pc:sldMk cId="1169750175" sldId="334"/>
            <ac:spMk id="7" creationId="{BFFB7A8E-AF93-4BBE-9F06-892A69BBE00E}"/>
          </ac:spMkLst>
        </pc:spChg>
        <pc:spChg chg="add mod">
          <ac:chgData name="Marzieh Ayati" userId="719e7aeb-c3b5-48e5-801b-084d43cd09ac" providerId="ADAL" clId="{5B88CD53-52AE-45A7-9503-66FA0F4845DD}" dt="2020-09-17T04:01:24.486" v="4874" actId="1076"/>
          <ac:spMkLst>
            <pc:docMk/>
            <pc:sldMk cId="1169750175" sldId="334"/>
            <ac:spMk id="8" creationId="{F6642D1A-A2E5-47A7-92EC-20C1771B610E}"/>
          </ac:spMkLst>
        </pc:spChg>
        <pc:spChg chg="add mod">
          <ac:chgData name="Marzieh Ayati" userId="719e7aeb-c3b5-48e5-801b-084d43cd09ac" providerId="ADAL" clId="{5B88CD53-52AE-45A7-9503-66FA0F4845DD}" dt="2020-09-17T04:01:53.167" v="4878" actId="1582"/>
          <ac:spMkLst>
            <pc:docMk/>
            <pc:sldMk cId="1169750175" sldId="334"/>
            <ac:spMk id="9" creationId="{ACD84560-A12E-4C37-922D-C9AB6BED3993}"/>
          </ac:spMkLst>
        </pc:spChg>
        <pc:spChg chg="add mod">
          <ac:chgData name="Marzieh Ayati" userId="719e7aeb-c3b5-48e5-801b-084d43cd09ac" providerId="ADAL" clId="{5B88CD53-52AE-45A7-9503-66FA0F4845DD}" dt="2020-09-17T04:02:17.694" v="4884" actId="1076"/>
          <ac:spMkLst>
            <pc:docMk/>
            <pc:sldMk cId="1169750175" sldId="334"/>
            <ac:spMk id="10" creationId="{D50827C9-C484-4823-9923-F6987255E7B5}"/>
          </ac:spMkLst>
        </pc:spChg>
        <pc:spChg chg="add mod">
          <ac:chgData name="Marzieh Ayati" userId="719e7aeb-c3b5-48e5-801b-084d43cd09ac" providerId="ADAL" clId="{5B88CD53-52AE-45A7-9503-66FA0F4845DD}" dt="2020-09-17T04:04:14.309" v="4951" actId="14100"/>
          <ac:spMkLst>
            <pc:docMk/>
            <pc:sldMk cId="1169750175" sldId="334"/>
            <ac:spMk id="11" creationId="{34B15260-8B93-4B03-AE49-6E7A0FC6F0F3}"/>
          </ac:spMkLst>
        </pc:spChg>
        <pc:spChg chg="add mod">
          <ac:chgData name="Marzieh Ayati" userId="719e7aeb-c3b5-48e5-801b-084d43cd09ac" providerId="ADAL" clId="{5B88CD53-52AE-45A7-9503-66FA0F4845DD}" dt="2020-09-17T04:04:18.453" v="4953" actId="1076"/>
          <ac:spMkLst>
            <pc:docMk/>
            <pc:sldMk cId="1169750175" sldId="334"/>
            <ac:spMk id="12" creationId="{C2A3599A-D837-4770-9D65-28D8B8EF5270}"/>
          </ac:spMkLst>
        </pc:spChg>
        <pc:spChg chg="add mod">
          <ac:chgData name="Marzieh Ayati" userId="719e7aeb-c3b5-48e5-801b-084d43cd09ac" providerId="ADAL" clId="{5B88CD53-52AE-45A7-9503-66FA0F4845DD}" dt="2020-09-17T04:04:53.638" v="4961" actId="20577"/>
          <ac:spMkLst>
            <pc:docMk/>
            <pc:sldMk cId="1169750175" sldId="334"/>
            <ac:spMk id="13" creationId="{B5CC9801-8E9B-4B37-A52C-15EF961346C3}"/>
          </ac:spMkLst>
        </pc:spChg>
        <pc:spChg chg="add mod">
          <ac:chgData name="Marzieh Ayati" userId="719e7aeb-c3b5-48e5-801b-084d43cd09ac" providerId="ADAL" clId="{5B88CD53-52AE-45A7-9503-66FA0F4845DD}" dt="2020-09-17T04:07:11.150" v="5145" actId="1076"/>
          <ac:spMkLst>
            <pc:docMk/>
            <pc:sldMk cId="1169750175" sldId="334"/>
            <ac:spMk id="14" creationId="{15D8B56F-A0B3-432E-BACE-49A0F8FDC8D7}"/>
          </ac:spMkLst>
        </pc:spChg>
        <pc:spChg chg="add mod">
          <ac:chgData name="Marzieh Ayati" userId="719e7aeb-c3b5-48e5-801b-084d43cd09ac" providerId="ADAL" clId="{5B88CD53-52AE-45A7-9503-66FA0F4845DD}" dt="2020-09-17T04:07:23.643" v="5148" actId="113"/>
          <ac:spMkLst>
            <pc:docMk/>
            <pc:sldMk cId="1169750175" sldId="334"/>
            <ac:spMk id="15" creationId="{43F39C2C-CB1B-4633-968F-3459C0012D76}"/>
          </ac:spMkLst>
        </pc:spChg>
        <pc:picChg chg="add mod">
          <ac:chgData name="Marzieh Ayati" userId="719e7aeb-c3b5-48e5-801b-084d43cd09ac" providerId="ADAL" clId="{5B88CD53-52AE-45A7-9503-66FA0F4845DD}" dt="2020-09-17T03:55:37.205" v="4544" actId="1076"/>
          <ac:picMkLst>
            <pc:docMk/>
            <pc:sldMk cId="1169750175" sldId="334"/>
            <ac:picMk id="4" creationId="{B6C13588-F097-4875-B99D-0DECDBE1CB9A}"/>
          </ac:picMkLst>
        </pc:picChg>
        <pc:picChg chg="add mod">
          <ac:chgData name="Marzieh Ayati" userId="719e7aeb-c3b5-48e5-801b-084d43cd09ac" providerId="ADAL" clId="{5B88CD53-52AE-45A7-9503-66FA0F4845DD}" dt="2020-09-17T04:00:18.502" v="4864" actId="14100"/>
          <ac:picMkLst>
            <pc:docMk/>
            <pc:sldMk cId="1169750175" sldId="334"/>
            <ac:picMk id="5" creationId="{1EB4A799-A7D4-4427-84F3-DE106E4FEDBD}"/>
          </ac:picMkLst>
        </pc:picChg>
      </pc:sldChg>
      <pc:sldChg chg="addSp modSp new mod modAnim">
        <pc:chgData name="Marzieh Ayati" userId="719e7aeb-c3b5-48e5-801b-084d43cd09ac" providerId="ADAL" clId="{5B88CD53-52AE-45A7-9503-66FA0F4845DD}" dt="2020-09-17T05:41:02.087" v="6675" actId="207"/>
        <pc:sldMkLst>
          <pc:docMk/>
          <pc:sldMk cId="55258718" sldId="335"/>
        </pc:sldMkLst>
        <pc:spChg chg="mod">
          <ac:chgData name="Marzieh Ayati" userId="719e7aeb-c3b5-48e5-801b-084d43cd09ac" providerId="ADAL" clId="{5B88CD53-52AE-45A7-9503-66FA0F4845DD}" dt="2020-09-17T05:41:02.087" v="6675" actId="207"/>
          <ac:spMkLst>
            <pc:docMk/>
            <pc:sldMk cId="55258718" sldId="335"/>
            <ac:spMk id="2" creationId="{FA3B563B-F9A8-44C9-97C9-8436D0E9E309}"/>
          </ac:spMkLst>
        </pc:spChg>
        <pc:spChg chg="mod">
          <ac:chgData name="Marzieh Ayati" userId="719e7aeb-c3b5-48e5-801b-084d43cd09ac" providerId="ADAL" clId="{5B88CD53-52AE-45A7-9503-66FA0F4845DD}" dt="2020-09-17T03:48:48.631" v="4539" actId="20577"/>
          <ac:spMkLst>
            <pc:docMk/>
            <pc:sldMk cId="55258718" sldId="335"/>
            <ac:spMk id="3" creationId="{837C6CB9-D897-4BCF-AFC8-CC2A9AF2DF93}"/>
          </ac:spMkLst>
        </pc:spChg>
        <pc:spChg chg="add mod">
          <ac:chgData name="Marzieh Ayati" userId="719e7aeb-c3b5-48e5-801b-084d43cd09ac" providerId="ADAL" clId="{5B88CD53-52AE-45A7-9503-66FA0F4845DD}" dt="2020-09-17T03:42:21.079" v="4397" actId="20577"/>
          <ac:spMkLst>
            <pc:docMk/>
            <pc:sldMk cId="55258718" sldId="335"/>
            <ac:spMk id="12" creationId="{9DDD9E7A-94F9-4B9B-9E4A-5D6A5DAB5293}"/>
          </ac:spMkLst>
        </pc:spChg>
        <pc:spChg chg="add mod">
          <ac:chgData name="Marzieh Ayati" userId="719e7aeb-c3b5-48e5-801b-084d43cd09ac" providerId="ADAL" clId="{5B88CD53-52AE-45A7-9503-66FA0F4845DD}" dt="2020-09-17T03:45:38.318" v="4473" actId="1076"/>
          <ac:spMkLst>
            <pc:docMk/>
            <pc:sldMk cId="55258718" sldId="335"/>
            <ac:spMk id="15" creationId="{2C4B6C9C-730C-441A-B19D-020BCF17DA90}"/>
          </ac:spMkLst>
        </pc:spChg>
        <pc:spChg chg="add mod">
          <ac:chgData name="Marzieh Ayati" userId="719e7aeb-c3b5-48e5-801b-084d43cd09ac" providerId="ADAL" clId="{5B88CD53-52AE-45A7-9503-66FA0F4845DD}" dt="2020-09-17T03:40:59.775" v="4381" actId="14100"/>
          <ac:spMkLst>
            <pc:docMk/>
            <pc:sldMk cId="55258718" sldId="335"/>
            <ac:spMk id="16" creationId="{CC5F5334-8AFF-4F54-8CE1-9C29F402D45B}"/>
          </ac:spMkLst>
        </pc:spChg>
        <pc:spChg chg="add mod">
          <ac:chgData name="Marzieh Ayati" userId="719e7aeb-c3b5-48e5-801b-084d43cd09ac" providerId="ADAL" clId="{5B88CD53-52AE-45A7-9503-66FA0F4845DD}" dt="2020-09-17T03:42:52.855" v="4454" actId="20577"/>
          <ac:spMkLst>
            <pc:docMk/>
            <pc:sldMk cId="55258718" sldId="335"/>
            <ac:spMk id="17" creationId="{2BF42040-783B-4B6D-959E-497D3BF44C6D}"/>
          </ac:spMkLst>
        </pc:spChg>
        <pc:grpChg chg="add mod">
          <ac:chgData name="Marzieh Ayati" userId="719e7aeb-c3b5-48e5-801b-084d43cd09ac" providerId="ADAL" clId="{5B88CD53-52AE-45A7-9503-66FA0F4845DD}" dt="2020-09-17T03:37:10.671" v="4266" actId="164"/>
          <ac:grpSpMkLst>
            <pc:docMk/>
            <pc:sldMk cId="55258718" sldId="335"/>
            <ac:grpSpMk id="5" creationId="{17ED81FE-E0BF-4F38-8946-83C676F74EBC}"/>
          </ac:grpSpMkLst>
        </pc:grpChg>
        <pc:grpChg chg="add mod">
          <ac:chgData name="Marzieh Ayati" userId="719e7aeb-c3b5-48e5-801b-084d43cd09ac" providerId="ADAL" clId="{5B88CD53-52AE-45A7-9503-66FA0F4845DD}" dt="2020-09-17T03:37:10.671" v="4266" actId="164"/>
          <ac:grpSpMkLst>
            <pc:docMk/>
            <pc:sldMk cId="55258718" sldId="335"/>
            <ac:grpSpMk id="11" creationId="{15757C96-0AA2-4529-8D56-BC2BE7F84CC2}"/>
          </ac:grpSpMkLst>
        </pc:grpChg>
        <pc:picChg chg="add mod">
          <ac:chgData name="Marzieh Ayati" userId="719e7aeb-c3b5-48e5-801b-084d43cd09ac" providerId="ADAL" clId="{5B88CD53-52AE-45A7-9503-66FA0F4845DD}" dt="2020-09-17T03:39:36.815" v="4322" actId="1076"/>
          <ac:picMkLst>
            <pc:docMk/>
            <pc:sldMk cId="55258718" sldId="335"/>
            <ac:picMk id="4" creationId="{5ADFCB6E-DB23-464F-9EB0-46C49DCA22EE}"/>
          </ac:picMkLst>
        </pc:picChg>
        <pc:picChg chg="add mod">
          <ac:chgData name="Marzieh Ayati" userId="719e7aeb-c3b5-48e5-801b-084d43cd09ac" providerId="ADAL" clId="{5B88CD53-52AE-45A7-9503-66FA0F4845DD}" dt="2020-09-17T03:43:35.679" v="4458" actId="1076"/>
          <ac:picMkLst>
            <pc:docMk/>
            <pc:sldMk cId="55258718" sldId="335"/>
            <ac:picMk id="13" creationId="{4F21DEBD-058E-4BBB-ABEA-70C64DD8EE98}"/>
          </ac:picMkLst>
        </pc:picChg>
        <pc:picChg chg="add mod">
          <ac:chgData name="Marzieh Ayati" userId="719e7aeb-c3b5-48e5-801b-084d43cd09ac" providerId="ADAL" clId="{5B88CD53-52AE-45A7-9503-66FA0F4845DD}" dt="2020-09-17T03:44:11.895" v="4461" actId="1076"/>
          <ac:picMkLst>
            <pc:docMk/>
            <pc:sldMk cId="55258718" sldId="335"/>
            <ac:picMk id="14" creationId="{63CC1B82-5BC6-43E5-A621-4D55AF897C3C}"/>
          </ac:picMkLst>
        </pc:picChg>
        <pc:picChg chg="add mod">
          <ac:chgData name="Marzieh Ayati" userId="719e7aeb-c3b5-48e5-801b-084d43cd09ac" providerId="ADAL" clId="{5B88CD53-52AE-45A7-9503-66FA0F4845DD}" dt="2020-09-17T03:37:31.646" v="4274" actId="1076"/>
          <ac:picMkLst>
            <pc:docMk/>
            <pc:sldMk cId="55258718" sldId="335"/>
            <ac:picMk id="3074" creationId="{7F022906-955A-4B7F-AA7C-DE0932EE5F1D}"/>
          </ac:picMkLst>
        </pc:picChg>
        <pc:picChg chg="add mod">
          <ac:chgData name="Marzieh Ayati" userId="719e7aeb-c3b5-48e5-801b-084d43cd09ac" providerId="ADAL" clId="{5B88CD53-52AE-45A7-9503-66FA0F4845DD}" dt="2020-09-17T03:39:33.103" v="4320" actId="1076"/>
          <ac:picMkLst>
            <pc:docMk/>
            <pc:sldMk cId="55258718" sldId="335"/>
            <ac:picMk id="3076" creationId="{D70B26BB-81EE-47E4-B9DA-8391A7DD53A0}"/>
          </ac:picMkLst>
        </pc:picChg>
        <pc:picChg chg="add mod">
          <ac:chgData name="Marzieh Ayati" userId="719e7aeb-c3b5-48e5-801b-084d43cd09ac" providerId="ADAL" clId="{5B88CD53-52AE-45A7-9503-66FA0F4845DD}" dt="2020-09-17T03:40:14.295" v="4325" actId="1076"/>
          <ac:picMkLst>
            <pc:docMk/>
            <pc:sldMk cId="55258718" sldId="335"/>
            <ac:picMk id="3078" creationId="{4345C8F9-B5F0-4B37-B6D2-8877CFD7F1A8}"/>
          </ac:picMkLst>
        </pc:picChg>
        <pc:picChg chg="add mod">
          <ac:chgData name="Marzieh Ayati" userId="719e7aeb-c3b5-48e5-801b-084d43cd09ac" providerId="ADAL" clId="{5B88CD53-52AE-45A7-9503-66FA0F4845DD}" dt="2020-09-17T03:47:52.230" v="4495" actId="1076"/>
          <ac:picMkLst>
            <pc:docMk/>
            <pc:sldMk cId="55258718" sldId="335"/>
            <ac:picMk id="3080" creationId="{35BF0D50-A1AC-4EC0-94ED-81D7CE6E16AF}"/>
          </ac:picMkLst>
        </pc:picChg>
        <pc:cxnChg chg="add mod">
          <ac:chgData name="Marzieh Ayati" userId="719e7aeb-c3b5-48e5-801b-084d43cd09ac" providerId="ADAL" clId="{5B88CD53-52AE-45A7-9503-66FA0F4845DD}" dt="2020-09-17T03:37:10.671" v="4266" actId="164"/>
          <ac:cxnSpMkLst>
            <pc:docMk/>
            <pc:sldMk cId="55258718" sldId="335"/>
            <ac:cxnSpMk id="8" creationId="{099CC809-5E52-45C1-9E45-1C40A4440A00}"/>
          </ac:cxnSpMkLst>
        </pc:cxnChg>
      </pc:sldChg>
      <pc:sldChg chg="addSp delSp modSp new mod delAnim modAnim">
        <pc:chgData name="Marzieh Ayati" userId="719e7aeb-c3b5-48e5-801b-084d43cd09ac" providerId="ADAL" clId="{5B88CD53-52AE-45A7-9503-66FA0F4845DD}" dt="2020-09-17T05:41:08.215" v="6677" actId="207"/>
        <pc:sldMkLst>
          <pc:docMk/>
          <pc:sldMk cId="1968175964" sldId="336"/>
        </pc:sldMkLst>
        <pc:spChg chg="del">
          <ac:chgData name="Marzieh Ayati" userId="719e7aeb-c3b5-48e5-801b-084d43cd09ac" providerId="ADAL" clId="{5B88CD53-52AE-45A7-9503-66FA0F4845DD}" dt="2020-09-17T04:07:46.523" v="5150"/>
          <ac:spMkLst>
            <pc:docMk/>
            <pc:sldMk cId="1968175964" sldId="336"/>
            <ac:spMk id="2" creationId="{6D0DD99E-B473-4DFC-BC77-DBF583C56642}"/>
          </ac:spMkLst>
        </pc:spChg>
        <pc:spChg chg="mod">
          <ac:chgData name="Marzieh Ayati" userId="719e7aeb-c3b5-48e5-801b-084d43cd09ac" providerId="ADAL" clId="{5B88CD53-52AE-45A7-9503-66FA0F4845DD}" dt="2020-09-17T04:10:20.373" v="5373" actId="20577"/>
          <ac:spMkLst>
            <pc:docMk/>
            <pc:sldMk cId="1968175964" sldId="336"/>
            <ac:spMk id="3" creationId="{9B6DE53F-1A7E-43FD-9ACC-CA8840F2D70E}"/>
          </ac:spMkLst>
        </pc:spChg>
        <pc:spChg chg="add mod">
          <ac:chgData name="Marzieh Ayati" userId="719e7aeb-c3b5-48e5-801b-084d43cd09ac" providerId="ADAL" clId="{5B88CD53-52AE-45A7-9503-66FA0F4845DD}" dt="2020-09-17T05:41:08.215" v="6677" actId="207"/>
          <ac:spMkLst>
            <pc:docMk/>
            <pc:sldMk cId="1968175964" sldId="336"/>
            <ac:spMk id="4" creationId="{C6980088-5A8F-4852-B3AE-A027478D67BC}"/>
          </ac:spMkLst>
        </pc:spChg>
        <pc:spChg chg="add mod">
          <ac:chgData name="Marzieh Ayati" userId="719e7aeb-c3b5-48e5-801b-084d43cd09ac" providerId="ADAL" clId="{5B88CD53-52AE-45A7-9503-66FA0F4845DD}" dt="2020-09-17T04:11:07.996" v="5380" actId="164"/>
          <ac:spMkLst>
            <pc:docMk/>
            <pc:sldMk cId="1968175964" sldId="336"/>
            <ac:spMk id="8" creationId="{995ADD3C-98B5-4E54-BF52-185A4337BD70}"/>
          </ac:spMkLst>
        </pc:spChg>
        <pc:spChg chg="add mod">
          <ac:chgData name="Marzieh Ayati" userId="719e7aeb-c3b5-48e5-801b-084d43cd09ac" providerId="ADAL" clId="{5B88CD53-52AE-45A7-9503-66FA0F4845DD}" dt="2020-09-17T04:12:04.668" v="5431" actId="1076"/>
          <ac:spMkLst>
            <pc:docMk/>
            <pc:sldMk cId="1968175964" sldId="336"/>
            <ac:spMk id="10" creationId="{6654070B-D219-418E-BF33-4D7152FFC168}"/>
          </ac:spMkLst>
        </pc:spChg>
        <pc:spChg chg="add mod">
          <ac:chgData name="Marzieh Ayati" userId="719e7aeb-c3b5-48e5-801b-084d43cd09ac" providerId="ADAL" clId="{5B88CD53-52AE-45A7-9503-66FA0F4845DD}" dt="2020-09-17T04:12:41.189" v="5538" actId="1076"/>
          <ac:spMkLst>
            <pc:docMk/>
            <pc:sldMk cId="1968175964" sldId="336"/>
            <ac:spMk id="11" creationId="{4A85CE5B-0D3D-44E9-A3B3-2B60CDE8F996}"/>
          </ac:spMkLst>
        </pc:spChg>
        <pc:spChg chg="add mod">
          <ac:chgData name="Marzieh Ayati" userId="719e7aeb-c3b5-48e5-801b-084d43cd09ac" providerId="ADAL" clId="{5B88CD53-52AE-45A7-9503-66FA0F4845DD}" dt="2020-09-17T04:15:03.220" v="5649" actId="1076"/>
          <ac:spMkLst>
            <pc:docMk/>
            <pc:sldMk cId="1968175964" sldId="336"/>
            <ac:spMk id="13" creationId="{6DACF35C-C16B-4725-8A95-33AFAFC5BC87}"/>
          </ac:spMkLst>
        </pc:spChg>
        <pc:spChg chg="add mod">
          <ac:chgData name="Marzieh Ayati" userId="719e7aeb-c3b5-48e5-801b-084d43cd09ac" providerId="ADAL" clId="{5B88CD53-52AE-45A7-9503-66FA0F4845DD}" dt="2020-09-17T04:16:05.996" v="5668" actId="1076"/>
          <ac:spMkLst>
            <pc:docMk/>
            <pc:sldMk cId="1968175964" sldId="336"/>
            <ac:spMk id="15" creationId="{6233D6FA-0FEC-4D42-A6EF-1A8D39BE70A3}"/>
          </ac:spMkLst>
        </pc:spChg>
        <pc:spChg chg="add mod">
          <ac:chgData name="Marzieh Ayati" userId="719e7aeb-c3b5-48e5-801b-084d43cd09ac" providerId="ADAL" clId="{5B88CD53-52AE-45A7-9503-66FA0F4845DD}" dt="2020-09-17T04:18:54.484" v="5729" actId="20577"/>
          <ac:spMkLst>
            <pc:docMk/>
            <pc:sldMk cId="1968175964" sldId="336"/>
            <ac:spMk id="16" creationId="{3C82D53A-9F99-4450-AC89-32FB6BE92AF6}"/>
          </ac:spMkLst>
        </pc:spChg>
        <pc:spChg chg="add mod">
          <ac:chgData name="Marzieh Ayati" userId="719e7aeb-c3b5-48e5-801b-084d43cd09ac" providerId="ADAL" clId="{5B88CD53-52AE-45A7-9503-66FA0F4845DD}" dt="2020-09-17T04:20:09.812" v="5764" actId="1076"/>
          <ac:spMkLst>
            <pc:docMk/>
            <pc:sldMk cId="1968175964" sldId="336"/>
            <ac:spMk id="17" creationId="{763C7ACF-ECE7-4E23-A48D-92E6038A5A56}"/>
          </ac:spMkLst>
        </pc:spChg>
        <pc:spChg chg="add mod">
          <ac:chgData name="Marzieh Ayati" userId="719e7aeb-c3b5-48e5-801b-084d43cd09ac" providerId="ADAL" clId="{5B88CD53-52AE-45A7-9503-66FA0F4845DD}" dt="2020-09-17T04:28:29.443" v="5967" actId="1076"/>
          <ac:spMkLst>
            <pc:docMk/>
            <pc:sldMk cId="1968175964" sldId="336"/>
            <ac:spMk id="18" creationId="{C79E030D-D824-4FFC-BD51-19D3B67F981A}"/>
          </ac:spMkLst>
        </pc:spChg>
        <pc:spChg chg="add del mod">
          <ac:chgData name="Marzieh Ayati" userId="719e7aeb-c3b5-48e5-801b-084d43cd09ac" providerId="ADAL" clId="{5B88CD53-52AE-45A7-9503-66FA0F4845DD}" dt="2020-09-17T04:23:01.958" v="5782" actId="478"/>
          <ac:spMkLst>
            <pc:docMk/>
            <pc:sldMk cId="1968175964" sldId="336"/>
            <ac:spMk id="19" creationId="{635884B1-6156-42CE-850B-B76E1B7D8F24}"/>
          </ac:spMkLst>
        </pc:spChg>
        <pc:spChg chg="add mod">
          <ac:chgData name="Marzieh Ayati" userId="719e7aeb-c3b5-48e5-801b-084d43cd09ac" providerId="ADAL" clId="{5B88CD53-52AE-45A7-9503-66FA0F4845DD}" dt="2020-09-17T04:28:16.531" v="5966" actId="1076"/>
          <ac:spMkLst>
            <pc:docMk/>
            <pc:sldMk cId="1968175964" sldId="336"/>
            <ac:spMk id="20" creationId="{97083C13-1693-46E7-A5F2-A4BD5F823A7F}"/>
          </ac:spMkLst>
        </pc:spChg>
        <pc:spChg chg="add mod">
          <ac:chgData name="Marzieh Ayati" userId="719e7aeb-c3b5-48e5-801b-084d43cd09ac" providerId="ADAL" clId="{5B88CD53-52AE-45A7-9503-66FA0F4845DD}" dt="2020-09-17T04:43:27.427" v="6466" actId="313"/>
          <ac:spMkLst>
            <pc:docMk/>
            <pc:sldMk cId="1968175964" sldId="336"/>
            <ac:spMk id="22" creationId="{9E7559D1-90E6-4264-BF01-93E05EB3D944}"/>
          </ac:spMkLst>
        </pc:spChg>
        <pc:spChg chg="add mod">
          <ac:chgData name="Marzieh Ayati" userId="719e7aeb-c3b5-48e5-801b-084d43cd09ac" providerId="ADAL" clId="{5B88CD53-52AE-45A7-9503-66FA0F4845DD}" dt="2020-09-17T04:50:15.619" v="6618" actId="113"/>
          <ac:spMkLst>
            <pc:docMk/>
            <pc:sldMk cId="1968175964" sldId="336"/>
            <ac:spMk id="23" creationId="{02E2CC1A-C05F-413E-BEEA-10D53F37BEA6}"/>
          </ac:spMkLst>
        </pc:spChg>
        <pc:grpChg chg="add mod">
          <ac:chgData name="Marzieh Ayati" userId="719e7aeb-c3b5-48e5-801b-084d43cd09ac" providerId="ADAL" clId="{5B88CD53-52AE-45A7-9503-66FA0F4845DD}" dt="2020-09-17T04:11:07.996" v="5380" actId="164"/>
          <ac:grpSpMkLst>
            <pc:docMk/>
            <pc:sldMk cId="1968175964" sldId="336"/>
            <ac:grpSpMk id="9" creationId="{0C2A2302-4D4D-49BD-B5B1-5B49E920E59A}"/>
          </ac:grpSpMkLst>
        </pc:grpChg>
        <pc:picChg chg="add del">
          <ac:chgData name="Marzieh Ayati" userId="719e7aeb-c3b5-48e5-801b-084d43cd09ac" providerId="ADAL" clId="{5B88CD53-52AE-45A7-9503-66FA0F4845DD}" dt="2020-09-17T04:09:44.454" v="5315" actId="478"/>
          <ac:picMkLst>
            <pc:docMk/>
            <pc:sldMk cId="1968175964" sldId="336"/>
            <ac:picMk id="5" creationId="{64D819B9-0811-4B68-909C-725E0450A163}"/>
          </ac:picMkLst>
        </pc:picChg>
        <pc:picChg chg="add mod">
          <ac:chgData name="Marzieh Ayati" userId="719e7aeb-c3b5-48e5-801b-084d43cd09ac" providerId="ADAL" clId="{5B88CD53-52AE-45A7-9503-66FA0F4845DD}" dt="2020-09-17T04:09:52.317" v="5318" actId="1076"/>
          <ac:picMkLst>
            <pc:docMk/>
            <pc:sldMk cId="1968175964" sldId="336"/>
            <ac:picMk id="6" creationId="{D6F5C927-690F-4D7E-9373-D19475EB2BAD}"/>
          </ac:picMkLst>
        </pc:picChg>
        <pc:picChg chg="add mod">
          <ac:chgData name="Marzieh Ayati" userId="719e7aeb-c3b5-48e5-801b-084d43cd09ac" providerId="ADAL" clId="{5B88CD53-52AE-45A7-9503-66FA0F4845DD}" dt="2020-09-17T04:11:07.996" v="5380" actId="164"/>
          <ac:picMkLst>
            <pc:docMk/>
            <pc:sldMk cId="1968175964" sldId="336"/>
            <ac:picMk id="7" creationId="{CA73B120-3D1B-4747-9464-5093BF731F80}"/>
          </ac:picMkLst>
        </pc:picChg>
        <pc:picChg chg="add mod">
          <ac:chgData name="Marzieh Ayati" userId="719e7aeb-c3b5-48e5-801b-084d43cd09ac" providerId="ADAL" clId="{5B88CD53-52AE-45A7-9503-66FA0F4845DD}" dt="2020-09-17T04:13:22.894" v="5542" actId="14100"/>
          <ac:picMkLst>
            <pc:docMk/>
            <pc:sldMk cId="1968175964" sldId="336"/>
            <ac:picMk id="12" creationId="{E7B24E7E-E1AC-4329-A58C-9887788837B0}"/>
          </ac:picMkLst>
        </pc:picChg>
        <pc:picChg chg="add mod">
          <ac:chgData name="Marzieh Ayati" userId="719e7aeb-c3b5-48e5-801b-084d43cd09ac" providerId="ADAL" clId="{5B88CD53-52AE-45A7-9503-66FA0F4845DD}" dt="2020-09-17T04:29:00.611" v="5971" actId="1076"/>
          <ac:picMkLst>
            <pc:docMk/>
            <pc:sldMk cId="1968175964" sldId="336"/>
            <ac:picMk id="14" creationId="{DE90CA7A-6F49-4800-A55A-0E266C1EB827}"/>
          </ac:picMkLst>
        </pc:picChg>
        <pc:picChg chg="add mod">
          <ac:chgData name="Marzieh Ayati" userId="719e7aeb-c3b5-48e5-801b-084d43cd09ac" providerId="ADAL" clId="{5B88CD53-52AE-45A7-9503-66FA0F4845DD}" dt="2020-09-17T04:29:08.932" v="5972" actId="1076"/>
          <ac:picMkLst>
            <pc:docMk/>
            <pc:sldMk cId="1968175964" sldId="336"/>
            <ac:picMk id="21" creationId="{FB79A012-1E35-47BE-8318-C61C83C438A5}"/>
          </ac:picMkLst>
        </pc:picChg>
      </pc:sldChg>
      <pc:sldChg chg="addSp modSp new mod modAnim">
        <pc:chgData name="Marzieh Ayati" userId="719e7aeb-c3b5-48e5-801b-084d43cd09ac" providerId="ADAL" clId="{5B88CD53-52AE-45A7-9503-66FA0F4845DD}" dt="2020-09-17T05:41:11.176" v="6678" actId="207"/>
        <pc:sldMkLst>
          <pc:docMk/>
          <pc:sldMk cId="1662140707" sldId="337"/>
        </pc:sldMkLst>
        <pc:spChg chg="mod">
          <ac:chgData name="Marzieh Ayati" userId="719e7aeb-c3b5-48e5-801b-084d43cd09ac" providerId="ADAL" clId="{5B88CD53-52AE-45A7-9503-66FA0F4845DD}" dt="2020-09-17T05:41:11.176" v="6678" actId="207"/>
          <ac:spMkLst>
            <pc:docMk/>
            <pc:sldMk cId="1662140707" sldId="337"/>
            <ac:spMk id="2" creationId="{BFBF3B40-62AC-4239-8B21-C3EB3767CA4D}"/>
          </ac:spMkLst>
        </pc:spChg>
        <pc:spChg chg="mod ord">
          <ac:chgData name="Marzieh Ayati" userId="719e7aeb-c3b5-48e5-801b-084d43cd09ac" providerId="ADAL" clId="{5B88CD53-52AE-45A7-9503-66FA0F4845DD}" dt="2020-09-17T04:42:35.747" v="6463" actId="166"/>
          <ac:spMkLst>
            <pc:docMk/>
            <pc:sldMk cId="1662140707" sldId="337"/>
            <ac:spMk id="3" creationId="{4745AD4C-7CE3-4A84-867F-146D981A2184}"/>
          </ac:spMkLst>
        </pc:spChg>
        <pc:spChg chg="add mod">
          <ac:chgData name="Marzieh Ayati" userId="719e7aeb-c3b5-48e5-801b-084d43cd09ac" providerId="ADAL" clId="{5B88CD53-52AE-45A7-9503-66FA0F4845DD}" dt="2020-09-17T04:39:57.019" v="6285" actId="1076"/>
          <ac:spMkLst>
            <pc:docMk/>
            <pc:sldMk cId="1662140707" sldId="337"/>
            <ac:spMk id="5" creationId="{057CAC13-3C52-4DF2-B680-2C62B1C623BE}"/>
          </ac:spMkLst>
        </pc:spChg>
        <pc:spChg chg="add mod">
          <ac:chgData name="Marzieh Ayati" userId="719e7aeb-c3b5-48e5-801b-084d43cd09ac" providerId="ADAL" clId="{5B88CD53-52AE-45A7-9503-66FA0F4845DD}" dt="2020-09-17T04:40:00.587" v="6287" actId="1076"/>
          <ac:spMkLst>
            <pc:docMk/>
            <pc:sldMk cId="1662140707" sldId="337"/>
            <ac:spMk id="6" creationId="{DAED05FB-DC97-434E-8015-B462BBF14D68}"/>
          </ac:spMkLst>
        </pc:spChg>
        <pc:spChg chg="add mod">
          <ac:chgData name="Marzieh Ayati" userId="719e7aeb-c3b5-48e5-801b-084d43cd09ac" providerId="ADAL" clId="{5B88CD53-52AE-45A7-9503-66FA0F4845DD}" dt="2020-09-17T04:41:17.323" v="6421" actId="1076"/>
          <ac:spMkLst>
            <pc:docMk/>
            <pc:sldMk cId="1662140707" sldId="337"/>
            <ac:spMk id="8" creationId="{D7B71FD1-4C38-447D-B6C1-24BBAEBD8331}"/>
          </ac:spMkLst>
        </pc:spChg>
        <pc:spChg chg="add mod">
          <ac:chgData name="Marzieh Ayati" userId="719e7aeb-c3b5-48e5-801b-084d43cd09ac" providerId="ADAL" clId="{5B88CD53-52AE-45A7-9503-66FA0F4845DD}" dt="2020-09-17T04:44:31.011" v="6575" actId="6549"/>
          <ac:spMkLst>
            <pc:docMk/>
            <pc:sldMk cId="1662140707" sldId="337"/>
            <ac:spMk id="10" creationId="{CF951F62-0A36-408D-9B81-48896A6236EB}"/>
          </ac:spMkLst>
        </pc:spChg>
        <pc:picChg chg="add mod">
          <ac:chgData name="Marzieh Ayati" userId="719e7aeb-c3b5-48e5-801b-084d43cd09ac" providerId="ADAL" clId="{5B88CD53-52AE-45A7-9503-66FA0F4845DD}" dt="2020-09-17T04:40:18.483" v="6401" actId="1036"/>
          <ac:picMkLst>
            <pc:docMk/>
            <pc:sldMk cId="1662140707" sldId="337"/>
            <ac:picMk id="4" creationId="{31FBEC65-B1E5-422E-A3E4-B11565A73031}"/>
          </ac:picMkLst>
        </pc:picChg>
        <pc:picChg chg="add mod">
          <ac:chgData name="Marzieh Ayati" userId="719e7aeb-c3b5-48e5-801b-084d43cd09ac" providerId="ADAL" clId="{5B88CD53-52AE-45A7-9503-66FA0F4845DD}" dt="2020-09-17T04:40:08.522" v="6336" actId="1038"/>
          <ac:picMkLst>
            <pc:docMk/>
            <pc:sldMk cId="1662140707" sldId="337"/>
            <ac:picMk id="7" creationId="{CF75320B-0AB9-4120-B540-282D1ED8B7E5}"/>
          </ac:picMkLst>
        </pc:picChg>
        <pc:picChg chg="add mod">
          <ac:chgData name="Marzieh Ayati" userId="719e7aeb-c3b5-48e5-801b-084d43cd09ac" providerId="ADAL" clId="{5B88CD53-52AE-45A7-9503-66FA0F4845DD}" dt="2020-09-17T04:41:21.835" v="6422" actId="1076"/>
          <ac:picMkLst>
            <pc:docMk/>
            <pc:sldMk cId="1662140707" sldId="337"/>
            <ac:picMk id="9" creationId="{C8D981E4-AFF2-42F1-A346-546B1EDF4277}"/>
          </ac:picMkLst>
        </pc:picChg>
      </pc:sldChg>
      <pc:sldChg chg="addSp modSp new mod">
        <pc:chgData name="Marzieh Ayati" userId="719e7aeb-c3b5-48e5-801b-084d43cd09ac" providerId="ADAL" clId="{5B88CD53-52AE-45A7-9503-66FA0F4845DD}" dt="2020-09-17T05:50:30.671" v="6904" actId="1076"/>
        <pc:sldMkLst>
          <pc:docMk/>
          <pc:sldMk cId="1361433996" sldId="338"/>
        </pc:sldMkLst>
        <pc:spChg chg="mod">
          <ac:chgData name="Marzieh Ayati" userId="719e7aeb-c3b5-48e5-801b-084d43cd09ac" providerId="ADAL" clId="{5B88CD53-52AE-45A7-9503-66FA0F4845DD}" dt="2020-09-17T05:46:58.463" v="6684" actId="1076"/>
          <ac:spMkLst>
            <pc:docMk/>
            <pc:sldMk cId="1361433996" sldId="338"/>
            <ac:spMk id="2" creationId="{0E3EF2F3-43ED-47BA-A789-104E39F5974E}"/>
          </ac:spMkLst>
        </pc:spChg>
        <pc:spChg chg="mod">
          <ac:chgData name="Marzieh Ayati" userId="719e7aeb-c3b5-48e5-801b-084d43cd09ac" providerId="ADAL" clId="{5B88CD53-52AE-45A7-9503-66FA0F4845DD}" dt="2020-09-17T05:50:02.487" v="6900" actId="1076"/>
          <ac:spMkLst>
            <pc:docMk/>
            <pc:sldMk cId="1361433996" sldId="338"/>
            <ac:spMk id="3" creationId="{7A08EE5C-D9B2-413D-8BB2-600BD6BB1DED}"/>
          </ac:spMkLst>
        </pc:spChg>
        <pc:picChg chg="add mod">
          <ac:chgData name="Marzieh Ayati" userId="719e7aeb-c3b5-48e5-801b-084d43cd09ac" providerId="ADAL" clId="{5B88CD53-52AE-45A7-9503-66FA0F4845DD}" dt="2020-09-17T05:50:08.447" v="6901" actId="14100"/>
          <ac:picMkLst>
            <pc:docMk/>
            <pc:sldMk cId="1361433996" sldId="338"/>
            <ac:picMk id="4" creationId="{3630BECE-0C54-44A0-B016-12C850D9B735}"/>
          </ac:picMkLst>
        </pc:picChg>
        <pc:picChg chg="add mod">
          <ac:chgData name="Marzieh Ayati" userId="719e7aeb-c3b5-48e5-801b-084d43cd09ac" providerId="ADAL" clId="{5B88CD53-52AE-45A7-9503-66FA0F4845DD}" dt="2020-09-17T05:50:30.671" v="6904" actId="1076"/>
          <ac:picMkLst>
            <pc:docMk/>
            <pc:sldMk cId="1361433996" sldId="338"/>
            <ac:picMk id="5" creationId="{808B24C8-4E1F-486D-87F4-817578714925}"/>
          </ac:picMkLst>
        </pc:picChg>
      </pc:sldChg>
      <pc:sldChg chg="modSp new mod">
        <pc:chgData name="Marzieh Ayati" userId="719e7aeb-c3b5-48e5-801b-084d43cd09ac" providerId="ADAL" clId="{5B88CD53-52AE-45A7-9503-66FA0F4845DD}" dt="2020-09-17T06:02:18.799" v="6918" actId="20577"/>
        <pc:sldMkLst>
          <pc:docMk/>
          <pc:sldMk cId="1331132734" sldId="339"/>
        </pc:sldMkLst>
        <pc:spChg chg="mod">
          <ac:chgData name="Marzieh Ayati" userId="719e7aeb-c3b5-48e5-801b-084d43cd09ac" providerId="ADAL" clId="{5B88CD53-52AE-45A7-9503-66FA0F4845DD}" dt="2020-09-17T06:02:18.799" v="6918" actId="20577"/>
          <ac:spMkLst>
            <pc:docMk/>
            <pc:sldMk cId="1331132734" sldId="339"/>
            <ac:spMk id="3" creationId="{FDBA7BC8-7FBE-4F34-A1B5-9B1F19C0BE01}"/>
          </ac:spMkLst>
        </pc:spChg>
      </pc:sldChg>
      <pc:sldChg chg="addSp modSp new mod modAnim">
        <pc:chgData name="Marzieh Ayati" userId="719e7aeb-c3b5-48e5-801b-084d43cd09ac" providerId="ADAL" clId="{5B88CD53-52AE-45A7-9503-66FA0F4845DD}" dt="2020-09-17T06:21:17.413" v="7315" actId="1076"/>
        <pc:sldMkLst>
          <pc:docMk/>
          <pc:sldMk cId="1484218734" sldId="340"/>
        </pc:sldMkLst>
        <pc:spChg chg="mod">
          <ac:chgData name="Marzieh Ayati" userId="719e7aeb-c3b5-48e5-801b-084d43cd09ac" providerId="ADAL" clId="{5B88CD53-52AE-45A7-9503-66FA0F4845DD}" dt="2020-09-17T06:11:32.566" v="6995" actId="1076"/>
          <ac:spMkLst>
            <pc:docMk/>
            <pc:sldMk cId="1484218734" sldId="340"/>
            <ac:spMk id="2" creationId="{D4F8393E-D364-4A5D-9BC4-34EE407AC2E5}"/>
          </ac:spMkLst>
        </pc:spChg>
        <pc:spChg chg="mod">
          <ac:chgData name="Marzieh Ayati" userId="719e7aeb-c3b5-48e5-801b-084d43cd09ac" providerId="ADAL" clId="{5B88CD53-52AE-45A7-9503-66FA0F4845DD}" dt="2020-09-17T06:18:19.763" v="7263" actId="6549"/>
          <ac:spMkLst>
            <pc:docMk/>
            <pc:sldMk cId="1484218734" sldId="340"/>
            <ac:spMk id="3" creationId="{84C39674-751B-4092-9E3A-7E252BB094A1}"/>
          </ac:spMkLst>
        </pc:spChg>
        <pc:spChg chg="add mod">
          <ac:chgData name="Marzieh Ayati" userId="719e7aeb-c3b5-48e5-801b-084d43cd09ac" providerId="ADAL" clId="{5B88CD53-52AE-45A7-9503-66FA0F4845DD}" dt="2020-09-17T06:15:49.100" v="7142" actId="1076"/>
          <ac:spMkLst>
            <pc:docMk/>
            <pc:sldMk cId="1484218734" sldId="340"/>
            <ac:spMk id="5" creationId="{705652D2-D257-4EBE-8050-C4871FC600E9}"/>
          </ac:spMkLst>
        </pc:spChg>
        <pc:spChg chg="add mod">
          <ac:chgData name="Marzieh Ayati" userId="719e7aeb-c3b5-48e5-801b-084d43cd09ac" providerId="ADAL" clId="{5B88CD53-52AE-45A7-9503-66FA0F4845DD}" dt="2020-09-17T06:21:17.413" v="7315" actId="1076"/>
          <ac:spMkLst>
            <pc:docMk/>
            <pc:sldMk cId="1484218734" sldId="340"/>
            <ac:spMk id="6" creationId="{7F4AAAA7-1280-412B-95B1-7E18A050A53B}"/>
          </ac:spMkLst>
        </pc:spChg>
        <pc:picChg chg="add mod">
          <ac:chgData name="Marzieh Ayati" userId="719e7aeb-c3b5-48e5-801b-084d43cd09ac" providerId="ADAL" clId="{5B88CD53-52AE-45A7-9503-66FA0F4845DD}" dt="2020-09-17T06:14:58.636" v="7121" actId="14100"/>
          <ac:picMkLst>
            <pc:docMk/>
            <pc:sldMk cId="1484218734" sldId="340"/>
            <ac:picMk id="4" creationId="{9D41BA1F-0B46-4EB3-A4A0-03C66E8439C9}"/>
          </ac:picMkLst>
        </pc:picChg>
      </pc:sldChg>
      <pc:sldChg chg="addSp modSp new mod modAnim">
        <pc:chgData name="Marzieh Ayati" userId="719e7aeb-c3b5-48e5-801b-084d43cd09ac" providerId="ADAL" clId="{5B88CD53-52AE-45A7-9503-66FA0F4845DD}" dt="2020-09-17T06:22:02.349" v="7325" actId="207"/>
        <pc:sldMkLst>
          <pc:docMk/>
          <pc:sldMk cId="2647762849" sldId="341"/>
        </pc:sldMkLst>
        <pc:spChg chg="mod">
          <ac:chgData name="Marzieh Ayati" userId="719e7aeb-c3b5-48e5-801b-084d43cd09ac" providerId="ADAL" clId="{5B88CD53-52AE-45A7-9503-66FA0F4845DD}" dt="2020-09-17T06:22:02.349" v="7325" actId="207"/>
          <ac:spMkLst>
            <pc:docMk/>
            <pc:sldMk cId="2647762849" sldId="341"/>
            <ac:spMk id="2" creationId="{2F232E70-D71B-4862-8AD6-CDC77969955E}"/>
          </ac:spMkLst>
        </pc:spChg>
        <pc:spChg chg="mod">
          <ac:chgData name="Marzieh Ayati" userId="719e7aeb-c3b5-48e5-801b-084d43cd09ac" providerId="ADAL" clId="{5B88CD53-52AE-45A7-9503-66FA0F4845DD}" dt="2020-09-17T06:20:02.477" v="7310" actId="5793"/>
          <ac:spMkLst>
            <pc:docMk/>
            <pc:sldMk cId="2647762849" sldId="341"/>
            <ac:spMk id="3" creationId="{F69A5CBF-69FA-46D3-A1D9-964F863B3131}"/>
          </ac:spMkLst>
        </pc:spChg>
        <pc:spChg chg="add mod">
          <ac:chgData name="Marzieh Ayati" userId="719e7aeb-c3b5-48e5-801b-084d43cd09ac" providerId="ADAL" clId="{5B88CD53-52AE-45A7-9503-66FA0F4845DD}" dt="2020-09-17T06:19:44.765" v="7304" actId="20577"/>
          <ac:spMkLst>
            <pc:docMk/>
            <pc:sldMk cId="2647762849" sldId="341"/>
            <ac:spMk id="5" creationId="{6F1426CA-8970-4A0B-B08F-E7CCAA71D0D1}"/>
          </ac:spMkLst>
        </pc:spChg>
        <pc:spChg chg="add mod">
          <ac:chgData name="Marzieh Ayati" userId="719e7aeb-c3b5-48e5-801b-084d43cd09ac" providerId="ADAL" clId="{5B88CD53-52AE-45A7-9503-66FA0F4845DD}" dt="2020-09-17T06:21:13.694" v="7314" actId="1076"/>
          <ac:spMkLst>
            <pc:docMk/>
            <pc:sldMk cId="2647762849" sldId="341"/>
            <ac:spMk id="6" creationId="{16C4919A-121F-4EEF-BC30-BF82546B34BD}"/>
          </ac:spMkLst>
        </pc:spChg>
        <pc:picChg chg="add mod">
          <ac:chgData name="Marzieh Ayati" userId="719e7aeb-c3b5-48e5-801b-084d43cd09ac" providerId="ADAL" clId="{5B88CD53-52AE-45A7-9503-66FA0F4845DD}" dt="2020-09-17T06:20:11.005" v="7312" actId="14100"/>
          <ac:picMkLst>
            <pc:docMk/>
            <pc:sldMk cId="2647762849" sldId="341"/>
            <ac:picMk id="4" creationId="{C30960FE-11CE-423E-A534-AE3B7F778F58}"/>
          </ac:picMkLst>
        </pc:picChg>
      </pc:sldChg>
      <pc:sldChg chg="addSp modSp new mod modAnim">
        <pc:chgData name="Marzieh Ayati" userId="719e7aeb-c3b5-48e5-801b-084d43cd09ac" providerId="ADAL" clId="{5B88CD53-52AE-45A7-9503-66FA0F4845DD}" dt="2020-09-17T06:27:23.165" v="7535" actId="20577"/>
        <pc:sldMkLst>
          <pc:docMk/>
          <pc:sldMk cId="2639038822" sldId="342"/>
        </pc:sldMkLst>
        <pc:spChg chg="mod">
          <ac:chgData name="Marzieh Ayati" userId="719e7aeb-c3b5-48e5-801b-084d43cd09ac" providerId="ADAL" clId="{5B88CD53-52AE-45A7-9503-66FA0F4845DD}" dt="2020-09-17T06:22:05.837" v="7326" actId="207"/>
          <ac:spMkLst>
            <pc:docMk/>
            <pc:sldMk cId="2639038822" sldId="342"/>
            <ac:spMk id="2" creationId="{22F3CBFF-67F9-4A51-A82F-D034118DFBD7}"/>
          </ac:spMkLst>
        </pc:spChg>
        <pc:spChg chg="mod">
          <ac:chgData name="Marzieh Ayati" userId="719e7aeb-c3b5-48e5-801b-084d43cd09ac" providerId="ADAL" clId="{5B88CD53-52AE-45A7-9503-66FA0F4845DD}" dt="2020-09-17T06:26:29.886" v="7464" actId="6549"/>
          <ac:spMkLst>
            <pc:docMk/>
            <pc:sldMk cId="2639038822" sldId="342"/>
            <ac:spMk id="3" creationId="{1BF3BCD5-27FF-4DF4-A19B-5B2E46443FE2}"/>
          </ac:spMkLst>
        </pc:spChg>
        <pc:spChg chg="add mod">
          <ac:chgData name="Marzieh Ayati" userId="719e7aeb-c3b5-48e5-801b-084d43cd09ac" providerId="ADAL" clId="{5B88CD53-52AE-45A7-9503-66FA0F4845DD}" dt="2020-09-17T06:26:35.620" v="7465" actId="1076"/>
          <ac:spMkLst>
            <pc:docMk/>
            <pc:sldMk cId="2639038822" sldId="342"/>
            <ac:spMk id="4" creationId="{406E331E-C34F-4216-BDB2-8AEA2475E86A}"/>
          </ac:spMkLst>
        </pc:spChg>
        <pc:spChg chg="add mod">
          <ac:chgData name="Marzieh Ayati" userId="719e7aeb-c3b5-48e5-801b-084d43cd09ac" providerId="ADAL" clId="{5B88CD53-52AE-45A7-9503-66FA0F4845DD}" dt="2020-09-17T06:27:23.165" v="7535" actId="20577"/>
          <ac:spMkLst>
            <pc:docMk/>
            <pc:sldMk cId="2639038822" sldId="342"/>
            <ac:spMk id="5" creationId="{0FCF3056-34FF-47BE-8E48-D809454D96CD}"/>
          </ac:spMkLst>
        </pc:spChg>
      </pc:sldChg>
      <pc:sldChg chg="addSp delSp modSp new del mod delAnim modAnim">
        <pc:chgData name="Marzieh Ayati" userId="719e7aeb-c3b5-48e5-801b-084d43cd09ac" providerId="ADAL" clId="{5B88CD53-52AE-45A7-9503-66FA0F4845DD}" dt="2020-09-17T06:38:56.213" v="7746" actId="47"/>
        <pc:sldMkLst>
          <pc:docMk/>
          <pc:sldMk cId="3178390326" sldId="343"/>
        </pc:sldMkLst>
        <pc:spChg chg="mod">
          <ac:chgData name="Marzieh Ayati" userId="719e7aeb-c3b5-48e5-801b-084d43cd09ac" providerId="ADAL" clId="{5B88CD53-52AE-45A7-9503-66FA0F4845DD}" dt="2020-09-17T06:28:18.004" v="7539"/>
          <ac:spMkLst>
            <pc:docMk/>
            <pc:sldMk cId="3178390326" sldId="343"/>
            <ac:spMk id="2" creationId="{46B6BA30-CC3C-4CCC-9072-1C7302E2CA50}"/>
          </ac:spMkLst>
        </pc:spChg>
        <pc:spChg chg="mod">
          <ac:chgData name="Marzieh Ayati" userId="719e7aeb-c3b5-48e5-801b-084d43cd09ac" providerId="ADAL" clId="{5B88CD53-52AE-45A7-9503-66FA0F4845DD}" dt="2020-09-17T06:36:45.372" v="7743" actId="14100"/>
          <ac:spMkLst>
            <pc:docMk/>
            <pc:sldMk cId="3178390326" sldId="343"/>
            <ac:spMk id="3" creationId="{4EEF4270-C5C4-481C-84F7-4374A0222B8D}"/>
          </ac:spMkLst>
        </pc:spChg>
        <pc:spChg chg="add del mod">
          <ac:chgData name="Marzieh Ayati" userId="719e7aeb-c3b5-48e5-801b-084d43cd09ac" providerId="ADAL" clId="{5B88CD53-52AE-45A7-9503-66FA0F4845DD}" dt="2020-09-17T06:35:32.062" v="7742" actId="478"/>
          <ac:spMkLst>
            <pc:docMk/>
            <pc:sldMk cId="3178390326" sldId="343"/>
            <ac:spMk id="5" creationId="{FF77F957-70A4-4BCD-B03C-AFDE1881C297}"/>
          </ac:spMkLst>
        </pc:spChg>
        <pc:spChg chg="add del mod">
          <ac:chgData name="Marzieh Ayati" userId="719e7aeb-c3b5-48e5-801b-084d43cd09ac" providerId="ADAL" clId="{5B88CD53-52AE-45A7-9503-66FA0F4845DD}" dt="2020-09-17T06:35:28.732" v="7741" actId="478"/>
          <ac:spMkLst>
            <pc:docMk/>
            <pc:sldMk cId="3178390326" sldId="343"/>
            <ac:spMk id="6" creationId="{F23C66A1-FBDC-42C0-9768-E19699A39A2C}"/>
          </ac:spMkLst>
        </pc:spChg>
        <pc:picChg chg="add mod">
          <ac:chgData name="Marzieh Ayati" userId="719e7aeb-c3b5-48e5-801b-084d43cd09ac" providerId="ADAL" clId="{5B88CD53-52AE-45A7-9503-66FA0F4845DD}" dt="2020-09-17T06:37:04.476" v="7745" actId="1076"/>
          <ac:picMkLst>
            <pc:docMk/>
            <pc:sldMk cId="3178390326" sldId="343"/>
            <ac:picMk id="4" creationId="{A8E37B99-E003-4459-9F16-A2E2C9586D01}"/>
          </ac:picMkLst>
        </pc:picChg>
      </pc:sldChg>
    </pc:docChg>
  </pc:docChgLst>
  <pc:docChgLst>
    <pc:chgData name="Marzieh Ayati" userId="719e7aeb-c3b5-48e5-801b-084d43cd09ac" providerId="ADAL" clId="{1A2DC694-2D4F-4B5A-89D8-60095D727A25}"/>
    <pc:docChg chg="custSel modSld">
      <pc:chgData name="Marzieh Ayati" userId="719e7aeb-c3b5-48e5-801b-084d43cd09ac" providerId="ADAL" clId="{1A2DC694-2D4F-4B5A-89D8-60095D727A25}" dt="2022-02-09T20:39:07.026" v="0" actId="478"/>
      <pc:docMkLst>
        <pc:docMk/>
      </pc:docMkLst>
      <pc:sldChg chg="delSp mod delAnim">
        <pc:chgData name="Marzieh Ayati" userId="719e7aeb-c3b5-48e5-801b-084d43cd09ac" providerId="ADAL" clId="{1A2DC694-2D4F-4B5A-89D8-60095D727A25}" dt="2022-02-09T20:39:07.026" v="0" actId="478"/>
        <pc:sldMkLst>
          <pc:docMk/>
          <pc:sldMk cId="465511369" sldId="317"/>
        </pc:sldMkLst>
        <pc:grpChg chg="del">
          <ac:chgData name="Marzieh Ayati" userId="719e7aeb-c3b5-48e5-801b-084d43cd09ac" providerId="ADAL" clId="{1A2DC694-2D4F-4B5A-89D8-60095D727A25}" dt="2022-02-09T20:39:07.026" v="0" actId="478"/>
          <ac:grpSpMkLst>
            <pc:docMk/>
            <pc:sldMk cId="465511369" sldId="317"/>
            <ac:grpSpMk id="16" creationId="{2BF2A428-E4AB-4233-B768-3DC2C9DE0F79}"/>
          </ac:grpSpMkLst>
        </pc:grpChg>
      </pc:sldChg>
    </pc:docChg>
  </pc:docChgLst>
  <pc:docChgLst>
    <pc:chgData name="Marzieh Ayati" userId="719e7aeb-c3b5-48e5-801b-084d43cd09ac" providerId="ADAL" clId="{28120566-D44B-4876-BB26-18A8AE3A5438}"/>
    <pc:docChg chg="delSld modSld">
      <pc:chgData name="Marzieh Ayati" userId="719e7aeb-c3b5-48e5-801b-084d43cd09ac" providerId="ADAL" clId="{28120566-D44B-4876-BB26-18A8AE3A5438}" dt="2020-09-17T20:22:05.069" v="43" actId="2696"/>
      <pc:docMkLst>
        <pc:docMk/>
      </pc:docMkLst>
      <pc:sldChg chg="del">
        <pc:chgData name="Marzieh Ayati" userId="719e7aeb-c3b5-48e5-801b-084d43cd09ac" providerId="ADAL" clId="{28120566-D44B-4876-BB26-18A8AE3A5438}" dt="2020-09-17T20:22:05.069" v="43" actId="2696"/>
        <pc:sldMkLst>
          <pc:docMk/>
          <pc:sldMk cId="0" sldId="284"/>
        </pc:sldMkLst>
      </pc:sldChg>
      <pc:sldChg chg="del">
        <pc:chgData name="Marzieh Ayati" userId="719e7aeb-c3b5-48e5-801b-084d43cd09ac" providerId="ADAL" clId="{28120566-D44B-4876-BB26-18A8AE3A5438}" dt="2020-09-17T20:22:05.069" v="43" actId="2696"/>
        <pc:sldMkLst>
          <pc:docMk/>
          <pc:sldMk cId="0" sldId="309"/>
        </pc:sldMkLst>
      </pc:sldChg>
      <pc:sldChg chg="del">
        <pc:chgData name="Marzieh Ayati" userId="719e7aeb-c3b5-48e5-801b-084d43cd09ac" providerId="ADAL" clId="{28120566-D44B-4876-BB26-18A8AE3A5438}" dt="2020-09-17T20:22:05.069" v="43" actId="2696"/>
        <pc:sldMkLst>
          <pc:docMk/>
          <pc:sldMk cId="0" sldId="310"/>
        </pc:sldMkLst>
      </pc:sldChg>
      <pc:sldChg chg="del">
        <pc:chgData name="Marzieh Ayati" userId="719e7aeb-c3b5-48e5-801b-084d43cd09ac" providerId="ADAL" clId="{28120566-D44B-4876-BB26-18A8AE3A5438}" dt="2020-09-17T20:22:05.069" v="43" actId="2696"/>
        <pc:sldMkLst>
          <pc:docMk/>
          <pc:sldMk cId="0" sldId="311"/>
        </pc:sldMkLst>
      </pc:sldChg>
      <pc:sldChg chg="del">
        <pc:chgData name="Marzieh Ayati" userId="719e7aeb-c3b5-48e5-801b-084d43cd09ac" providerId="ADAL" clId="{28120566-D44B-4876-BB26-18A8AE3A5438}" dt="2020-09-17T20:22:05.069" v="43" actId="2696"/>
        <pc:sldMkLst>
          <pc:docMk/>
          <pc:sldMk cId="0" sldId="312"/>
        </pc:sldMkLst>
      </pc:sldChg>
      <pc:sldChg chg="modAnim">
        <pc:chgData name="Marzieh Ayati" userId="719e7aeb-c3b5-48e5-801b-084d43cd09ac" providerId="ADAL" clId="{28120566-D44B-4876-BB26-18A8AE3A5438}" dt="2020-09-17T18:18:09.935" v="15"/>
        <pc:sldMkLst>
          <pc:docMk/>
          <pc:sldMk cId="414694327" sldId="313"/>
        </pc:sldMkLst>
      </pc:sldChg>
      <pc:sldChg chg="modSp mod">
        <pc:chgData name="Marzieh Ayati" userId="719e7aeb-c3b5-48e5-801b-084d43cd09ac" providerId="ADAL" clId="{28120566-D44B-4876-BB26-18A8AE3A5438}" dt="2020-09-17T18:21:12.244" v="41" actId="20577"/>
        <pc:sldMkLst>
          <pc:docMk/>
          <pc:sldMk cId="2633218585" sldId="319"/>
        </pc:sldMkLst>
        <pc:spChg chg="mod">
          <ac:chgData name="Marzieh Ayati" userId="719e7aeb-c3b5-48e5-801b-084d43cd09ac" providerId="ADAL" clId="{28120566-D44B-4876-BB26-18A8AE3A5438}" dt="2020-09-17T18:21:12.244" v="41" actId="20577"/>
          <ac:spMkLst>
            <pc:docMk/>
            <pc:sldMk cId="2633218585" sldId="319"/>
            <ac:spMk id="3" creationId="{10B31B3C-E751-4F5B-BC16-2708B1C0A6F9}"/>
          </ac:spMkLst>
        </pc:spChg>
      </pc:sldChg>
      <pc:sldChg chg="modAnim">
        <pc:chgData name="Marzieh Ayati" userId="719e7aeb-c3b5-48e5-801b-084d43cd09ac" providerId="ADAL" clId="{28120566-D44B-4876-BB26-18A8AE3A5438}" dt="2020-09-17T18:16:58.776" v="12"/>
        <pc:sldMkLst>
          <pc:docMk/>
          <pc:sldMk cId="3392401954" sldId="321"/>
        </pc:sldMkLst>
      </pc:sldChg>
      <pc:sldChg chg="del modAnim">
        <pc:chgData name="Marzieh Ayati" userId="719e7aeb-c3b5-48e5-801b-084d43cd09ac" providerId="ADAL" clId="{28120566-D44B-4876-BB26-18A8AE3A5438}" dt="2020-09-17T20:22:05.069" v="43" actId="2696"/>
        <pc:sldMkLst>
          <pc:docMk/>
          <pc:sldMk cId="2100712031" sldId="322"/>
        </pc:sldMkLst>
      </pc:sldChg>
      <pc:sldChg chg="del">
        <pc:chgData name="Marzieh Ayati" userId="719e7aeb-c3b5-48e5-801b-084d43cd09ac" providerId="ADAL" clId="{28120566-D44B-4876-BB26-18A8AE3A5438}" dt="2020-09-17T20:22:05.069" v="43" actId="2696"/>
        <pc:sldMkLst>
          <pc:docMk/>
          <pc:sldMk cId="25268321" sldId="325"/>
        </pc:sldMkLst>
      </pc:sldChg>
      <pc:sldChg chg="del">
        <pc:chgData name="Marzieh Ayati" userId="719e7aeb-c3b5-48e5-801b-084d43cd09ac" providerId="ADAL" clId="{28120566-D44B-4876-BB26-18A8AE3A5438}" dt="2020-09-17T20:22:05.069" v="43" actId="2696"/>
        <pc:sldMkLst>
          <pc:docMk/>
          <pc:sldMk cId="3005576181" sldId="326"/>
        </pc:sldMkLst>
      </pc:sldChg>
      <pc:sldChg chg="del">
        <pc:chgData name="Marzieh Ayati" userId="719e7aeb-c3b5-48e5-801b-084d43cd09ac" providerId="ADAL" clId="{28120566-D44B-4876-BB26-18A8AE3A5438}" dt="2020-09-17T20:22:05.069" v="43" actId="2696"/>
        <pc:sldMkLst>
          <pc:docMk/>
          <pc:sldMk cId="3578625662" sldId="327"/>
        </pc:sldMkLst>
      </pc:sldChg>
      <pc:sldChg chg="del">
        <pc:chgData name="Marzieh Ayati" userId="719e7aeb-c3b5-48e5-801b-084d43cd09ac" providerId="ADAL" clId="{28120566-D44B-4876-BB26-18A8AE3A5438}" dt="2020-09-17T20:22:05.069" v="43" actId="2696"/>
        <pc:sldMkLst>
          <pc:docMk/>
          <pc:sldMk cId="214077119" sldId="328"/>
        </pc:sldMkLst>
      </pc:sldChg>
      <pc:sldChg chg="del">
        <pc:chgData name="Marzieh Ayati" userId="719e7aeb-c3b5-48e5-801b-084d43cd09ac" providerId="ADAL" clId="{28120566-D44B-4876-BB26-18A8AE3A5438}" dt="2020-09-17T20:22:05.069" v="43" actId="2696"/>
        <pc:sldMkLst>
          <pc:docMk/>
          <pc:sldMk cId="1487393462" sldId="329"/>
        </pc:sldMkLst>
      </pc:sldChg>
      <pc:sldChg chg="del">
        <pc:chgData name="Marzieh Ayati" userId="719e7aeb-c3b5-48e5-801b-084d43cd09ac" providerId="ADAL" clId="{28120566-D44B-4876-BB26-18A8AE3A5438}" dt="2020-09-17T20:22:05.069" v="43" actId="2696"/>
        <pc:sldMkLst>
          <pc:docMk/>
          <pc:sldMk cId="2626752496" sldId="331"/>
        </pc:sldMkLst>
      </pc:sldChg>
      <pc:sldChg chg="del">
        <pc:chgData name="Marzieh Ayati" userId="719e7aeb-c3b5-48e5-801b-084d43cd09ac" providerId="ADAL" clId="{28120566-D44B-4876-BB26-18A8AE3A5438}" dt="2020-09-17T20:22:05.069" v="43" actId="2696"/>
        <pc:sldMkLst>
          <pc:docMk/>
          <pc:sldMk cId="3287967375" sldId="333"/>
        </pc:sldMkLst>
      </pc:sldChg>
      <pc:sldChg chg="del">
        <pc:chgData name="Marzieh Ayati" userId="719e7aeb-c3b5-48e5-801b-084d43cd09ac" providerId="ADAL" clId="{28120566-D44B-4876-BB26-18A8AE3A5438}" dt="2020-09-17T20:22:05.069" v="43" actId="2696"/>
        <pc:sldMkLst>
          <pc:docMk/>
          <pc:sldMk cId="1169750175" sldId="334"/>
        </pc:sldMkLst>
      </pc:sldChg>
      <pc:sldChg chg="del">
        <pc:chgData name="Marzieh Ayati" userId="719e7aeb-c3b5-48e5-801b-084d43cd09ac" providerId="ADAL" clId="{28120566-D44B-4876-BB26-18A8AE3A5438}" dt="2020-09-17T20:22:05.069" v="43" actId="2696"/>
        <pc:sldMkLst>
          <pc:docMk/>
          <pc:sldMk cId="55258718" sldId="335"/>
        </pc:sldMkLst>
      </pc:sldChg>
      <pc:sldChg chg="del">
        <pc:chgData name="Marzieh Ayati" userId="719e7aeb-c3b5-48e5-801b-084d43cd09ac" providerId="ADAL" clId="{28120566-D44B-4876-BB26-18A8AE3A5438}" dt="2020-09-17T20:22:05.069" v="43" actId="2696"/>
        <pc:sldMkLst>
          <pc:docMk/>
          <pc:sldMk cId="1968175964" sldId="336"/>
        </pc:sldMkLst>
      </pc:sldChg>
      <pc:sldChg chg="del">
        <pc:chgData name="Marzieh Ayati" userId="719e7aeb-c3b5-48e5-801b-084d43cd09ac" providerId="ADAL" clId="{28120566-D44B-4876-BB26-18A8AE3A5438}" dt="2020-09-17T20:22:05.069" v="43" actId="2696"/>
        <pc:sldMkLst>
          <pc:docMk/>
          <pc:sldMk cId="1662140707" sldId="337"/>
        </pc:sldMkLst>
      </pc:sldChg>
    </pc:docChg>
  </pc:docChgLst>
  <pc:docChgLst>
    <pc:chgData name="Marzieh Ayati" userId="719e7aeb-c3b5-48e5-801b-084d43cd09ac" providerId="ADAL" clId="{350B55E3-32B1-4AFD-B866-1C0FD83E3D57}"/>
    <pc:docChg chg="modSld">
      <pc:chgData name="Marzieh Ayati" userId="719e7aeb-c3b5-48e5-801b-084d43cd09ac" providerId="ADAL" clId="{350B55E3-32B1-4AFD-B866-1C0FD83E3D57}" dt="2023-09-20T22:07:55.122" v="26" actId="6549"/>
      <pc:docMkLst>
        <pc:docMk/>
      </pc:docMkLst>
      <pc:sldChg chg="modSp">
        <pc:chgData name="Marzieh Ayati" userId="719e7aeb-c3b5-48e5-801b-084d43cd09ac" providerId="ADAL" clId="{350B55E3-32B1-4AFD-B866-1C0FD83E3D57}" dt="2023-09-20T22:07:55.122" v="26" actId="6549"/>
        <pc:sldMkLst>
          <pc:docMk/>
          <pc:sldMk cId="1361433996" sldId="338"/>
        </pc:sldMkLst>
        <pc:spChg chg="mod">
          <ac:chgData name="Marzieh Ayati" userId="719e7aeb-c3b5-48e5-801b-084d43cd09ac" providerId="ADAL" clId="{350B55E3-32B1-4AFD-B866-1C0FD83E3D57}" dt="2023-09-20T22:07:55.122" v="26" actId="6549"/>
          <ac:spMkLst>
            <pc:docMk/>
            <pc:sldMk cId="1361433996" sldId="338"/>
            <ac:spMk id="3" creationId="{7A08EE5C-D9B2-413D-8BB2-600BD6BB1D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04B119-4C48-4AF1-A72C-2F93B24A6FB1}" type="datetimeFigureOut">
              <a:rPr lang="en-US" smtClean="0"/>
              <a:t>9/20/2023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C11C5-66FA-42E3-B08B-877693584227}" type="slidenum">
              <a:rPr lang="en-US" smtClean="0"/>
              <a:t>‹#›</a:t>
            </a:fld>
            <a:endParaRPr lang="en-US"/>
          </a:p>
        </p:txBody>
      </p:sp>
    </p:spTree>
    <p:extLst>
      <p:ext uri="{BB962C8B-B14F-4D97-AF65-F5344CB8AC3E}">
        <p14:creationId xmlns:p14="http://schemas.microsoft.com/office/powerpoint/2010/main" val="56152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97A8-2AB2-41A9-8179-43EA416448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3F2F4-3527-40DB-8699-68CB312F59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A25CBD-A5BC-40D3-AA1A-C304876BE52B}"/>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A1D381F5-B10E-46E8-AAC3-F47DF2F24D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793BF7-7609-4A3A-8F0E-43CF668CFBAC}"/>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611225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A7AF4-69A3-4C53-BAEE-D6A887490F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7CF06-0985-45C1-97A7-4C6C42EE4A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48AFB-9227-4332-ABFF-C4816CC82908}"/>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4EEA49AC-34F0-44F4-9CC1-CD0F64158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7079E-BBC6-4FE1-9BB4-C0E0F767FD17}"/>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225421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4BBAF-046B-4538-A963-10DE038312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BE04EF-DF44-44D6-8CF3-1875EB05E3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77D857-3A6A-4547-BEF3-F05130273466}"/>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57DB7407-C5E0-4E39-803B-12C6DFD16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9A688-FB4E-487D-BCB5-93E5C26A578D}"/>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374916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B551-763C-4177-8371-11AAD2FF9F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AA28C1-7E9B-4AE4-A14A-D4E339BF8C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D517EE-2AFE-4462-8AFE-FEC597271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3649D1-1569-48C4-8D98-884C430C8AD8}"/>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6" name="Footer Placeholder 5">
            <a:extLst>
              <a:ext uri="{FF2B5EF4-FFF2-40B4-BE49-F238E27FC236}">
                <a16:creationId xmlns:a16="http://schemas.microsoft.com/office/drawing/2014/main" id="{D02C6B8A-739D-490F-A140-80ECF109CA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78EFE8-CB24-4D9E-85BD-C8641F621950}"/>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360179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CFF8-CD6A-4094-8796-CF8DC8C326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3F9EDE-808F-4E4C-945E-B04B80CC4E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C71902-9574-4B26-8E92-310EAC240C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B30B5F-2D64-40F0-A41C-52BF3E192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D27B5B-A82D-475E-A45E-86F91FD2CA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C46694-97DB-4A55-A48C-7FFAF0B3A721}"/>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8" name="Footer Placeholder 7">
            <a:extLst>
              <a:ext uri="{FF2B5EF4-FFF2-40B4-BE49-F238E27FC236}">
                <a16:creationId xmlns:a16="http://schemas.microsoft.com/office/drawing/2014/main" id="{A13EB25D-5C79-49B2-AAE7-B0A1044F72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A2CACB-3184-4D79-805B-AF8F25A3F866}"/>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736145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0392-48B9-46CF-BEB4-811FF4BFFD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DADAAF-946B-4943-9228-A8792F1C7EDA}"/>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4" name="Footer Placeholder 3">
            <a:extLst>
              <a:ext uri="{FF2B5EF4-FFF2-40B4-BE49-F238E27FC236}">
                <a16:creationId xmlns:a16="http://schemas.microsoft.com/office/drawing/2014/main" id="{70B15239-7726-47FB-BCC6-107FABABB0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533758-AE9E-4B36-B7EC-5D6B1E7711A1}"/>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38252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A90CCB-CF68-49DA-986A-CA48896F458C}"/>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3" name="Footer Placeholder 2">
            <a:extLst>
              <a:ext uri="{FF2B5EF4-FFF2-40B4-BE49-F238E27FC236}">
                <a16:creationId xmlns:a16="http://schemas.microsoft.com/office/drawing/2014/main" id="{635C0122-4DF5-4136-A57B-C88AEAAC5B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F5D2D3-AB7F-4739-B393-78466EA1B2C1}"/>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256607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B5E18-F7C8-4F6E-B3A9-8B349B521C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E57DEE-0229-49AD-9D94-CAB0F4AEBC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DA3657-3165-4CC1-B0CC-A452F88CD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E9ACD-5DCC-4FDD-854B-B8DC62740687}"/>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6" name="Footer Placeholder 5">
            <a:extLst>
              <a:ext uri="{FF2B5EF4-FFF2-40B4-BE49-F238E27FC236}">
                <a16:creationId xmlns:a16="http://schemas.microsoft.com/office/drawing/2014/main" id="{FEF7B1B6-1B34-4DCF-83A5-163522FEA5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86A624-AC28-4766-895D-AF7DCC4C7B0E}"/>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728780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6BC86-6AB9-419E-B4ED-69511FB0C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64257-A653-485F-8B3D-12D001A6FC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4F27BC-A4FF-4F1E-8929-57311D164B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00CE4-8930-4B3C-936E-235C160DF945}"/>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6" name="Footer Placeholder 5">
            <a:extLst>
              <a:ext uri="{FF2B5EF4-FFF2-40B4-BE49-F238E27FC236}">
                <a16:creationId xmlns:a16="http://schemas.microsoft.com/office/drawing/2014/main" id="{C566F350-B0EA-41DE-99EB-E2771F57E3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182C7-2D35-40E3-9F43-888DFC31DEC2}"/>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7586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02DEF-019A-4985-8245-C5EA81DA6E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41CD44-0802-4A41-9361-DE711E47EC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1F23EC-1EA5-4CA2-B2CE-096F8EB7617B}"/>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90ACE848-44F0-46BB-80B2-B55674A2E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4059E8-0098-4D96-ABC7-4ABE7940019B}"/>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599006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8DFC9B-E1C6-4C47-A6F9-7E8465FB3C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378415-399A-4DF9-AF68-8BC4D2FA4C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7271F-FDB0-4EA2-BF23-1F6CC0DE32DB}"/>
              </a:ext>
            </a:extLst>
          </p:cNvPr>
          <p:cNvSpPr>
            <a:spLocks noGrp="1"/>
          </p:cNvSpPr>
          <p:nvPr>
            <p:ph type="dt" sz="half" idx="10"/>
          </p:nvPr>
        </p:nvSpPr>
        <p:spPr/>
        <p:txBody>
          <a:body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07D76D09-AD09-4048-A1C7-E42B60758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635C7-0219-4F50-A1A9-D990243EA72B}"/>
              </a:ext>
            </a:extLst>
          </p:cNvPr>
          <p:cNvSpPr>
            <a:spLocks noGrp="1"/>
          </p:cNvSpPr>
          <p:nvPr>
            <p:ph type="sldNum" sz="quarter" idx="12"/>
          </p:nvPr>
        </p:nvSpPr>
        <p:spPr/>
        <p:txBody>
          <a:bodyPr/>
          <a:lstStyle/>
          <a:p>
            <a:fld id="{4B3FDBBD-F9D1-4D4F-AD76-268FE2D5D29A}" type="slidenum">
              <a:rPr lang="en-US" smtClean="0"/>
              <a:t>‹#›</a:t>
            </a:fld>
            <a:endParaRPr lang="en-US"/>
          </a:p>
        </p:txBody>
      </p:sp>
    </p:spTree>
    <p:extLst>
      <p:ext uri="{BB962C8B-B14F-4D97-AF65-F5344CB8AC3E}">
        <p14:creationId xmlns:p14="http://schemas.microsoft.com/office/powerpoint/2010/main" val="1594572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8834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42567-7381-478A-877D-D4B118FD0F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C9FE29-9F27-4E9A-A62B-9BAD15D404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92F99B-3BDA-4207-9463-F09B45D175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071E12-3CBF-496E-9D08-CF20A051B28F}" type="datetimeFigureOut">
              <a:rPr lang="en-US" smtClean="0"/>
              <a:t>9/20/2023</a:t>
            </a:fld>
            <a:endParaRPr lang="en-US"/>
          </a:p>
        </p:txBody>
      </p:sp>
      <p:sp>
        <p:nvSpPr>
          <p:cNvPr id="5" name="Footer Placeholder 4">
            <a:extLst>
              <a:ext uri="{FF2B5EF4-FFF2-40B4-BE49-F238E27FC236}">
                <a16:creationId xmlns:a16="http://schemas.microsoft.com/office/drawing/2014/main" id="{A4A5E323-014C-4FF1-95CB-104C18960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C758D1-C96B-4915-A0CF-8C37F5998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3FDBBD-F9D1-4D4F-AD76-268FE2D5D29A}" type="slidenum">
              <a:rPr lang="en-US" smtClean="0"/>
              <a:t>‹#›</a:t>
            </a:fld>
            <a:endParaRPr lang="en-US"/>
          </a:p>
        </p:txBody>
      </p:sp>
    </p:spTree>
    <p:extLst>
      <p:ext uri="{BB962C8B-B14F-4D97-AF65-F5344CB8AC3E}">
        <p14:creationId xmlns:p14="http://schemas.microsoft.com/office/powerpoint/2010/main" val="160003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2CFA-1DC9-47EC-B077-9EEDA8B84D33}"/>
              </a:ext>
            </a:extLst>
          </p:cNvPr>
          <p:cNvSpPr>
            <a:spLocks noGrp="1"/>
          </p:cNvSpPr>
          <p:nvPr>
            <p:ph type="ctrTitle"/>
          </p:nvPr>
        </p:nvSpPr>
        <p:spPr/>
        <p:txBody>
          <a:bodyPr/>
          <a:lstStyle/>
          <a:p>
            <a:r>
              <a:rPr lang="en-US" dirty="0"/>
              <a:t>Hypothesis Testing</a:t>
            </a:r>
          </a:p>
        </p:txBody>
      </p:sp>
      <p:sp>
        <p:nvSpPr>
          <p:cNvPr id="3" name="Subtitle 2">
            <a:extLst>
              <a:ext uri="{FF2B5EF4-FFF2-40B4-BE49-F238E27FC236}">
                <a16:creationId xmlns:a16="http://schemas.microsoft.com/office/drawing/2014/main" id="{29C2A1BB-7F01-4438-85EB-7B924ED0318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57343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178D-C00E-412F-B327-20119FC72EFD}"/>
              </a:ext>
            </a:extLst>
          </p:cNvPr>
          <p:cNvSpPr>
            <a:spLocks noGrp="1"/>
          </p:cNvSpPr>
          <p:nvPr>
            <p:ph type="title"/>
          </p:nvPr>
        </p:nvSpPr>
        <p:spPr>
          <a:xfrm>
            <a:off x="401972" y="0"/>
            <a:ext cx="10515600" cy="1325563"/>
          </a:xfrm>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60D931-BDA7-4519-8DCA-C65BF82CDCA4}"/>
                  </a:ext>
                </a:extLst>
              </p:cNvPr>
              <p:cNvSpPr>
                <a:spLocks noGrp="1"/>
              </p:cNvSpPr>
              <p:nvPr>
                <p:ph idx="1"/>
              </p:nvPr>
            </p:nvSpPr>
            <p:spPr>
              <a:xfrm>
                <a:off x="485863" y="1426372"/>
                <a:ext cx="10515600" cy="5431627"/>
              </a:xfrm>
            </p:spPr>
            <p:txBody>
              <a:bodyPr/>
              <a:lstStyle/>
              <a:p>
                <a:r>
                  <a:rPr lang="en-US" dirty="0"/>
                  <a:t>Is there an alien life on the planet Venus?</a:t>
                </a:r>
              </a:p>
              <a:p>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There is no alien life on this planet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oMath>
                </a14:m>
                <a:r>
                  <a:rPr lang="en-US" dirty="0"/>
                  <a:t>: There is alien life on this planet</a:t>
                </a:r>
              </a:p>
              <a:p>
                <a:endParaRPr lang="en-US" dirty="0"/>
              </a:p>
              <a:p>
                <a:pPr marL="0" indent="0">
                  <a:buNone/>
                </a:pPr>
                <a:r>
                  <a:rPr lang="en-US" dirty="0"/>
                  <a:t>What have you learned?</a:t>
                </a:r>
              </a:p>
              <a:p>
                <a:endParaRPr lang="en-US" dirty="0"/>
              </a:p>
              <a:p>
                <a:pPr marL="0" indent="0">
                  <a:buNone/>
                </a:pPr>
                <a:r>
                  <a:rPr lang="en-US" dirty="0"/>
                  <a:t>Testing: Does the evidence we collected make H0 look ridiculous?</a:t>
                </a:r>
              </a:p>
              <a:p>
                <a:pPr marL="0" indent="0">
                  <a:buNone/>
                </a:pPr>
                <a:endParaRPr lang="en-US" dirty="0"/>
              </a:p>
              <a:p>
                <a:pPr marL="0" indent="0">
                  <a:buNone/>
                </a:pPr>
                <a:r>
                  <a:rPr lang="en-US" dirty="0"/>
                  <a:t>What have you learned?</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0860D931-BDA7-4519-8DCA-C65BF82CDCA4}"/>
                  </a:ext>
                </a:extLst>
              </p:cNvPr>
              <p:cNvSpPr>
                <a:spLocks noGrp="1" noRot="1" noChangeAspect="1" noMove="1" noResize="1" noEditPoints="1" noAdjustHandles="1" noChangeArrowheads="1" noChangeShapeType="1" noTextEdit="1"/>
              </p:cNvSpPr>
              <p:nvPr>
                <p:ph idx="1"/>
              </p:nvPr>
            </p:nvSpPr>
            <p:spPr>
              <a:xfrm>
                <a:off x="485863" y="1426372"/>
                <a:ext cx="10515600" cy="5431627"/>
              </a:xfrm>
              <a:blipFill>
                <a:blip r:embed="rId2"/>
                <a:stretch>
                  <a:fillRect l="-1217" t="-190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3E88A06-383E-40B4-B675-81A2A829F888}"/>
              </a:ext>
            </a:extLst>
          </p:cNvPr>
          <p:cNvPicPr>
            <a:picLocks noChangeAspect="1"/>
          </p:cNvPicPr>
          <p:nvPr/>
        </p:nvPicPr>
        <p:blipFill>
          <a:blip r:embed="rId3"/>
          <a:stretch>
            <a:fillRect/>
          </a:stretch>
        </p:blipFill>
        <p:spPr>
          <a:xfrm>
            <a:off x="7095558" y="2050593"/>
            <a:ext cx="4951011" cy="2756813"/>
          </a:xfrm>
          <a:prstGeom prst="rect">
            <a:avLst/>
          </a:prstGeom>
        </p:spPr>
      </p:pic>
      <p:sp>
        <p:nvSpPr>
          <p:cNvPr id="6" name="TextBox 5">
            <a:extLst>
              <a:ext uri="{FF2B5EF4-FFF2-40B4-BE49-F238E27FC236}">
                <a16:creationId xmlns:a16="http://schemas.microsoft.com/office/drawing/2014/main" id="{404D69EE-3A5B-4C7A-A3C0-F52721E82305}"/>
              </a:ext>
            </a:extLst>
          </p:cNvPr>
          <p:cNvSpPr txBox="1"/>
          <p:nvPr/>
        </p:nvSpPr>
        <p:spPr>
          <a:xfrm>
            <a:off x="4909457" y="3892274"/>
            <a:ext cx="1186543" cy="461665"/>
          </a:xfrm>
          <a:prstGeom prst="rect">
            <a:avLst/>
          </a:prstGeom>
          <a:noFill/>
        </p:spPr>
        <p:txBody>
          <a:bodyPr wrap="none" rtlCol="0">
            <a:spAutoFit/>
          </a:bodyPr>
          <a:lstStyle/>
          <a:p>
            <a:r>
              <a:rPr lang="en-US" sz="2400" dirty="0">
                <a:solidFill>
                  <a:schemeClr val="accent2"/>
                </a:solidFill>
              </a:rPr>
              <a:t>Nothing</a:t>
            </a:r>
          </a:p>
        </p:txBody>
      </p:sp>
      <p:pic>
        <p:nvPicPr>
          <p:cNvPr id="7" name="Picture 6">
            <a:extLst>
              <a:ext uri="{FF2B5EF4-FFF2-40B4-BE49-F238E27FC236}">
                <a16:creationId xmlns:a16="http://schemas.microsoft.com/office/drawing/2014/main" id="{94D6B7D8-6AC7-4FC1-B179-651FF2E0BBD9}"/>
              </a:ext>
            </a:extLst>
          </p:cNvPr>
          <p:cNvPicPr>
            <a:picLocks noChangeAspect="1"/>
          </p:cNvPicPr>
          <p:nvPr/>
        </p:nvPicPr>
        <p:blipFill>
          <a:blip r:embed="rId4"/>
          <a:stretch>
            <a:fillRect/>
          </a:stretch>
        </p:blipFill>
        <p:spPr>
          <a:xfrm>
            <a:off x="7095558" y="1949785"/>
            <a:ext cx="5003144" cy="2958430"/>
          </a:xfrm>
          <a:prstGeom prst="rect">
            <a:avLst/>
          </a:prstGeom>
        </p:spPr>
      </p:pic>
      <p:sp>
        <p:nvSpPr>
          <p:cNvPr id="8" name="TextBox 7">
            <a:extLst>
              <a:ext uri="{FF2B5EF4-FFF2-40B4-BE49-F238E27FC236}">
                <a16:creationId xmlns:a16="http://schemas.microsoft.com/office/drawing/2014/main" id="{8B645822-BE76-4285-89D5-CC8646588C18}"/>
              </a:ext>
            </a:extLst>
          </p:cNvPr>
          <p:cNvSpPr txBox="1"/>
          <p:nvPr/>
        </p:nvSpPr>
        <p:spPr>
          <a:xfrm>
            <a:off x="5369865" y="5931225"/>
            <a:ext cx="5026441" cy="461665"/>
          </a:xfrm>
          <a:prstGeom prst="rect">
            <a:avLst/>
          </a:prstGeom>
          <a:noFill/>
        </p:spPr>
        <p:txBody>
          <a:bodyPr wrap="none" rtlCol="0">
            <a:spAutoFit/>
          </a:bodyPr>
          <a:lstStyle/>
          <a:p>
            <a:r>
              <a:rPr lang="en-US" sz="2400" dirty="0">
                <a:solidFill>
                  <a:schemeClr val="accent2"/>
                </a:solidFill>
              </a:rPr>
              <a:t>We have enough evidence to reject H0</a:t>
            </a:r>
          </a:p>
        </p:txBody>
      </p:sp>
      <p:pic>
        <p:nvPicPr>
          <p:cNvPr id="9" name="Picture 8">
            <a:extLst>
              <a:ext uri="{FF2B5EF4-FFF2-40B4-BE49-F238E27FC236}">
                <a16:creationId xmlns:a16="http://schemas.microsoft.com/office/drawing/2014/main" id="{6EC79464-7509-4C9E-A8B7-BD2EE71D902D}"/>
              </a:ext>
            </a:extLst>
          </p:cNvPr>
          <p:cNvPicPr>
            <a:picLocks noChangeAspect="1"/>
          </p:cNvPicPr>
          <p:nvPr/>
        </p:nvPicPr>
        <p:blipFill>
          <a:blip r:embed="rId5"/>
          <a:stretch>
            <a:fillRect/>
          </a:stretch>
        </p:blipFill>
        <p:spPr>
          <a:xfrm>
            <a:off x="7004894" y="1838426"/>
            <a:ext cx="5093808" cy="3120194"/>
          </a:xfrm>
          <a:prstGeom prst="rect">
            <a:avLst/>
          </a:prstGeom>
        </p:spPr>
      </p:pic>
      <p:sp>
        <p:nvSpPr>
          <p:cNvPr id="10" name="TextBox 9">
            <a:extLst>
              <a:ext uri="{FF2B5EF4-FFF2-40B4-BE49-F238E27FC236}">
                <a16:creationId xmlns:a16="http://schemas.microsoft.com/office/drawing/2014/main" id="{5EAA9AE9-5FA8-4B3A-9490-068A8F836CD3}"/>
              </a:ext>
            </a:extLst>
          </p:cNvPr>
          <p:cNvSpPr txBox="1"/>
          <p:nvPr/>
        </p:nvSpPr>
        <p:spPr>
          <a:xfrm>
            <a:off x="7095558" y="911652"/>
            <a:ext cx="5341206" cy="830997"/>
          </a:xfrm>
          <a:prstGeom prst="rect">
            <a:avLst/>
          </a:prstGeom>
          <a:noFill/>
        </p:spPr>
        <p:txBody>
          <a:bodyPr wrap="none" rtlCol="0">
            <a:spAutoFit/>
          </a:bodyPr>
          <a:lstStyle/>
          <a:p>
            <a:r>
              <a:rPr lang="en-US" sz="2400" dirty="0">
                <a:solidFill>
                  <a:schemeClr val="accent2"/>
                </a:solidFill>
              </a:rPr>
              <a:t>If we did not see any evidence, we go for </a:t>
            </a:r>
          </a:p>
          <a:p>
            <a:r>
              <a:rPr lang="en-US" sz="2400" dirty="0">
                <a:solidFill>
                  <a:schemeClr val="accent2"/>
                </a:solidFill>
              </a:rPr>
              <a:t>default hypothesis, and fail to reject H0 </a:t>
            </a:r>
          </a:p>
        </p:txBody>
      </p:sp>
    </p:spTree>
    <p:extLst>
      <p:ext uri="{BB962C8B-B14F-4D97-AF65-F5344CB8AC3E}">
        <p14:creationId xmlns:p14="http://schemas.microsoft.com/office/powerpoint/2010/main" val="339240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0CEA-66BA-4F52-ACE3-82984C867E94}"/>
              </a:ext>
            </a:extLst>
          </p:cNvPr>
          <p:cNvSpPr>
            <a:spLocks noGrp="1"/>
          </p:cNvSpPr>
          <p:nvPr>
            <p:ph type="title"/>
          </p:nvPr>
        </p:nvSpPr>
        <p:spPr>
          <a:xfrm>
            <a:off x="290471" y="160230"/>
            <a:ext cx="11360800" cy="763600"/>
          </a:xfrm>
        </p:spPr>
        <p:txBody>
          <a:bodyPr/>
          <a:lstStyle/>
          <a:p>
            <a:r>
              <a:rPr lang="en" dirty="0">
                <a:solidFill>
                  <a:srgbClr val="1155CC"/>
                </a:solidFill>
              </a:rPr>
              <a:t>Hypothesis Testing</a:t>
            </a:r>
            <a:endParaRPr lang="en-US" dirty="0"/>
          </a:p>
        </p:txBody>
      </p:sp>
      <p:sp>
        <p:nvSpPr>
          <p:cNvPr id="3" name="Text Placeholder 2">
            <a:extLst>
              <a:ext uri="{FF2B5EF4-FFF2-40B4-BE49-F238E27FC236}">
                <a16:creationId xmlns:a16="http://schemas.microsoft.com/office/drawing/2014/main" id="{E13962A2-0ACA-42AD-8179-3897F9042288}"/>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35B146AC-B4D4-4074-A634-CB2BE868591E}"/>
              </a:ext>
            </a:extLst>
          </p:cNvPr>
          <p:cNvPicPr>
            <a:picLocks noChangeAspect="1"/>
          </p:cNvPicPr>
          <p:nvPr/>
        </p:nvPicPr>
        <p:blipFill>
          <a:blip r:embed="rId2"/>
          <a:stretch>
            <a:fillRect/>
          </a:stretch>
        </p:blipFill>
        <p:spPr>
          <a:xfrm>
            <a:off x="9364027" y="542030"/>
            <a:ext cx="1876425" cy="1562100"/>
          </a:xfrm>
          <a:prstGeom prst="rect">
            <a:avLst/>
          </a:prstGeom>
        </p:spPr>
      </p:pic>
      <p:pic>
        <p:nvPicPr>
          <p:cNvPr id="5" name="Picture 4">
            <a:extLst>
              <a:ext uri="{FF2B5EF4-FFF2-40B4-BE49-F238E27FC236}">
                <a16:creationId xmlns:a16="http://schemas.microsoft.com/office/drawing/2014/main" id="{1F57073B-8588-4D8E-ACFB-7D9CB0E28F39}"/>
              </a:ext>
            </a:extLst>
          </p:cNvPr>
          <p:cNvPicPr>
            <a:picLocks noChangeAspect="1"/>
          </p:cNvPicPr>
          <p:nvPr/>
        </p:nvPicPr>
        <p:blipFill>
          <a:blip r:embed="rId3"/>
          <a:stretch>
            <a:fillRect/>
          </a:stretch>
        </p:blipFill>
        <p:spPr>
          <a:xfrm>
            <a:off x="7488864" y="723005"/>
            <a:ext cx="1400175" cy="1200150"/>
          </a:xfrm>
          <a:prstGeom prst="rect">
            <a:avLst/>
          </a:prstGeom>
        </p:spPr>
      </p:pic>
      <p:pic>
        <p:nvPicPr>
          <p:cNvPr id="6" name="Picture 5">
            <a:extLst>
              <a:ext uri="{FF2B5EF4-FFF2-40B4-BE49-F238E27FC236}">
                <a16:creationId xmlns:a16="http://schemas.microsoft.com/office/drawing/2014/main" id="{8FB6CC03-EA0F-4C10-91D3-C3097BCF8604}"/>
              </a:ext>
            </a:extLst>
          </p:cNvPr>
          <p:cNvPicPr>
            <a:picLocks noChangeAspect="1"/>
          </p:cNvPicPr>
          <p:nvPr/>
        </p:nvPicPr>
        <p:blipFill>
          <a:blip r:embed="rId4"/>
          <a:stretch>
            <a:fillRect/>
          </a:stretch>
        </p:blipFill>
        <p:spPr>
          <a:xfrm>
            <a:off x="951548" y="723005"/>
            <a:ext cx="7115175" cy="3924300"/>
          </a:xfrm>
          <a:prstGeom prst="rect">
            <a:avLst/>
          </a:prstGeom>
        </p:spPr>
      </p:pic>
      <p:pic>
        <p:nvPicPr>
          <p:cNvPr id="7" name="Picture 6">
            <a:extLst>
              <a:ext uri="{FF2B5EF4-FFF2-40B4-BE49-F238E27FC236}">
                <a16:creationId xmlns:a16="http://schemas.microsoft.com/office/drawing/2014/main" id="{8478E30B-9CAB-4214-A2CA-28483673A1F2}"/>
              </a:ext>
            </a:extLst>
          </p:cNvPr>
          <p:cNvPicPr>
            <a:picLocks noChangeAspect="1"/>
          </p:cNvPicPr>
          <p:nvPr/>
        </p:nvPicPr>
        <p:blipFill>
          <a:blip r:embed="rId5"/>
          <a:stretch>
            <a:fillRect/>
          </a:stretch>
        </p:blipFill>
        <p:spPr>
          <a:xfrm>
            <a:off x="5486400" y="2810577"/>
            <a:ext cx="2152650" cy="3200400"/>
          </a:xfrm>
          <a:prstGeom prst="rect">
            <a:avLst/>
          </a:prstGeom>
        </p:spPr>
      </p:pic>
      <p:sp>
        <p:nvSpPr>
          <p:cNvPr id="8" name="TextBox 7">
            <a:extLst>
              <a:ext uri="{FF2B5EF4-FFF2-40B4-BE49-F238E27FC236}">
                <a16:creationId xmlns:a16="http://schemas.microsoft.com/office/drawing/2014/main" id="{96804D09-DB62-4871-A174-AD9A972F18B0}"/>
              </a:ext>
            </a:extLst>
          </p:cNvPr>
          <p:cNvSpPr txBox="1"/>
          <p:nvPr/>
        </p:nvSpPr>
        <p:spPr>
          <a:xfrm>
            <a:off x="8062484" y="3714623"/>
            <a:ext cx="2603085" cy="646331"/>
          </a:xfrm>
          <a:prstGeom prst="rect">
            <a:avLst/>
          </a:prstGeom>
          <a:noFill/>
        </p:spPr>
        <p:txBody>
          <a:bodyPr wrap="none" rtlCol="0">
            <a:spAutoFit/>
          </a:bodyPr>
          <a:lstStyle/>
          <a:p>
            <a:r>
              <a:rPr lang="en-US" dirty="0"/>
              <a:t>Not everyone recover in </a:t>
            </a:r>
          </a:p>
          <a:p>
            <a:r>
              <a:rPr lang="en-US" dirty="0"/>
              <a:t>The same amount of time</a:t>
            </a:r>
          </a:p>
        </p:txBody>
      </p:sp>
      <p:pic>
        <p:nvPicPr>
          <p:cNvPr id="9" name="Picture 8">
            <a:extLst>
              <a:ext uri="{FF2B5EF4-FFF2-40B4-BE49-F238E27FC236}">
                <a16:creationId xmlns:a16="http://schemas.microsoft.com/office/drawing/2014/main" id="{50B68E98-8608-498B-8DCE-DDFFE91F834B}"/>
              </a:ext>
            </a:extLst>
          </p:cNvPr>
          <p:cNvPicPr>
            <a:picLocks noChangeAspect="1"/>
          </p:cNvPicPr>
          <p:nvPr/>
        </p:nvPicPr>
        <p:blipFill>
          <a:blip r:embed="rId6"/>
          <a:stretch>
            <a:fillRect/>
          </a:stretch>
        </p:blipFill>
        <p:spPr>
          <a:xfrm>
            <a:off x="3426833" y="2848677"/>
            <a:ext cx="1847850" cy="1562100"/>
          </a:xfrm>
          <a:prstGeom prst="rect">
            <a:avLst/>
          </a:prstGeom>
        </p:spPr>
      </p:pic>
      <p:pic>
        <p:nvPicPr>
          <p:cNvPr id="10" name="Picture 9">
            <a:extLst>
              <a:ext uri="{FF2B5EF4-FFF2-40B4-BE49-F238E27FC236}">
                <a16:creationId xmlns:a16="http://schemas.microsoft.com/office/drawing/2014/main" id="{E9109395-247C-4D16-9925-ABFA23785803}"/>
              </a:ext>
            </a:extLst>
          </p:cNvPr>
          <p:cNvPicPr>
            <a:picLocks noChangeAspect="1"/>
          </p:cNvPicPr>
          <p:nvPr/>
        </p:nvPicPr>
        <p:blipFill>
          <a:blip r:embed="rId7"/>
          <a:stretch>
            <a:fillRect/>
          </a:stretch>
        </p:blipFill>
        <p:spPr>
          <a:xfrm>
            <a:off x="7639050" y="2924677"/>
            <a:ext cx="676275" cy="3067050"/>
          </a:xfrm>
          <a:prstGeom prst="rect">
            <a:avLst/>
          </a:prstGeom>
        </p:spPr>
      </p:pic>
      <p:pic>
        <p:nvPicPr>
          <p:cNvPr id="11" name="Picture 10">
            <a:extLst>
              <a:ext uri="{FF2B5EF4-FFF2-40B4-BE49-F238E27FC236}">
                <a16:creationId xmlns:a16="http://schemas.microsoft.com/office/drawing/2014/main" id="{D44CB4C5-936C-4532-B193-079F7114E728}"/>
              </a:ext>
            </a:extLst>
          </p:cNvPr>
          <p:cNvPicPr>
            <a:picLocks noChangeAspect="1"/>
          </p:cNvPicPr>
          <p:nvPr/>
        </p:nvPicPr>
        <p:blipFill>
          <a:blip r:embed="rId8"/>
          <a:stretch>
            <a:fillRect/>
          </a:stretch>
        </p:blipFill>
        <p:spPr>
          <a:xfrm>
            <a:off x="6473618" y="2767514"/>
            <a:ext cx="2552700" cy="3381375"/>
          </a:xfrm>
          <a:prstGeom prst="rect">
            <a:avLst/>
          </a:prstGeom>
        </p:spPr>
      </p:pic>
      <p:sp>
        <p:nvSpPr>
          <p:cNvPr id="12" name="TextBox 11">
            <a:extLst>
              <a:ext uri="{FF2B5EF4-FFF2-40B4-BE49-F238E27FC236}">
                <a16:creationId xmlns:a16="http://schemas.microsoft.com/office/drawing/2014/main" id="{608A26A1-1EFB-4B20-95D9-DA473B617E7F}"/>
              </a:ext>
            </a:extLst>
          </p:cNvPr>
          <p:cNvSpPr txBox="1"/>
          <p:nvPr/>
        </p:nvSpPr>
        <p:spPr>
          <a:xfrm>
            <a:off x="415600" y="6169612"/>
            <a:ext cx="8757590" cy="369332"/>
          </a:xfrm>
          <a:prstGeom prst="rect">
            <a:avLst/>
          </a:prstGeom>
          <a:noFill/>
        </p:spPr>
        <p:txBody>
          <a:bodyPr wrap="none" rtlCol="0">
            <a:spAutoFit/>
          </a:bodyPr>
          <a:lstStyle/>
          <a:p>
            <a:r>
              <a:rPr lang="en-US" dirty="0"/>
              <a:t>People taking </a:t>
            </a:r>
            <a:r>
              <a:rPr lang="en-US" b="1" dirty="0"/>
              <a:t>Drug A</a:t>
            </a:r>
            <a:r>
              <a:rPr lang="en-US" dirty="0"/>
              <a:t> need on average, </a:t>
            </a:r>
            <a:r>
              <a:rPr lang="en-US" b="1" dirty="0"/>
              <a:t>15</a:t>
            </a:r>
            <a:r>
              <a:rPr lang="en-US" dirty="0"/>
              <a:t> fewer hours to recover than people taking </a:t>
            </a:r>
            <a:r>
              <a:rPr lang="en-US" b="1" dirty="0"/>
              <a:t>drug B</a:t>
            </a:r>
          </a:p>
        </p:txBody>
      </p:sp>
    </p:spTree>
    <p:extLst>
      <p:ext uri="{BB962C8B-B14F-4D97-AF65-F5344CB8AC3E}">
        <p14:creationId xmlns:p14="http://schemas.microsoft.com/office/powerpoint/2010/main" val="41469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EF00-2A1F-43B3-A39B-C3316C71C324}"/>
              </a:ext>
            </a:extLst>
          </p:cNvPr>
          <p:cNvSpPr>
            <a:spLocks noGrp="1"/>
          </p:cNvSpPr>
          <p:nvPr>
            <p:ph type="title"/>
          </p:nvPr>
        </p:nvSpPr>
        <p:spPr>
          <a:xfrm>
            <a:off x="136468" y="2567"/>
            <a:ext cx="11360800" cy="763600"/>
          </a:xfrm>
        </p:spPr>
        <p:txBody>
          <a:bodyPr/>
          <a:lstStyle/>
          <a:p>
            <a:r>
              <a:rPr lang="en" dirty="0">
                <a:solidFill>
                  <a:srgbClr val="1155CC"/>
                </a:solidFill>
              </a:rPr>
              <a:t>Hypothesis Testing</a:t>
            </a:r>
            <a:endParaRPr lang="en-US" dirty="0"/>
          </a:p>
        </p:txBody>
      </p:sp>
      <p:pic>
        <p:nvPicPr>
          <p:cNvPr id="4" name="Picture 3">
            <a:extLst>
              <a:ext uri="{FF2B5EF4-FFF2-40B4-BE49-F238E27FC236}">
                <a16:creationId xmlns:a16="http://schemas.microsoft.com/office/drawing/2014/main" id="{2792D18F-65C2-48DE-9D90-3F7AB331E2B1}"/>
              </a:ext>
            </a:extLst>
          </p:cNvPr>
          <p:cNvPicPr>
            <a:picLocks noChangeAspect="1"/>
          </p:cNvPicPr>
          <p:nvPr/>
        </p:nvPicPr>
        <p:blipFill>
          <a:blip r:embed="rId2"/>
          <a:stretch>
            <a:fillRect/>
          </a:stretch>
        </p:blipFill>
        <p:spPr>
          <a:xfrm>
            <a:off x="661536" y="997167"/>
            <a:ext cx="2552700" cy="3381375"/>
          </a:xfrm>
          <a:prstGeom prst="rect">
            <a:avLst/>
          </a:prstGeom>
        </p:spPr>
      </p:pic>
      <p:pic>
        <p:nvPicPr>
          <p:cNvPr id="5" name="Picture 4">
            <a:extLst>
              <a:ext uri="{FF2B5EF4-FFF2-40B4-BE49-F238E27FC236}">
                <a16:creationId xmlns:a16="http://schemas.microsoft.com/office/drawing/2014/main" id="{3069E353-3090-45B5-A12A-97F9AE174EDF}"/>
              </a:ext>
            </a:extLst>
          </p:cNvPr>
          <p:cNvPicPr>
            <a:picLocks noChangeAspect="1"/>
          </p:cNvPicPr>
          <p:nvPr/>
        </p:nvPicPr>
        <p:blipFill>
          <a:blip r:embed="rId3"/>
          <a:stretch>
            <a:fillRect/>
          </a:stretch>
        </p:blipFill>
        <p:spPr>
          <a:xfrm>
            <a:off x="4143977" y="889058"/>
            <a:ext cx="2057901" cy="3489484"/>
          </a:xfrm>
          <a:prstGeom prst="rect">
            <a:avLst/>
          </a:prstGeom>
        </p:spPr>
      </p:pic>
      <p:sp>
        <p:nvSpPr>
          <p:cNvPr id="6" name="TextBox 5">
            <a:extLst>
              <a:ext uri="{FF2B5EF4-FFF2-40B4-BE49-F238E27FC236}">
                <a16:creationId xmlns:a16="http://schemas.microsoft.com/office/drawing/2014/main" id="{A83CABF6-DA53-4F07-958B-5546C407F00D}"/>
              </a:ext>
            </a:extLst>
          </p:cNvPr>
          <p:cNvSpPr txBox="1"/>
          <p:nvPr/>
        </p:nvSpPr>
        <p:spPr>
          <a:xfrm>
            <a:off x="5628969" y="1867302"/>
            <a:ext cx="1920910" cy="369332"/>
          </a:xfrm>
          <a:prstGeom prst="rect">
            <a:avLst/>
          </a:prstGeom>
          <a:noFill/>
        </p:spPr>
        <p:txBody>
          <a:bodyPr wrap="none" rtlCol="0">
            <a:spAutoFit/>
          </a:bodyPr>
          <a:lstStyle/>
          <a:p>
            <a:r>
              <a:rPr lang="en-US" dirty="0"/>
              <a:t>35 hour difference</a:t>
            </a:r>
          </a:p>
        </p:txBody>
      </p:sp>
      <p:pic>
        <p:nvPicPr>
          <p:cNvPr id="7" name="Picture 6">
            <a:extLst>
              <a:ext uri="{FF2B5EF4-FFF2-40B4-BE49-F238E27FC236}">
                <a16:creationId xmlns:a16="http://schemas.microsoft.com/office/drawing/2014/main" id="{D636DA9C-059B-4F64-BFC8-299DD4D14F2B}"/>
              </a:ext>
            </a:extLst>
          </p:cNvPr>
          <p:cNvPicPr>
            <a:picLocks noChangeAspect="1"/>
          </p:cNvPicPr>
          <p:nvPr/>
        </p:nvPicPr>
        <p:blipFill>
          <a:blip r:embed="rId4"/>
          <a:stretch>
            <a:fillRect/>
          </a:stretch>
        </p:blipFill>
        <p:spPr>
          <a:xfrm>
            <a:off x="7446238" y="1122797"/>
            <a:ext cx="2295525" cy="3476625"/>
          </a:xfrm>
          <a:prstGeom prst="rect">
            <a:avLst/>
          </a:prstGeom>
        </p:spPr>
      </p:pic>
      <p:pic>
        <p:nvPicPr>
          <p:cNvPr id="8" name="Picture 7">
            <a:extLst>
              <a:ext uri="{FF2B5EF4-FFF2-40B4-BE49-F238E27FC236}">
                <a16:creationId xmlns:a16="http://schemas.microsoft.com/office/drawing/2014/main" id="{33661316-6F08-4BE4-96E9-6480AE3284DA}"/>
              </a:ext>
            </a:extLst>
          </p:cNvPr>
          <p:cNvPicPr>
            <a:picLocks noChangeAspect="1"/>
          </p:cNvPicPr>
          <p:nvPr/>
        </p:nvPicPr>
        <p:blipFill>
          <a:blip r:embed="rId5"/>
          <a:stretch>
            <a:fillRect/>
          </a:stretch>
        </p:blipFill>
        <p:spPr>
          <a:xfrm>
            <a:off x="9915525" y="1227571"/>
            <a:ext cx="2276475" cy="3267075"/>
          </a:xfrm>
          <a:prstGeom prst="rect">
            <a:avLst/>
          </a:prstGeom>
        </p:spPr>
      </p:pic>
      <p:pic>
        <p:nvPicPr>
          <p:cNvPr id="9" name="Picture 8">
            <a:extLst>
              <a:ext uri="{FF2B5EF4-FFF2-40B4-BE49-F238E27FC236}">
                <a16:creationId xmlns:a16="http://schemas.microsoft.com/office/drawing/2014/main" id="{E2CF73C5-5071-42D1-A5D3-3FE3BC0D3325}"/>
              </a:ext>
            </a:extLst>
          </p:cNvPr>
          <p:cNvPicPr>
            <a:picLocks noChangeAspect="1"/>
          </p:cNvPicPr>
          <p:nvPr/>
        </p:nvPicPr>
        <p:blipFill>
          <a:blip r:embed="rId6"/>
          <a:stretch>
            <a:fillRect/>
          </a:stretch>
        </p:blipFill>
        <p:spPr>
          <a:xfrm>
            <a:off x="3960088" y="889058"/>
            <a:ext cx="8103120" cy="4472214"/>
          </a:xfrm>
          <a:prstGeom prst="rect">
            <a:avLst/>
          </a:prstGeom>
        </p:spPr>
      </p:pic>
      <p:sp>
        <p:nvSpPr>
          <p:cNvPr id="10" name="TextBox 9">
            <a:extLst>
              <a:ext uri="{FF2B5EF4-FFF2-40B4-BE49-F238E27FC236}">
                <a16:creationId xmlns:a16="http://schemas.microsoft.com/office/drawing/2014/main" id="{FA1B753F-893D-491A-BD49-9B83A2E8679A}"/>
              </a:ext>
            </a:extLst>
          </p:cNvPr>
          <p:cNvSpPr txBox="1"/>
          <p:nvPr/>
        </p:nvSpPr>
        <p:spPr>
          <a:xfrm>
            <a:off x="463727" y="5665494"/>
            <a:ext cx="4021646" cy="923330"/>
          </a:xfrm>
          <a:prstGeom prst="rect">
            <a:avLst/>
          </a:prstGeom>
          <a:noFill/>
        </p:spPr>
        <p:txBody>
          <a:bodyPr wrap="square" rtlCol="0">
            <a:spAutoFit/>
          </a:bodyPr>
          <a:lstStyle/>
          <a:p>
            <a:r>
              <a:rPr lang="en-US" dirty="0"/>
              <a:t>People taking </a:t>
            </a:r>
            <a:r>
              <a:rPr lang="en-US" b="1" dirty="0"/>
              <a:t>Drug A</a:t>
            </a:r>
            <a:r>
              <a:rPr lang="en-US" dirty="0"/>
              <a:t> need on average, </a:t>
            </a:r>
            <a:r>
              <a:rPr lang="en-US" b="1" dirty="0"/>
              <a:t>15</a:t>
            </a:r>
            <a:r>
              <a:rPr lang="en-US" dirty="0"/>
              <a:t> fewer hours to recover than people taking </a:t>
            </a:r>
            <a:r>
              <a:rPr lang="en-US" b="1" dirty="0"/>
              <a:t>drug B</a:t>
            </a:r>
          </a:p>
        </p:txBody>
      </p:sp>
      <p:sp>
        <p:nvSpPr>
          <p:cNvPr id="11" name="TextBox 10">
            <a:extLst>
              <a:ext uri="{FF2B5EF4-FFF2-40B4-BE49-F238E27FC236}">
                <a16:creationId xmlns:a16="http://schemas.microsoft.com/office/drawing/2014/main" id="{C5B149BE-361D-4D91-A9DE-3F45306C017A}"/>
              </a:ext>
            </a:extLst>
          </p:cNvPr>
          <p:cNvSpPr txBox="1"/>
          <p:nvPr/>
        </p:nvSpPr>
        <p:spPr>
          <a:xfrm>
            <a:off x="4899369" y="5644112"/>
            <a:ext cx="4021646" cy="923330"/>
          </a:xfrm>
          <a:prstGeom prst="rect">
            <a:avLst/>
          </a:prstGeom>
          <a:noFill/>
        </p:spPr>
        <p:txBody>
          <a:bodyPr wrap="square" rtlCol="0">
            <a:spAutoFit/>
          </a:bodyPr>
          <a:lstStyle/>
          <a:p>
            <a:r>
              <a:rPr lang="en-US" dirty="0"/>
              <a:t>We can confidently reject this hypothesis that we came up with after doing preliminary experiments</a:t>
            </a:r>
            <a:endParaRPr lang="en-US" b="1" dirty="0"/>
          </a:p>
        </p:txBody>
      </p:sp>
      <p:sp>
        <p:nvSpPr>
          <p:cNvPr id="12" name="Multiplication Sign 11">
            <a:extLst>
              <a:ext uri="{FF2B5EF4-FFF2-40B4-BE49-F238E27FC236}">
                <a16:creationId xmlns:a16="http://schemas.microsoft.com/office/drawing/2014/main" id="{E92D6F07-AAFB-4375-8096-6B7BB181B97C}"/>
              </a:ext>
            </a:extLst>
          </p:cNvPr>
          <p:cNvSpPr/>
          <p:nvPr/>
        </p:nvSpPr>
        <p:spPr>
          <a:xfrm>
            <a:off x="1499827" y="5426900"/>
            <a:ext cx="1588168" cy="116192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654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57C3-3B48-4D55-A036-59F01457D77F}"/>
              </a:ext>
            </a:extLst>
          </p:cNvPr>
          <p:cNvSpPr>
            <a:spLocks noGrp="1"/>
          </p:cNvSpPr>
          <p:nvPr>
            <p:ph type="title"/>
          </p:nvPr>
        </p:nvSpPr>
        <p:spPr>
          <a:xfrm>
            <a:off x="223095" y="2567"/>
            <a:ext cx="11360800" cy="763600"/>
          </a:xfrm>
        </p:spPr>
        <p:txBody>
          <a:bodyPr/>
          <a:lstStyle/>
          <a:p>
            <a:r>
              <a:rPr lang="en" dirty="0">
                <a:solidFill>
                  <a:srgbClr val="1155CC"/>
                </a:solidFill>
              </a:rPr>
              <a:t>Hypothesis Testing</a:t>
            </a:r>
            <a:endParaRPr lang="en-US" dirty="0"/>
          </a:p>
        </p:txBody>
      </p:sp>
      <p:pic>
        <p:nvPicPr>
          <p:cNvPr id="4" name="Picture 3">
            <a:extLst>
              <a:ext uri="{FF2B5EF4-FFF2-40B4-BE49-F238E27FC236}">
                <a16:creationId xmlns:a16="http://schemas.microsoft.com/office/drawing/2014/main" id="{9C682AE8-E8CC-4A4C-BCD0-006E0BD78686}"/>
              </a:ext>
            </a:extLst>
          </p:cNvPr>
          <p:cNvPicPr>
            <a:picLocks noChangeAspect="1"/>
          </p:cNvPicPr>
          <p:nvPr/>
        </p:nvPicPr>
        <p:blipFill>
          <a:blip r:embed="rId2"/>
          <a:stretch>
            <a:fillRect/>
          </a:stretch>
        </p:blipFill>
        <p:spPr>
          <a:xfrm>
            <a:off x="8143924" y="196516"/>
            <a:ext cx="1381125" cy="1409700"/>
          </a:xfrm>
          <a:prstGeom prst="rect">
            <a:avLst/>
          </a:prstGeom>
        </p:spPr>
      </p:pic>
      <p:pic>
        <p:nvPicPr>
          <p:cNvPr id="5" name="Picture 4">
            <a:extLst>
              <a:ext uri="{FF2B5EF4-FFF2-40B4-BE49-F238E27FC236}">
                <a16:creationId xmlns:a16="http://schemas.microsoft.com/office/drawing/2014/main" id="{7DACC9FB-CF92-49D7-BB91-27BAFC3B4C7C}"/>
              </a:ext>
            </a:extLst>
          </p:cNvPr>
          <p:cNvPicPr>
            <a:picLocks noChangeAspect="1"/>
          </p:cNvPicPr>
          <p:nvPr/>
        </p:nvPicPr>
        <p:blipFill>
          <a:blip r:embed="rId3"/>
          <a:stretch>
            <a:fillRect/>
          </a:stretch>
        </p:blipFill>
        <p:spPr>
          <a:xfrm>
            <a:off x="10230301" y="-25467"/>
            <a:ext cx="1876425" cy="1562100"/>
          </a:xfrm>
          <a:prstGeom prst="rect">
            <a:avLst/>
          </a:prstGeom>
        </p:spPr>
      </p:pic>
      <p:pic>
        <p:nvPicPr>
          <p:cNvPr id="6" name="Picture 5">
            <a:extLst>
              <a:ext uri="{FF2B5EF4-FFF2-40B4-BE49-F238E27FC236}">
                <a16:creationId xmlns:a16="http://schemas.microsoft.com/office/drawing/2014/main" id="{CFBDDD0F-64AC-4C1F-9F02-C9541332E4A0}"/>
              </a:ext>
            </a:extLst>
          </p:cNvPr>
          <p:cNvPicPr>
            <a:picLocks noChangeAspect="1"/>
          </p:cNvPicPr>
          <p:nvPr/>
        </p:nvPicPr>
        <p:blipFill>
          <a:blip r:embed="rId4"/>
          <a:stretch>
            <a:fillRect/>
          </a:stretch>
        </p:blipFill>
        <p:spPr>
          <a:xfrm>
            <a:off x="223095" y="1790700"/>
            <a:ext cx="3467100" cy="3276600"/>
          </a:xfrm>
          <a:prstGeom prst="rect">
            <a:avLst/>
          </a:prstGeom>
        </p:spPr>
      </p:pic>
      <p:sp>
        <p:nvSpPr>
          <p:cNvPr id="7" name="TextBox 6">
            <a:extLst>
              <a:ext uri="{FF2B5EF4-FFF2-40B4-BE49-F238E27FC236}">
                <a16:creationId xmlns:a16="http://schemas.microsoft.com/office/drawing/2014/main" id="{247D96E8-621C-4DCB-A2A1-0CB1F0DE870B}"/>
              </a:ext>
            </a:extLst>
          </p:cNvPr>
          <p:cNvSpPr txBox="1"/>
          <p:nvPr/>
        </p:nvSpPr>
        <p:spPr>
          <a:xfrm>
            <a:off x="4592508" y="5721153"/>
            <a:ext cx="4021646" cy="923330"/>
          </a:xfrm>
          <a:prstGeom prst="rect">
            <a:avLst/>
          </a:prstGeom>
          <a:noFill/>
        </p:spPr>
        <p:txBody>
          <a:bodyPr wrap="square" rtlCol="0">
            <a:spAutoFit/>
          </a:bodyPr>
          <a:lstStyle/>
          <a:p>
            <a:r>
              <a:rPr lang="en-US" dirty="0"/>
              <a:t>The only reason the hypothesis is 13 hours is because that was the result from the first experiments</a:t>
            </a:r>
            <a:endParaRPr lang="en-US" b="1" dirty="0"/>
          </a:p>
        </p:txBody>
      </p:sp>
      <p:pic>
        <p:nvPicPr>
          <p:cNvPr id="8" name="Picture 7">
            <a:extLst>
              <a:ext uri="{FF2B5EF4-FFF2-40B4-BE49-F238E27FC236}">
                <a16:creationId xmlns:a16="http://schemas.microsoft.com/office/drawing/2014/main" id="{49BD93D5-4CF5-4C36-ACB7-67B07BDA69D5}"/>
              </a:ext>
            </a:extLst>
          </p:cNvPr>
          <p:cNvPicPr>
            <a:picLocks noChangeAspect="1"/>
          </p:cNvPicPr>
          <p:nvPr/>
        </p:nvPicPr>
        <p:blipFill>
          <a:blip r:embed="rId5"/>
          <a:stretch>
            <a:fillRect/>
          </a:stretch>
        </p:blipFill>
        <p:spPr>
          <a:xfrm>
            <a:off x="4241131" y="1773856"/>
            <a:ext cx="2362200" cy="3238500"/>
          </a:xfrm>
          <a:prstGeom prst="rect">
            <a:avLst/>
          </a:prstGeom>
        </p:spPr>
      </p:pic>
      <p:pic>
        <p:nvPicPr>
          <p:cNvPr id="9" name="Picture 8">
            <a:extLst>
              <a:ext uri="{FF2B5EF4-FFF2-40B4-BE49-F238E27FC236}">
                <a16:creationId xmlns:a16="http://schemas.microsoft.com/office/drawing/2014/main" id="{A16F95F0-351D-4108-8AB0-7216A98B9C90}"/>
              </a:ext>
            </a:extLst>
          </p:cNvPr>
          <p:cNvPicPr>
            <a:picLocks noChangeAspect="1"/>
          </p:cNvPicPr>
          <p:nvPr/>
        </p:nvPicPr>
        <p:blipFill>
          <a:blip r:embed="rId6"/>
          <a:stretch>
            <a:fillRect/>
          </a:stretch>
        </p:blipFill>
        <p:spPr>
          <a:xfrm>
            <a:off x="7248574" y="1676400"/>
            <a:ext cx="2276475" cy="3505200"/>
          </a:xfrm>
          <a:prstGeom prst="rect">
            <a:avLst/>
          </a:prstGeom>
        </p:spPr>
      </p:pic>
      <p:sp>
        <p:nvSpPr>
          <p:cNvPr id="10" name="Rectangle: Rounded Corners 9">
            <a:extLst>
              <a:ext uri="{FF2B5EF4-FFF2-40B4-BE49-F238E27FC236}">
                <a16:creationId xmlns:a16="http://schemas.microsoft.com/office/drawing/2014/main" id="{B2EA9EFC-F3E0-4DDD-9EBF-CBEEB284C1DF}"/>
              </a:ext>
            </a:extLst>
          </p:cNvPr>
          <p:cNvSpPr/>
          <p:nvPr/>
        </p:nvSpPr>
        <p:spPr>
          <a:xfrm>
            <a:off x="6096000" y="2406316"/>
            <a:ext cx="670560" cy="50051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9C7AA80-F6E3-4F1D-A3BA-A47900BFCAB0}"/>
              </a:ext>
            </a:extLst>
          </p:cNvPr>
          <p:cNvSpPr/>
          <p:nvPr/>
        </p:nvSpPr>
        <p:spPr>
          <a:xfrm>
            <a:off x="9126752" y="3178743"/>
            <a:ext cx="670560" cy="661737"/>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B0C1BBB-ADE6-4662-8044-B77FBE16B9DD}"/>
              </a:ext>
            </a:extLst>
          </p:cNvPr>
          <p:cNvSpPr txBox="1"/>
          <p:nvPr/>
        </p:nvSpPr>
        <p:spPr>
          <a:xfrm>
            <a:off x="500624" y="5782568"/>
            <a:ext cx="4021646" cy="923330"/>
          </a:xfrm>
          <a:prstGeom prst="rect">
            <a:avLst/>
          </a:prstGeom>
          <a:noFill/>
        </p:spPr>
        <p:txBody>
          <a:bodyPr wrap="square" rtlCol="0">
            <a:spAutoFit/>
          </a:bodyPr>
          <a:lstStyle/>
          <a:p>
            <a:r>
              <a:rPr lang="en-US" dirty="0"/>
              <a:t>People taking </a:t>
            </a:r>
            <a:r>
              <a:rPr lang="en-US" b="1" dirty="0"/>
              <a:t>Drug C</a:t>
            </a:r>
            <a:r>
              <a:rPr lang="en-US" dirty="0"/>
              <a:t> need on average, </a:t>
            </a:r>
            <a:r>
              <a:rPr lang="en-US" b="1" dirty="0"/>
              <a:t>13</a:t>
            </a:r>
            <a:r>
              <a:rPr lang="en-US" dirty="0"/>
              <a:t> fewer hours to recover than people taking </a:t>
            </a:r>
            <a:r>
              <a:rPr lang="en-US" b="1" dirty="0"/>
              <a:t>drug D</a:t>
            </a:r>
          </a:p>
        </p:txBody>
      </p:sp>
      <p:sp>
        <p:nvSpPr>
          <p:cNvPr id="13" name="TextBox 12">
            <a:extLst>
              <a:ext uri="{FF2B5EF4-FFF2-40B4-BE49-F238E27FC236}">
                <a16:creationId xmlns:a16="http://schemas.microsoft.com/office/drawing/2014/main" id="{3164FD84-785B-4E49-9167-0E74476D5A6E}"/>
              </a:ext>
            </a:extLst>
          </p:cNvPr>
          <p:cNvSpPr txBox="1"/>
          <p:nvPr/>
        </p:nvSpPr>
        <p:spPr>
          <a:xfrm>
            <a:off x="8469885" y="5317694"/>
            <a:ext cx="3722115" cy="1477328"/>
          </a:xfrm>
          <a:prstGeom prst="rect">
            <a:avLst/>
          </a:prstGeom>
          <a:noFill/>
        </p:spPr>
        <p:txBody>
          <a:bodyPr wrap="square" rtlCol="0">
            <a:spAutoFit/>
          </a:bodyPr>
          <a:lstStyle/>
          <a:p>
            <a:r>
              <a:rPr lang="en-US" dirty="0"/>
              <a:t> The other experiments are not different enough to give us confidence to </a:t>
            </a:r>
            <a:r>
              <a:rPr lang="en-US" b="1" dirty="0"/>
              <a:t>reject</a:t>
            </a:r>
            <a:r>
              <a:rPr lang="en-US" dirty="0"/>
              <a:t> the hypothesis, also they don’t convince us the hypothesis is correct </a:t>
            </a:r>
            <a:endParaRPr lang="en-US" b="1" dirty="0"/>
          </a:p>
        </p:txBody>
      </p:sp>
      <p:sp>
        <p:nvSpPr>
          <p:cNvPr id="14" name="TextBox 13">
            <a:extLst>
              <a:ext uri="{FF2B5EF4-FFF2-40B4-BE49-F238E27FC236}">
                <a16:creationId xmlns:a16="http://schemas.microsoft.com/office/drawing/2014/main" id="{C88A49F1-74F8-4AF0-8BDF-1F50231C6E66}"/>
              </a:ext>
            </a:extLst>
          </p:cNvPr>
          <p:cNvSpPr txBox="1"/>
          <p:nvPr/>
        </p:nvSpPr>
        <p:spPr>
          <a:xfrm>
            <a:off x="912905" y="5245373"/>
            <a:ext cx="3722115" cy="369332"/>
          </a:xfrm>
          <a:prstGeom prst="rect">
            <a:avLst/>
          </a:prstGeom>
          <a:noFill/>
        </p:spPr>
        <p:txBody>
          <a:bodyPr wrap="square" rtlCol="0">
            <a:spAutoFit/>
          </a:bodyPr>
          <a:lstStyle/>
          <a:p>
            <a:r>
              <a:rPr lang="en-US" dirty="0">
                <a:solidFill>
                  <a:schemeClr val="accent2"/>
                </a:solidFill>
              </a:rPr>
              <a:t>Fail to reject the hypothesis</a:t>
            </a:r>
            <a:endParaRPr lang="en-US" b="1" dirty="0">
              <a:solidFill>
                <a:schemeClr val="accent2"/>
              </a:solidFill>
            </a:endParaRPr>
          </a:p>
        </p:txBody>
      </p:sp>
    </p:spTree>
    <p:extLst>
      <p:ext uri="{BB962C8B-B14F-4D97-AF65-F5344CB8AC3E}">
        <p14:creationId xmlns:p14="http://schemas.microsoft.com/office/powerpoint/2010/main" val="23316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C5BEF-1B75-4AFB-9E27-44788490CDFF}"/>
              </a:ext>
            </a:extLst>
          </p:cNvPr>
          <p:cNvSpPr>
            <a:spLocks noGrp="1"/>
          </p:cNvSpPr>
          <p:nvPr>
            <p:ph type="title"/>
          </p:nvPr>
        </p:nvSpPr>
        <p:spPr>
          <a:xfrm>
            <a:off x="155718" y="92853"/>
            <a:ext cx="11360800" cy="763600"/>
          </a:xfrm>
        </p:spPr>
        <p:txBody>
          <a:bodyPr/>
          <a:lstStyle/>
          <a:p>
            <a:r>
              <a:rPr lang="en" dirty="0">
                <a:solidFill>
                  <a:srgbClr val="1155CC"/>
                </a:solidFill>
              </a:rPr>
              <a:t>Hypothesis Testing</a:t>
            </a:r>
            <a:endParaRPr lang="en-US" dirty="0"/>
          </a:p>
        </p:txBody>
      </p:sp>
      <p:sp>
        <p:nvSpPr>
          <p:cNvPr id="3" name="Text Placeholder 2">
            <a:extLst>
              <a:ext uri="{FF2B5EF4-FFF2-40B4-BE49-F238E27FC236}">
                <a16:creationId xmlns:a16="http://schemas.microsoft.com/office/drawing/2014/main" id="{A09EA334-7986-467D-AC4C-46DB1618B153}"/>
              </a:ext>
            </a:extLst>
          </p:cNvPr>
          <p:cNvSpPr>
            <a:spLocks noGrp="1"/>
          </p:cNvSpPr>
          <p:nvPr>
            <p:ph type="body" idx="1"/>
          </p:nvPr>
        </p:nvSpPr>
        <p:spPr>
          <a:xfrm>
            <a:off x="415600" y="1450005"/>
            <a:ext cx="11360800" cy="5124050"/>
          </a:xfrm>
        </p:spPr>
        <p:txBody>
          <a:bodyPr/>
          <a:lstStyle/>
          <a:p>
            <a:r>
              <a:rPr lang="en-US" dirty="0"/>
              <a:t>The goal is to test if there is </a:t>
            </a:r>
            <a:r>
              <a:rPr lang="en-US" b="1" dirty="0"/>
              <a:t>no difference </a:t>
            </a:r>
            <a:r>
              <a:rPr lang="en-US" dirty="0"/>
              <a:t> between the drugs</a:t>
            </a:r>
          </a:p>
          <a:p>
            <a:endParaRPr lang="en-US" dirty="0"/>
          </a:p>
          <a:p>
            <a:r>
              <a:rPr lang="en-US" dirty="0"/>
              <a:t>Hypothesis: There is </a:t>
            </a:r>
            <a:r>
              <a:rPr lang="en-US" b="1" dirty="0"/>
              <a:t>no difference </a:t>
            </a:r>
            <a:r>
              <a:rPr lang="en-US" dirty="0"/>
              <a:t>in recovery times between </a:t>
            </a:r>
            <a:r>
              <a:rPr lang="en-US" b="1" dirty="0"/>
              <a:t>Drug C</a:t>
            </a:r>
            <a:r>
              <a:rPr lang="en-US" dirty="0"/>
              <a:t> and </a:t>
            </a:r>
            <a:r>
              <a:rPr lang="en-US" b="1" dirty="0"/>
              <a:t>drug D</a:t>
            </a:r>
          </a:p>
          <a:p>
            <a:endParaRPr lang="en-US" b="1" dirty="0"/>
          </a:p>
          <a:p>
            <a:r>
              <a:rPr lang="en-US" dirty="0">
                <a:solidFill>
                  <a:schemeClr val="accent2"/>
                </a:solidFill>
              </a:rPr>
              <a:t>The hypothesis that there is </a:t>
            </a:r>
            <a:r>
              <a:rPr lang="en-US" b="1" dirty="0">
                <a:solidFill>
                  <a:schemeClr val="accent2"/>
                </a:solidFill>
              </a:rPr>
              <a:t>no difference/signal </a:t>
            </a:r>
            <a:r>
              <a:rPr lang="en-US" dirty="0">
                <a:solidFill>
                  <a:schemeClr val="accent2"/>
                </a:solidFill>
              </a:rPr>
              <a:t>between things is called </a:t>
            </a:r>
            <a:r>
              <a:rPr lang="en-US" b="1" dirty="0">
                <a:solidFill>
                  <a:schemeClr val="accent2"/>
                </a:solidFill>
              </a:rPr>
              <a:t>Null Hypothesis</a:t>
            </a:r>
          </a:p>
          <a:p>
            <a:endParaRPr lang="en-US" b="1" dirty="0">
              <a:solidFill>
                <a:schemeClr val="accent2"/>
              </a:solidFill>
            </a:endParaRPr>
          </a:p>
          <a:p>
            <a:r>
              <a:rPr lang="en-US" dirty="0"/>
              <a:t>We design a significance test to evaluate the strength of the evidence against some </a:t>
            </a:r>
            <a:r>
              <a:rPr lang="en-US" b="1" dirty="0"/>
              <a:t>null hypothesis</a:t>
            </a:r>
            <a:r>
              <a:rPr lang="en-US" dirty="0"/>
              <a:t> (</a:t>
            </a:r>
            <a:r>
              <a:rPr lang="en-US" i="1" dirty="0"/>
              <a:t>H</a:t>
            </a:r>
            <a:r>
              <a:rPr lang="en-US" dirty="0"/>
              <a:t>0​)</a:t>
            </a:r>
          </a:p>
          <a:p>
            <a:endParaRPr lang="en-US" b="1" dirty="0">
              <a:solidFill>
                <a:schemeClr val="accent2"/>
              </a:solidFill>
            </a:endParaRPr>
          </a:p>
          <a:p>
            <a:r>
              <a:rPr lang="en-US" dirty="0"/>
              <a:t>The </a:t>
            </a:r>
            <a:r>
              <a:rPr lang="en-US" b="1" dirty="0"/>
              <a:t>alternative hypothesis</a:t>
            </a:r>
            <a:r>
              <a:rPr lang="en-US" dirty="0"/>
              <a:t> (</a:t>
            </a:r>
            <a:r>
              <a:rPr lang="en-US" i="1" dirty="0"/>
              <a:t>H</a:t>
            </a:r>
            <a:r>
              <a:rPr lang="en-US" dirty="0"/>
              <a:t>a​)  is the claim we are trying to find evidence in favor of.</a:t>
            </a:r>
            <a:endParaRPr lang="en-US" b="1" dirty="0">
              <a:solidFill>
                <a:schemeClr val="accent2"/>
              </a:solidFill>
            </a:endParaRPr>
          </a:p>
          <a:p>
            <a:endParaRPr lang="en-US" b="1" dirty="0">
              <a:solidFill>
                <a:schemeClr val="accent2"/>
              </a:solidFill>
            </a:endParaRPr>
          </a:p>
        </p:txBody>
      </p:sp>
    </p:spTree>
    <p:extLst>
      <p:ext uri="{BB962C8B-B14F-4D97-AF65-F5344CB8AC3E}">
        <p14:creationId xmlns:p14="http://schemas.microsoft.com/office/powerpoint/2010/main" val="3962057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E3266-2F72-4818-975A-6D20D146AD46}"/>
              </a:ext>
            </a:extLst>
          </p:cNvPr>
          <p:cNvSpPr>
            <a:spLocks noGrp="1"/>
          </p:cNvSpPr>
          <p:nvPr>
            <p:ph type="title"/>
          </p:nvPr>
        </p:nvSpPr>
        <p:spPr>
          <a:xfrm>
            <a:off x="280847" y="196516"/>
            <a:ext cx="11360800" cy="763600"/>
          </a:xfrm>
        </p:spPr>
        <p:txBody>
          <a:bodyPr/>
          <a:lstStyle/>
          <a:p>
            <a:r>
              <a:rPr lang="en" dirty="0">
                <a:solidFill>
                  <a:srgbClr val="1155CC"/>
                </a:solidFill>
              </a:rPr>
              <a:t>Hypothesis Testing</a:t>
            </a:r>
            <a:endParaRPr lang="en-US" dirty="0"/>
          </a:p>
        </p:txBody>
      </p:sp>
      <p:pic>
        <p:nvPicPr>
          <p:cNvPr id="4" name="Picture 3">
            <a:extLst>
              <a:ext uri="{FF2B5EF4-FFF2-40B4-BE49-F238E27FC236}">
                <a16:creationId xmlns:a16="http://schemas.microsoft.com/office/drawing/2014/main" id="{32C95416-5EE7-45DF-885C-ABEA62D29E4A}"/>
              </a:ext>
            </a:extLst>
          </p:cNvPr>
          <p:cNvPicPr>
            <a:picLocks noChangeAspect="1"/>
          </p:cNvPicPr>
          <p:nvPr/>
        </p:nvPicPr>
        <p:blipFill>
          <a:blip r:embed="rId2"/>
          <a:stretch>
            <a:fillRect/>
          </a:stretch>
        </p:blipFill>
        <p:spPr>
          <a:xfrm>
            <a:off x="8143924" y="196516"/>
            <a:ext cx="1381125" cy="1409700"/>
          </a:xfrm>
          <a:prstGeom prst="rect">
            <a:avLst/>
          </a:prstGeom>
        </p:spPr>
      </p:pic>
      <p:pic>
        <p:nvPicPr>
          <p:cNvPr id="5" name="Picture 4">
            <a:extLst>
              <a:ext uri="{FF2B5EF4-FFF2-40B4-BE49-F238E27FC236}">
                <a16:creationId xmlns:a16="http://schemas.microsoft.com/office/drawing/2014/main" id="{41515F8A-066C-42C9-8A45-05B15C1083AC}"/>
              </a:ext>
            </a:extLst>
          </p:cNvPr>
          <p:cNvPicPr>
            <a:picLocks noChangeAspect="1"/>
          </p:cNvPicPr>
          <p:nvPr/>
        </p:nvPicPr>
        <p:blipFill>
          <a:blip r:embed="rId3"/>
          <a:stretch>
            <a:fillRect/>
          </a:stretch>
        </p:blipFill>
        <p:spPr>
          <a:xfrm>
            <a:off x="10230301" y="-25467"/>
            <a:ext cx="1876425" cy="1562100"/>
          </a:xfrm>
          <a:prstGeom prst="rect">
            <a:avLst/>
          </a:prstGeom>
        </p:spPr>
      </p:pic>
      <p:grpSp>
        <p:nvGrpSpPr>
          <p:cNvPr id="8" name="Group 7">
            <a:extLst>
              <a:ext uri="{FF2B5EF4-FFF2-40B4-BE49-F238E27FC236}">
                <a16:creationId xmlns:a16="http://schemas.microsoft.com/office/drawing/2014/main" id="{FB089B02-F118-44AA-B748-C76D43B072A5}"/>
              </a:ext>
            </a:extLst>
          </p:cNvPr>
          <p:cNvGrpSpPr/>
          <p:nvPr/>
        </p:nvGrpSpPr>
        <p:grpSpPr>
          <a:xfrm>
            <a:off x="459536" y="1606216"/>
            <a:ext cx="3785205" cy="3200400"/>
            <a:chOff x="459536" y="1606216"/>
            <a:chExt cx="3785205" cy="3200400"/>
          </a:xfrm>
        </p:grpSpPr>
        <p:pic>
          <p:nvPicPr>
            <p:cNvPr id="6" name="Picture 5">
              <a:extLst>
                <a:ext uri="{FF2B5EF4-FFF2-40B4-BE49-F238E27FC236}">
                  <a16:creationId xmlns:a16="http://schemas.microsoft.com/office/drawing/2014/main" id="{95F5B3E7-9F9C-4F00-ADEB-B9744AF1F45B}"/>
                </a:ext>
              </a:extLst>
            </p:cNvPr>
            <p:cNvPicPr>
              <a:picLocks noChangeAspect="1"/>
            </p:cNvPicPr>
            <p:nvPr/>
          </p:nvPicPr>
          <p:blipFill>
            <a:blip r:embed="rId4"/>
            <a:stretch>
              <a:fillRect/>
            </a:stretch>
          </p:blipFill>
          <p:spPr>
            <a:xfrm>
              <a:off x="459536" y="1606216"/>
              <a:ext cx="3752850" cy="3200400"/>
            </a:xfrm>
            <a:prstGeom prst="rect">
              <a:avLst/>
            </a:prstGeom>
          </p:spPr>
        </p:pic>
        <p:sp>
          <p:nvSpPr>
            <p:cNvPr id="7" name="Rectangle 6">
              <a:extLst>
                <a:ext uri="{FF2B5EF4-FFF2-40B4-BE49-F238E27FC236}">
                  <a16:creationId xmlns:a16="http://schemas.microsoft.com/office/drawing/2014/main" id="{355EF20D-BC12-41D5-9738-D36EE2AAAF92}"/>
                </a:ext>
              </a:extLst>
            </p:cNvPr>
            <p:cNvSpPr/>
            <p:nvPr/>
          </p:nvSpPr>
          <p:spPr>
            <a:xfrm>
              <a:off x="3493971" y="2184935"/>
              <a:ext cx="750770" cy="2983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2EBD9E07-86D2-4CE3-8210-BE7E9AE96711}"/>
              </a:ext>
            </a:extLst>
          </p:cNvPr>
          <p:cNvPicPr>
            <a:picLocks noChangeAspect="1"/>
          </p:cNvPicPr>
          <p:nvPr/>
        </p:nvPicPr>
        <p:blipFill>
          <a:blip r:embed="rId5"/>
          <a:stretch>
            <a:fillRect/>
          </a:stretch>
        </p:blipFill>
        <p:spPr>
          <a:xfrm>
            <a:off x="4524424" y="1606216"/>
            <a:ext cx="3619500" cy="3095625"/>
          </a:xfrm>
          <a:prstGeom prst="rect">
            <a:avLst/>
          </a:prstGeom>
        </p:spPr>
      </p:pic>
      <p:sp>
        <p:nvSpPr>
          <p:cNvPr id="10" name="Rectangle: Rounded Corners 9">
            <a:extLst>
              <a:ext uri="{FF2B5EF4-FFF2-40B4-BE49-F238E27FC236}">
                <a16:creationId xmlns:a16="http://schemas.microsoft.com/office/drawing/2014/main" id="{E5FA9F39-84C2-49B2-A006-2D9B77A7CB59}"/>
              </a:ext>
            </a:extLst>
          </p:cNvPr>
          <p:cNvSpPr/>
          <p:nvPr/>
        </p:nvSpPr>
        <p:spPr>
          <a:xfrm>
            <a:off x="8143924" y="196516"/>
            <a:ext cx="1125204" cy="35212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            F</a:t>
            </a:r>
          </a:p>
        </p:txBody>
      </p:sp>
      <p:sp>
        <p:nvSpPr>
          <p:cNvPr id="11" name="TextBox 10">
            <a:extLst>
              <a:ext uri="{FF2B5EF4-FFF2-40B4-BE49-F238E27FC236}">
                <a16:creationId xmlns:a16="http://schemas.microsoft.com/office/drawing/2014/main" id="{75FA2532-0C88-4B99-94D3-CD27D0F348CD}"/>
              </a:ext>
            </a:extLst>
          </p:cNvPr>
          <p:cNvSpPr txBox="1"/>
          <p:nvPr/>
        </p:nvSpPr>
        <p:spPr>
          <a:xfrm>
            <a:off x="344745" y="5280560"/>
            <a:ext cx="10863680" cy="461665"/>
          </a:xfrm>
          <a:prstGeom prst="rect">
            <a:avLst/>
          </a:prstGeom>
          <a:noFill/>
        </p:spPr>
        <p:txBody>
          <a:bodyPr wrap="none" rtlCol="0">
            <a:spAutoFit/>
          </a:bodyPr>
          <a:lstStyle/>
          <a:p>
            <a:r>
              <a:rPr lang="en-US" sz="2400" b="1" dirty="0"/>
              <a:t>Null Hypothesis: There is no difference in recovery times between drug E and drug F</a:t>
            </a:r>
          </a:p>
        </p:txBody>
      </p:sp>
      <p:sp>
        <p:nvSpPr>
          <p:cNvPr id="12" name="TextBox 11">
            <a:extLst>
              <a:ext uri="{FF2B5EF4-FFF2-40B4-BE49-F238E27FC236}">
                <a16:creationId xmlns:a16="http://schemas.microsoft.com/office/drawing/2014/main" id="{936CF411-74F1-4E7F-9555-0303D2FDE80C}"/>
              </a:ext>
            </a:extLst>
          </p:cNvPr>
          <p:cNvSpPr txBox="1"/>
          <p:nvPr/>
        </p:nvSpPr>
        <p:spPr>
          <a:xfrm>
            <a:off x="477281" y="5835324"/>
            <a:ext cx="9867445" cy="461665"/>
          </a:xfrm>
          <a:prstGeom prst="rect">
            <a:avLst/>
          </a:prstGeom>
          <a:noFill/>
        </p:spPr>
        <p:txBody>
          <a:bodyPr wrap="none" rtlCol="0">
            <a:spAutoFit/>
          </a:bodyPr>
          <a:lstStyle/>
          <a:p>
            <a:r>
              <a:rPr lang="en-US" sz="2400" dirty="0"/>
              <a:t>The data does not overwhelmingly convince us to reject the Null Hypothesis</a:t>
            </a:r>
          </a:p>
        </p:txBody>
      </p:sp>
      <p:sp>
        <p:nvSpPr>
          <p:cNvPr id="13" name="TextBox 12">
            <a:extLst>
              <a:ext uri="{FF2B5EF4-FFF2-40B4-BE49-F238E27FC236}">
                <a16:creationId xmlns:a16="http://schemas.microsoft.com/office/drawing/2014/main" id="{6DF102FB-18FA-43A1-8C32-3CEAC99234B2}"/>
              </a:ext>
            </a:extLst>
          </p:cNvPr>
          <p:cNvSpPr txBox="1"/>
          <p:nvPr/>
        </p:nvSpPr>
        <p:spPr>
          <a:xfrm>
            <a:off x="419254" y="6296989"/>
            <a:ext cx="9927013" cy="461665"/>
          </a:xfrm>
          <a:prstGeom prst="rect">
            <a:avLst/>
          </a:prstGeom>
          <a:noFill/>
        </p:spPr>
        <p:txBody>
          <a:bodyPr wrap="none" rtlCol="0">
            <a:spAutoFit/>
          </a:bodyPr>
          <a:lstStyle/>
          <a:p>
            <a:r>
              <a:rPr lang="en-US" sz="2400" dirty="0"/>
              <a:t>We fail to reject the Null Hypothesis that there is no difference between drugs</a:t>
            </a:r>
          </a:p>
        </p:txBody>
      </p:sp>
    </p:spTree>
    <p:extLst>
      <p:ext uri="{BB962C8B-B14F-4D97-AF65-F5344CB8AC3E}">
        <p14:creationId xmlns:p14="http://schemas.microsoft.com/office/powerpoint/2010/main" val="46551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D17F-87D7-4D83-A246-9A8F8806CF82}"/>
              </a:ext>
            </a:extLst>
          </p:cNvPr>
          <p:cNvSpPr>
            <a:spLocks noGrp="1"/>
          </p:cNvSpPr>
          <p:nvPr>
            <p:ph type="title"/>
          </p:nvPr>
        </p:nvSpPr>
        <p:spPr>
          <a:xfrm>
            <a:off x="415600" y="246858"/>
            <a:ext cx="11360800" cy="763600"/>
          </a:xfrm>
        </p:spPr>
        <p:txBody>
          <a:bodyPr/>
          <a:lstStyle/>
          <a:p>
            <a:r>
              <a:rPr lang="en-US" dirty="0">
                <a:solidFill>
                  <a:schemeClr val="accent1"/>
                </a:solidFill>
              </a:rPr>
              <a:t>Null Hypotheses </a:t>
            </a:r>
          </a:p>
        </p:txBody>
      </p:sp>
      <p:sp>
        <p:nvSpPr>
          <p:cNvPr id="3" name="Text Placeholder 2">
            <a:extLst>
              <a:ext uri="{FF2B5EF4-FFF2-40B4-BE49-F238E27FC236}">
                <a16:creationId xmlns:a16="http://schemas.microsoft.com/office/drawing/2014/main" id="{8E2F815A-E146-49C5-AB82-114A6B2889FF}"/>
              </a:ext>
            </a:extLst>
          </p:cNvPr>
          <p:cNvSpPr>
            <a:spLocks noGrp="1"/>
          </p:cNvSpPr>
          <p:nvPr>
            <p:ph type="body" idx="1"/>
          </p:nvPr>
        </p:nvSpPr>
        <p:spPr/>
        <p:txBody>
          <a:bodyPr/>
          <a:lstStyle/>
          <a:p>
            <a:r>
              <a:rPr lang="en-US" dirty="0"/>
              <a:t>Without the Null Hypothesis, we need preliminary data to make a hypothesis to test with follow up experiments</a:t>
            </a:r>
          </a:p>
          <a:p>
            <a:endParaRPr lang="en-US" dirty="0"/>
          </a:p>
          <a:p>
            <a:endParaRPr lang="en-US" dirty="0"/>
          </a:p>
          <a:p>
            <a:r>
              <a:rPr lang="en-US" dirty="0"/>
              <a:t>The Null Hypothesis does not require preliminary data because the only value that represents </a:t>
            </a:r>
            <a:r>
              <a:rPr lang="en-US" b="1" dirty="0"/>
              <a:t>no difference </a:t>
            </a:r>
            <a:r>
              <a:rPr lang="en-US" dirty="0"/>
              <a:t> is 0</a:t>
            </a:r>
          </a:p>
          <a:p>
            <a:endParaRPr lang="en-US" dirty="0"/>
          </a:p>
          <a:p>
            <a:endParaRPr lang="en-US" dirty="0"/>
          </a:p>
          <a:p>
            <a:r>
              <a:rPr lang="en-US" dirty="0"/>
              <a:t>The game of </a:t>
            </a:r>
            <a:r>
              <a:rPr lang="en-US" b="1" dirty="0"/>
              <a:t>Hypothesis Testing </a:t>
            </a:r>
            <a:r>
              <a:rPr lang="en-US" dirty="0"/>
              <a:t>is all about determining whether the evidence we have makes our </a:t>
            </a:r>
            <a:r>
              <a:rPr lang="en-US" b="1" dirty="0"/>
              <a:t>null hypothesis </a:t>
            </a:r>
            <a:r>
              <a:rPr lang="en-US" dirty="0"/>
              <a:t>look </a:t>
            </a:r>
            <a:r>
              <a:rPr lang="en-US" b="1" dirty="0"/>
              <a:t>ridiculous</a:t>
            </a:r>
          </a:p>
          <a:p>
            <a:endParaRPr lang="en-US" dirty="0"/>
          </a:p>
          <a:p>
            <a:endParaRPr lang="en-US" dirty="0"/>
          </a:p>
        </p:txBody>
      </p:sp>
    </p:spTree>
    <p:extLst>
      <p:ext uri="{BB962C8B-B14F-4D97-AF65-F5344CB8AC3E}">
        <p14:creationId xmlns:p14="http://schemas.microsoft.com/office/powerpoint/2010/main" val="1265731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2C998-EC97-4379-BCE4-AE3F6863A2CE}"/>
              </a:ext>
            </a:extLst>
          </p:cNvPr>
          <p:cNvSpPr>
            <a:spLocks noGrp="1"/>
          </p:cNvSpPr>
          <p:nvPr>
            <p:ph type="title"/>
          </p:nvPr>
        </p:nvSpPr>
        <p:spPr>
          <a:xfrm>
            <a:off x="242345" y="135116"/>
            <a:ext cx="11360800" cy="763600"/>
          </a:xfrm>
        </p:spPr>
        <p:txBody>
          <a:bodyPr/>
          <a:lstStyle/>
          <a:p>
            <a:r>
              <a:rPr lang="en-US" dirty="0">
                <a:solidFill>
                  <a:schemeClr val="accent1"/>
                </a:solidFill>
              </a:rPr>
              <a:t>Alternative Hypothesis</a:t>
            </a:r>
          </a:p>
        </p:txBody>
      </p:sp>
      <p:sp>
        <p:nvSpPr>
          <p:cNvPr id="3" name="Text Placeholder 2">
            <a:extLst>
              <a:ext uri="{FF2B5EF4-FFF2-40B4-BE49-F238E27FC236}">
                <a16:creationId xmlns:a16="http://schemas.microsoft.com/office/drawing/2014/main" id="{10B31B3C-E751-4F5B-BC16-2708B1C0A6F9}"/>
              </a:ext>
            </a:extLst>
          </p:cNvPr>
          <p:cNvSpPr>
            <a:spLocks noGrp="1"/>
          </p:cNvSpPr>
          <p:nvPr>
            <p:ph type="body" idx="1"/>
          </p:nvPr>
        </p:nvSpPr>
        <p:spPr>
          <a:xfrm>
            <a:off x="415600" y="1151400"/>
            <a:ext cx="11360800" cy="4555200"/>
          </a:xfrm>
        </p:spPr>
        <p:txBody>
          <a:bodyPr/>
          <a:lstStyle/>
          <a:p>
            <a:r>
              <a:rPr lang="en-US" dirty="0"/>
              <a:t>Most of the time, when we have two dataset, alternative hypothesis is the opposite of the null hypothesis</a:t>
            </a:r>
          </a:p>
          <a:p>
            <a:endParaRPr lang="en-US" dirty="0"/>
          </a:p>
          <a:p>
            <a:r>
              <a:rPr lang="en-US" b="1" dirty="0"/>
              <a:t>Null Hypothesis: </a:t>
            </a:r>
            <a:r>
              <a:rPr lang="en-US" dirty="0"/>
              <a:t>There is </a:t>
            </a:r>
            <a:r>
              <a:rPr lang="en-US" b="1" dirty="0"/>
              <a:t>no difference</a:t>
            </a:r>
            <a:r>
              <a:rPr lang="en-US" dirty="0"/>
              <a:t> in recovery times between drug C and D</a:t>
            </a:r>
          </a:p>
          <a:p>
            <a:r>
              <a:rPr lang="en-US" b="1" dirty="0"/>
              <a:t>Alternative Hypothesis: </a:t>
            </a:r>
            <a:r>
              <a:rPr lang="en-US" dirty="0"/>
              <a:t>There is </a:t>
            </a:r>
            <a:r>
              <a:rPr lang="en-US" b="1" dirty="0"/>
              <a:t>a difference</a:t>
            </a:r>
            <a:r>
              <a:rPr lang="en-US" dirty="0"/>
              <a:t> in recovery times between drug C and D</a:t>
            </a:r>
          </a:p>
        </p:txBody>
      </p:sp>
      <p:pic>
        <p:nvPicPr>
          <p:cNvPr id="5" name="Picture 4">
            <a:extLst>
              <a:ext uri="{FF2B5EF4-FFF2-40B4-BE49-F238E27FC236}">
                <a16:creationId xmlns:a16="http://schemas.microsoft.com/office/drawing/2014/main" id="{E08C4BC9-8AC3-4586-B7AF-AD53B4F16E4E}"/>
              </a:ext>
            </a:extLst>
          </p:cNvPr>
          <p:cNvPicPr>
            <a:picLocks noChangeAspect="1"/>
          </p:cNvPicPr>
          <p:nvPr/>
        </p:nvPicPr>
        <p:blipFill>
          <a:blip r:embed="rId2"/>
          <a:stretch>
            <a:fillRect/>
          </a:stretch>
        </p:blipFill>
        <p:spPr>
          <a:xfrm>
            <a:off x="5450607" y="3814472"/>
            <a:ext cx="3070960" cy="2758937"/>
          </a:xfrm>
          <a:prstGeom prst="rect">
            <a:avLst/>
          </a:prstGeom>
        </p:spPr>
      </p:pic>
      <p:grpSp>
        <p:nvGrpSpPr>
          <p:cNvPr id="8" name="Group 7">
            <a:extLst>
              <a:ext uri="{FF2B5EF4-FFF2-40B4-BE49-F238E27FC236}">
                <a16:creationId xmlns:a16="http://schemas.microsoft.com/office/drawing/2014/main" id="{C70DEAD3-E771-419E-9142-390EB20D056A}"/>
              </a:ext>
            </a:extLst>
          </p:cNvPr>
          <p:cNvGrpSpPr/>
          <p:nvPr/>
        </p:nvGrpSpPr>
        <p:grpSpPr>
          <a:xfrm>
            <a:off x="8936448" y="3814472"/>
            <a:ext cx="2628900" cy="2905569"/>
            <a:chOff x="7303369" y="3763478"/>
            <a:chExt cx="2628900" cy="2905569"/>
          </a:xfrm>
        </p:grpSpPr>
        <p:pic>
          <p:nvPicPr>
            <p:cNvPr id="6" name="Picture 5">
              <a:extLst>
                <a:ext uri="{FF2B5EF4-FFF2-40B4-BE49-F238E27FC236}">
                  <a16:creationId xmlns:a16="http://schemas.microsoft.com/office/drawing/2014/main" id="{25E7C752-DE6B-4B97-9442-2E2B3E8DBAD5}"/>
                </a:ext>
              </a:extLst>
            </p:cNvPr>
            <p:cNvPicPr>
              <a:picLocks noChangeAspect="1"/>
            </p:cNvPicPr>
            <p:nvPr/>
          </p:nvPicPr>
          <p:blipFill>
            <a:blip r:embed="rId3"/>
            <a:stretch>
              <a:fillRect/>
            </a:stretch>
          </p:blipFill>
          <p:spPr>
            <a:xfrm>
              <a:off x="7303369" y="3963947"/>
              <a:ext cx="2628900" cy="2705100"/>
            </a:xfrm>
            <a:prstGeom prst="rect">
              <a:avLst/>
            </a:prstGeom>
          </p:spPr>
        </p:pic>
        <p:sp>
          <p:nvSpPr>
            <p:cNvPr id="7" name="Rectangle 6">
              <a:extLst>
                <a:ext uri="{FF2B5EF4-FFF2-40B4-BE49-F238E27FC236}">
                  <a16:creationId xmlns:a16="http://schemas.microsoft.com/office/drawing/2014/main" id="{0C2C3CFD-008D-4341-A81D-895A923EE632}"/>
                </a:ext>
              </a:extLst>
            </p:cNvPr>
            <p:cNvSpPr/>
            <p:nvPr/>
          </p:nvSpPr>
          <p:spPr>
            <a:xfrm>
              <a:off x="8672362" y="3763478"/>
              <a:ext cx="529390" cy="4042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1AA3AFBD-DB44-4B11-9E01-410DA82C3350}"/>
              </a:ext>
            </a:extLst>
          </p:cNvPr>
          <p:cNvSpPr txBox="1"/>
          <p:nvPr/>
        </p:nvSpPr>
        <p:spPr>
          <a:xfrm>
            <a:off x="521126" y="4721160"/>
            <a:ext cx="4823955" cy="923330"/>
          </a:xfrm>
          <a:prstGeom prst="rect">
            <a:avLst/>
          </a:prstGeom>
          <a:noFill/>
        </p:spPr>
        <p:txBody>
          <a:bodyPr wrap="square" rtlCol="0">
            <a:spAutoFit/>
          </a:bodyPr>
          <a:lstStyle/>
          <a:p>
            <a:r>
              <a:rPr lang="en-US" dirty="0"/>
              <a:t>If there is no dramatic difference between these distances from the mean, we fail to reject the null hypothesis </a:t>
            </a:r>
          </a:p>
        </p:txBody>
      </p:sp>
    </p:spTree>
    <p:extLst>
      <p:ext uri="{BB962C8B-B14F-4D97-AF65-F5344CB8AC3E}">
        <p14:creationId xmlns:p14="http://schemas.microsoft.com/office/powerpoint/2010/main" val="263321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EF2F3-43ED-47BA-A789-104E39F5974E}"/>
              </a:ext>
            </a:extLst>
          </p:cNvPr>
          <p:cNvSpPr>
            <a:spLocks noGrp="1"/>
          </p:cNvSpPr>
          <p:nvPr>
            <p:ph type="title"/>
          </p:nvPr>
        </p:nvSpPr>
        <p:spPr>
          <a:xfrm>
            <a:off x="338598" y="286229"/>
            <a:ext cx="11360800" cy="763600"/>
          </a:xfrm>
        </p:spPr>
        <p:txBody>
          <a:bodyPr/>
          <a:lstStyle/>
          <a:p>
            <a:r>
              <a:rPr lang="en-US" dirty="0">
                <a:solidFill>
                  <a:schemeClr val="accent1"/>
                </a:solidFill>
              </a:rPr>
              <a:t>Alternative Hypothesis</a:t>
            </a:r>
            <a:endParaRPr lang="en-US"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A08EE5C-D9B2-413D-8BB2-600BD6BB1DED}"/>
                  </a:ext>
                </a:extLst>
              </p:cNvPr>
              <p:cNvSpPr>
                <a:spLocks noGrp="1"/>
              </p:cNvSpPr>
              <p:nvPr>
                <p:ph type="body" idx="1"/>
              </p:nvPr>
            </p:nvSpPr>
            <p:spPr>
              <a:xfrm>
                <a:off x="130798" y="1466028"/>
                <a:ext cx="11776400" cy="4555200"/>
              </a:xfrm>
            </p:spPr>
            <p:txBody>
              <a:bodyPr/>
              <a:lstStyle/>
              <a:p>
                <a:r>
                  <a:rPr lang="en-US" dirty="0"/>
                  <a:t>We design a significance test to evaluate the strength of the evidence against some </a:t>
                </a:r>
                <a:r>
                  <a:rPr lang="en-US" b="1" dirty="0"/>
                  <a:t>null hypothesis</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Most of </a:t>
                </a:r>
                <a:r>
                  <a:rPr lang="en-US"/>
                  <a:t>the time, it is in </a:t>
                </a:r>
                <a:r>
                  <a:rPr lang="en-US" dirty="0"/>
                  <a:t>form of equality (no difference)</a:t>
                </a:r>
              </a:p>
              <a:p>
                <a:endParaRPr lang="en-US" dirty="0"/>
              </a:p>
              <a:p>
                <a:endParaRPr lang="en-US" dirty="0"/>
              </a:p>
              <a:p>
                <a:r>
                  <a:rPr lang="en-US" dirty="0"/>
                  <a:t>The </a:t>
                </a:r>
                <a:r>
                  <a:rPr lang="en-US" b="1" dirty="0"/>
                  <a:t>alternative hypothesis</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oMath>
                </a14:m>
                <a:r>
                  <a:rPr lang="en-US" dirty="0"/>
                  <a:t> is the claim we are trying to find evidence in favor of</a:t>
                </a:r>
              </a:p>
              <a:p>
                <a:endParaRPr lang="en-US" dirty="0"/>
              </a:p>
              <a:p>
                <a:endParaRPr lang="en-US" dirty="0"/>
              </a:p>
              <a:p>
                <a:r>
                  <a:rPr lang="en-US" dirty="0"/>
                  <a:t>The alternative hypothesis could take one of three forms, depending on the context of the test:</a:t>
                </a:r>
              </a:p>
            </p:txBody>
          </p:sp>
        </mc:Choice>
        <mc:Fallback>
          <p:sp>
            <p:nvSpPr>
              <p:cNvPr id="3" name="Text Placeholder 2">
                <a:extLst>
                  <a:ext uri="{FF2B5EF4-FFF2-40B4-BE49-F238E27FC236}">
                    <a16:creationId xmlns:a16="http://schemas.microsoft.com/office/drawing/2014/main" id="{7A08EE5C-D9B2-413D-8BB2-600BD6BB1DED}"/>
                  </a:ext>
                </a:extLst>
              </p:cNvPr>
              <p:cNvSpPr>
                <a:spLocks noGrp="1" noRot="1" noChangeAspect="1" noMove="1" noResize="1" noEditPoints="1" noAdjustHandles="1" noChangeArrowheads="1" noChangeShapeType="1" noTextEdit="1"/>
              </p:cNvSpPr>
              <p:nvPr>
                <p:ph type="body" idx="1"/>
              </p:nvPr>
            </p:nvSpPr>
            <p:spPr>
              <a:xfrm>
                <a:off x="130798" y="1466028"/>
                <a:ext cx="11776400" cy="4555200"/>
              </a:xfrm>
              <a:blipFill>
                <a:blip r:embed="rId2"/>
                <a:stretch>
                  <a:fillRect t="-1203" r="-124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630BECE-0C54-44A0-B016-12C850D9B735}"/>
              </a:ext>
            </a:extLst>
          </p:cNvPr>
          <p:cNvPicPr>
            <a:picLocks noChangeAspect="1"/>
          </p:cNvPicPr>
          <p:nvPr/>
        </p:nvPicPr>
        <p:blipFill>
          <a:blip r:embed="rId3"/>
          <a:stretch>
            <a:fillRect/>
          </a:stretch>
        </p:blipFill>
        <p:spPr>
          <a:xfrm>
            <a:off x="6525075" y="5505651"/>
            <a:ext cx="4745526" cy="1352349"/>
          </a:xfrm>
          <a:prstGeom prst="rect">
            <a:avLst/>
          </a:prstGeom>
        </p:spPr>
      </p:pic>
      <p:pic>
        <p:nvPicPr>
          <p:cNvPr id="5" name="Picture 4">
            <a:extLst>
              <a:ext uri="{FF2B5EF4-FFF2-40B4-BE49-F238E27FC236}">
                <a16:creationId xmlns:a16="http://schemas.microsoft.com/office/drawing/2014/main" id="{808B24C8-4E1F-486D-87F4-817578714925}"/>
              </a:ext>
            </a:extLst>
          </p:cNvPr>
          <p:cNvPicPr>
            <a:picLocks noChangeAspect="1"/>
          </p:cNvPicPr>
          <p:nvPr/>
        </p:nvPicPr>
        <p:blipFill>
          <a:blip r:embed="rId4"/>
          <a:stretch>
            <a:fillRect/>
          </a:stretch>
        </p:blipFill>
        <p:spPr>
          <a:xfrm>
            <a:off x="6525075" y="2621781"/>
            <a:ext cx="3732588" cy="554556"/>
          </a:xfrm>
          <a:prstGeom prst="rect">
            <a:avLst/>
          </a:prstGeom>
        </p:spPr>
      </p:pic>
    </p:spTree>
    <p:extLst>
      <p:ext uri="{BB962C8B-B14F-4D97-AF65-F5344CB8AC3E}">
        <p14:creationId xmlns:p14="http://schemas.microsoft.com/office/powerpoint/2010/main" val="1361433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393E-D364-4A5D-9BC4-34EE407AC2E5}"/>
              </a:ext>
            </a:extLst>
          </p:cNvPr>
          <p:cNvSpPr>
            <a:spLocks noGrp="1"/>
          </p:cNvSpPr>
          <p:nvPr>
            <p:ph type="title"/>
          </p:nvPr>
        </p:nvSpPr>
        <p:spPr>
          <a:xfrm>
            <a:off x="194219" y="9430"/>
            <a:ext cx="11360800" cy="763600"/>
          </a:xfrm>
        </p:spPr>
        <p:txBody>
          <a:bodyPr/>
          <a:lstStyle/>
          <a:p>
            <a:r>
              <a:rPr lang="en-US" dirty="0">
                <a:solidFill>
                  <a:schemeClr val="accent1"/>
                </a:solidFill>
              </a:rPr>
              <a:t>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4C39674-751B-4092-9E3A-7E252BB094A1}"/>
                  </a:ext>
                </a:extLst>
              </p:cNvPr>
              <p:cNvSpPr>
                <a:spLocks noGrp="1"/>
              </p:cNvSpPr>
              <p:nvPr>
                <p:ph type="body" idx="1"/>
              </p:nvPr>
            </p:nvSpPr>
            <p:spPr>
              <a:xfrm>
                <a:off x="-75289" y="904785"/>
                <a:ext cx="10075937" cy="5924740"/>
              </a:xfrm>
            </p:spPr>
            <p:txBody>
              <a:bodyPr/>
              <a:lstStyle/>
              <a:p>
                <a:pPr fontAlgn="base"/>
                <a:r>
                  <a:rPr lang="en-US" dirty="0"/>
                  <a:t>Elena has a pair of dogs, and she noticed they usually breed more male puppies than females. To check that, she bred them again and obtained 15 puppies, and 13 of them were males.</a:t>
                </a:r>
              </a:p>
              <a:p>
                <a:pPr fontAlgn="base"/>
                <a:endParaRPr lang="en-US" dirty="0"/>
              </a:p>
              <a:p>
                <a:pPr fontAlgn="base"/>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oMath>
                </a14:m>
                <a:r>
                  <a:rPr lang="en-US" b="1" dirty="0"/>
                  <a:t>each puppy has an equal chance of %50 of being either male or female</a:t>
                </a:r>
                <a:r>
                  <a:rPr lang="en-US" dirty="0"/>
                  <a:t>  (p = 50%)</a:t>
                </a:r>
              </a:p>
              <a:p>
                <a:pPr fontAlgn="base"/>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oMath>
                </a14:m>
                <a:r>
                  <a:rPr lang="en-US" dirty="0"/>
                  <a:t>the chance of a male puppy is </a:t>
                </a:r>
                <a:r>
                  <a:rPr lang="en-US" i="1" dirty="0"/>
                  <a:t>greater (p &gt; 50%)</a:t>
                </a:r>
                <a:endParaRPr lang="en-US" dirty="0"/>
              </a:p>
              <a:p>
                <a:pPr fontAlgn="base"/>
                <a:endParaRPr lang="en-US" dirty="0"/>
              </a:p>
              <a:p>
                <a:pPr fontAlgn="base"/>
                <a:r>
                  <a:rPr lang="en-US" dirty="0"/>
                  <a:t>The table sums up the results of 1000 simulations, each simulating 15 puppies with a 50% chance of being male or female.</a:t>
                </a:r>
              </a:p>
              <a:p>
                <a:pPr fontAlgn="base"/>
                <a:endParaRPr lang="en-US" dirty="0"/>
              </a:p>
              <a:p>
                <a:pPr marL="152396" indent="0" fontAlgn="base">
                  <a:buNone/>
                </a:pPr>
                <a:r>
                  <a:rPr lang="en-US" b="1" dirty="0"/>
                  <a:t>According to the simulations, what is the probability of having 13 male puppies or more out of 15?</a:t>
                </a:r>
                <a:r>
                  <a:rPr lang="en-US" dirty="0"/>
                  <a:t> (if it is &lt; 1% reject null hypothesis)</a:t>
                </a:r>
              </a:p>
              <a:p>
                <a:endParaRPr lang="en-US" dirty="0"/>
              </a:p>
            </p:txBody>
          </p:sp>
        </mc:Choice>
        <mc:Fallback xmlns="">
          <p:sp>
            <p:nvSpPr>
              <p:cNvPr id="3" name="Text Placeholder 2">
                <a:extLst>
                  <a:ext uri="{FF2B5EF4-FFF2-40B4-BE49-F238E27FC236}">
                    <a16:creationId xmlns:a16="http://schemas.microsoft.com/office/drawing/2014/main" id="{84C39674-751B-4092-9E3A-7E252BB094A1}"/>
                  </a:ext>
                </a:extLst>
              </p:cNvPr>
              <p:cNvSpPr>
                <a:spLocks noGrp="1" noRot="1" noChangeAspect="1" noMove="1" noResize="1" noEditPoints="1" noAdjustHandles="1" noChangeArrowheads="1" noChangeShapeType="1" noTextEdit="1"/>
              </p:cNvSpPr>
              <p:nvPr>
                <p:ph type="body" idx="1"/>
              </p:nvPr>
            </p:nvSpPr>
            <p:spPr>
              <a:xfrm>
                <a:off x="-75289" y="904785"/>
                <a:ext cx="10075937" cy="5924740"/>
              </a:xfrm>
              <a:blipFill>
                <a:blip r:embed="rId2"/>
                <a:stretch>
                  <a:fillRect t="-926" r="-423" b="-257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D41BA1F-0B46-4EB3-A4A0-03C66E8439C9}"/>
              </a:ext>
            </a:extLst>
          </p:cNvPr>
          <p:cNvPicPr>
            <a:picLocks noChangeAspect="1"/>
          </p:cNvPicPr>
          <p:nvPr/>
        </p:nvPicPr>
        <p:blipFill>
          <a:blip r:embed="rId3"/>
          <a:stretch>
            <a:fillRect/>
          </a:stretch>
        </p:blipFill>
        <p:spPr>
          <a:xfrm>
            <a:off x="9681376" y="213569"/>
            <a:ext cx="2510624" cy="5802800"/>
          </a:xfrm>
          <a:prstGeom prst="rect">
            <a:avLst/>
          </a:prstGeom>
        </p:spPr>
      </p:pic>
      <p:sp>
        <p:nvSpPr>
          <p:cNvPr id="5" name="TextBox 4">
            <a:extLst>
              <a:ext uri="{FF2B5EF4-FFF2-40B4-BE49-F238E27FC236}">
                <a16:creationId xmlns:a16="http://schemas.microsoft.com/office/drawing/2014/main" id="{705652D2-D257-4EBE-8050-C4871FC600E9}"/>
              </a:ext>
            </a:extLst>
          </p:cNvPr>
          <p:cNvSpPr txBox="1"/>
          <p:nvPr/>
        </p:nvSpPr>
        <p:spPr>
          <a:xfrm>
            <a:off x="9403883" y="6429415"/>
            <a:ext cx="2510624" cy="400110"/>
          </a:xfrm>
          <a:prstGeom prst="rect">
            <a:avLst/>
          </a:prstGeom>
          <a:noFill/>
        </p:spPr>
        <p:txBody>
          <a:bodyPr wrap="none" rtlCol="0">
            <a:spAutoFit/>
          </a:bodyPr>
          <a:lstStyle/>
          <a:p>
            <a:r>
              <a:rPr lang="en-US" sz="2000" dirty="0"/>
              <a:t>3/1000 = 0.3% = 0.003</a:t>
            </a:r>
          </a:p>
        </p:txBody>
      </p:sp>
      <p:sp>
        <p:nvSpPr>
          <p:cNvPr id="6" name="Multiplication Sign 5">
            <a:extLst>
              <a:ext uri="{FF2B5EF4-FFF2-40B4-BE49-F238E27FC236}">
                <a16:creationId xmlns:a16="http://schemas.microsoft.com/office/drawing/2014/main" id="{7F4AAAA7-1280-412B-95B1-7E18A050A53B}"/>
              </a:ext>
            </a:extLst>
          </p:cNvPr>
          <p:cNvSpPr/>
          <p:nvPr/>
        </p:nvSpPr>
        <p:spPr>
          <a:xfrm>
            <a:off x="356135" y="2165684"/>
            <a:ext cx="981776" cy="943276"/>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421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32E70-D71B-4862-8AD6-CDC77969955E}"/>
              </a:ext>
            </a:extLst>
          </p:cNvPr>
          <p:cNvSpPr>
            <a:spLocks noGrp="1"/>
          </p:cNvSpPr>
          <p:nvPr>
            <p:ph type="title"/>
          </p:nvPr>
        </p:nvSpPr>
        <p:spPr>
          <a:xfrm>
            <a:off x="146092" y="2567"/>
            <a:ext cx="11360800" cy="763600"/>
          </a:xfrm>
        </p:spPr>
        <p:txBody>
          <a:bodyPr/>
          <a:lstStyle/>
          <a:p>
            <a:r>
              <a:rPr lang="en-US" dirty="0">
                <a:solidFill>
                  <a:schemeClr val="accent1"/>
                </a:solidFill>
              </a:rPr>
              <a:t>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69A5CBF-69FA-46D3-A1D9-964F863B3131}"/>
                  </a:ext>
                </a:extLst>
              </p:cNvPr>
              <p:cNvSpPr>
                <a:spLocks noGrp="1"/>
              </p:cNvSpPr>
              <p:nvPr>
                <p:ph type="body" idx="1"/>
              </p:nvPr>
            </p:nvSpPr>
            <p:spPr>
              <a:xfrm>
                <a:off x="-75290" y="987993"/>
                <a:ext cx="10181815" cy="5797818"/>
              </a:xfrm>
            </p:spPr>
            <p:txBody>
              <a:bodyPr/>
              <a:lstStyle/>
              <a:p>
                <a:pPr marL="152396" indent="0" fontAlgn="base">
                  <a:buNone/>
                </a:pPr>
                <a:r>
                  <a:rPr lang="en-US" dirty="0"/>
                  <a:t>An alien empire is considering taking over planet Earth, but they will only do so if the portion of rebellious humans is less than 10%. They abducted a random sample of 400 humans, performed special psychological tests, and found that 14% of the sample are rebellious.</a:t>
                </a:r>
              </a:p>
              <a:p>
                <a:pPr fontAlgn="base"/>
                <a:endParaRPr lang="en-US" dirty="0"/>
              </a:p>
              <a:p>
                <a:pPr marL="152396" indent="0" fontAlgn="base">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i="1">
                        <a:latin typeface="Cambria Math" panose="02040503050406030204" pitchFamily="18" charset="0"/>
                      </a:rPr>
                      <m:t> </m:t>
                    </m:r>
                  </m:oMath>
                </a14:m>
                <a:r>
                  <a:rPr lang="en-US" b="1" dirty="0"/>
                  <a:t>the actual percentage of rebellious humans is 10%</a:t>
                </a:r>
                <a:r>
                  <a:rPr lang="en-US" dirty="0"/>
                  <a:t>  </a:t>
                </a:r>
              </a:p>
              <a:p>
                <a:pPr marL="152396" indent="0" fontAlgn="base">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𝑎</m:t>
                        </m:r>
                      </m:sub>
                    </m:sSub>
                    <m:r>
                      <a:rPr lang="en-US" i="1">
                        <a:latin typeface="Cambria Math" panose="02040503050406030204" pitchFamily="18" charset="0"/>
                      </a:rPr>
                      <m:t> </m:t>
                    </m:r>
                  </m:oMath>
                </a14:m>
                <a:r>
                  <a:rPr lang="en-US" dirty="0"/>
                  <a:t>: the actual percentage is </a:t>
                </a:r>
                <a:r>
                  <a:rPr lang="en-US" i="1" dirty="0"/>
                  <a:t>higher</a:t>
                </a:r>
                <a:r>
                  <a:rPr lang="en-US" dirty="0"/>
                  <a:t> than that.</a:t>
                </a:r>
              </a:p>
              <a:p>
                <a:pPr fontAlgn="base"/>
                <a:endParaRPr lang="en-US" dirty="0"/>
              </a:p>
              <a:p>
                <a:pPr marL="152396" indent="0" fontAlgn="base">
                  <a:buNone/>
                </a:pPr>
                <a:r>
                  <a:rPr lang="en-US" dirty="0"/>
                  <a:t>The table sums up the results of 1000 simulations, each simulating a sample of 400 humans, assuming there are 10% rebellious humans.</a:t>
                </a:r>
              </a:p>
              <a:p>
                <a:pPr fontAlgn="base"/>
                <a:endParaRPr lang="en-US" dirty="0"/>
              </a:p>
              <a:p>
                <a:pPr marL="152396" indent="0" fontAlgn="base">
                  <a:buNone/>
                </a:pPr>
                <a:r>
                  <a:rPr lang="en-US" b="1" dirty="0"/>
                  <a:t>According to the simulations, what is the probability of getting a sample with 14% rebellious humans or more?</a:t>
                </a:r>
                <a:r>
                  <a:rPr lang="en-US" dirty="0"/>
                  <a:t> (if it is &lt; 1% reject null hypothesis)</a:t>
                </a:r>
              </a:p>
              <a:p>
                <a:endParaRPr lang="en-US" dirty="0"/>
              </a:p>
            </p:txBody>
          </p:sp>
        </mc:Choice>
        <mc:Fallback xmlns="">
          <p:sp>
            <p:nvSpPr>
              <p:cNvPr id="3" name="Text Placeholder 2">
                <a:extLst>
                  <a:ext uri="{FF2B5EF4-FFF2-40B4-BE49-F238E27FC236}">
                    <a16:creationId xmlns:a16="http://schemas.microsoft.com/office/drawing/2014/main" id="{F69A5CBF-69FA-46D3-A1D9-964F863B3131}"/>
                  </a:ext>
                </a:extLst>
              </p:cNvPr>
              <p:cNvSpPr>
                <a:spLocks noGrp="1" noRot="1" noChangeAspect="1" noMove="1" noResize="1" noEditPoints="1" noAdjustHandles="1" noChangeArrowheads="1" noChangeShapeType="1" noTextEdit="1"/>
              </p:cNvSpPr>
              <p:nvPr>
                <p:ph type="body" idx="1"/>
              </p:nvPr>
            </p:nvSpPr>
            <p:spPr>
              <a:xfrm>
                <a:off x="-75290" y="987993"/>
                <a:ext cx="10181815" cy="5797818"/>
              </a:xfrm>
              <a:blipFill>
                <a:blip r:embed="rId2"/>
                <a:stretch>
                  <a:fillRect t="-946" r="-1916" b="-483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30960FE-11CE-423E-A534-AE3B7F778F58}"/>
              </a:ext>
            </a:extLst>
          </p:cNvPr>
          <p:cNvPicPr>
            <a:picLocks noChangeAspect="1"/>
          </p:cNvPicPr>
          <p:nvPr/>
        </p:nvPicPr>
        <p:blipFill>
          <a:blip r:embed="rId3"/>
          <a:stretch>
            <a:fillRect/>
          </a:stretch>
        </p:blipFill>
        <p:spPr>
          <a:xfrm>
            <a:off x="9548260" y="1786890"/>
            <a:ext cx="2643739" cy="2933973"/>
          </a:xfrm>
          <a:prstGeom prst="rect">
            <a:avLst/>
          </a:prstGeom>
        </p:spPr>
      </p:pic>
      <p:sp>
        <p:nvSpPr>
          <p:cNvPr id="5" name="TextBox 4">
            <a:extLst>
              <a:ext uri="{FF2B5EF4-FFF2-40B4-BE49-F238E27FC236}">
                <a16:creationId xmlns:a16="http://schemas.microsoft.com/office/drawing/2014/main" id="{6F1426CA-8970-4A0B-B08F-E7CCAA71D0D1}"/>
              </a:ext>
            </a:extLst>
          </p:cNvPr>
          <p:cNvSpPr txBox="1"/>
          <p:nvPr/>
        </p:nvSpPr>
        <p:spPr>
          <a:xfrm>
            <a:off x="9403883" y="6429415"/>
            <a:ext cx="2510624" cy="400110"/>
          </a:xfrm>
          <a:prstGeom prst="rect">
            <a:avLst/>
          </a:prstGeom>
          <a:noFill/>
        </p:spPr>
        <p:txBody>
          <a:bodyPr wrap="none" rtlCol="0">
            <a:spAutoFit/>
          </a:bodyPr>
          <a:lstStyle/>
          <a:p>
            <a:r>
              <a:rPr lang="en-US" sz="2000" dirty="0"/>
              <a:t>7/1000 = 0.7% = 0.007</a:t>
            </a:r>
          </a:p>
        </p:txBody>
      </p:sp>
      <p:sp>
        <p:nvSpPr>
          <p:cNvPr id="6" name="Multiplication Sign 5">
            <a:extLst>
              <a:ext uri="{FF2B5EF4-FFF2-40B4-BE49-F238E27FC236}">
                <a16:creationId xmlns:a16="http://schemas.microsoft.com/office/drawing/2014/main" id="{16C4919A-121F-4EEF-BC30-BF82546B34BD}"/>
              </a:ext>
            </a:extLst>
          </p:cNvPr>
          <p:cNvSpPr/>
          <p:nvPr/>
        </p:nvSpPr>
        <p:spPr>
          <a:xfrm>
            <a:off x="-75290" y="2943626"/>
            <a:ext cx="981776" cy="943276"/>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776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CBFF-67F9-4A51-A82F-D034118DFBD7}"/>
              </a:ext>
            </a:extLst>
          </p:cNvPr>
          <p:cNvSpPr>
            <a:spLocks noGrp="1"/>
          </p:cNvSpPr>
          <p:nvPr>
            <p:ph type="title"/>
          </p:nvPr>
        </p:nvSpPr>
        <p:spPr>
          <a:xfrm>
            <a:off x="146093" y="0"/>
            <a:ext cx="11360800" cy="763600"/>
          </a:xfrm>
        </p:spPr>
        <p:txBody>
          <a:bodyPr/>
          <a:lstStyle/>
          <a:p>
            <a:r>
              <a:rPr lang="en-US" dirty="0">
                <a:solidFill>
                  <a:schemeClr val="accent1"/>
                </a:solidFill>
              </a:rPr>
              <a:t>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BF3BCD5-27FF-4DF4-A19B-5B2E46443FE2}"/>
                  </a:ext>
                </a:extLst>
              </p:cNvPr>
              <p:cNvSpPr>
                <a:spLocks noGrp="1"/>
              </p:cNvSpPr>
              <p:nvPr>
                <p:ph type="body" idx="1"/>
              </p:nvPr>
            </p:nvSpPr>
            <p:spPr>
              <a:xfrm>
                <a:off x="261596" y="997618"/>
                <a:ext cx="11360800" cy="4555200"/>
              </a:xfrm>
            </p:spPr>
            <p:txBody>
              <a:bodyPr/>
              <a:lstStyle/>
              <a:p>
                <a:pPr marL="152396" indent="0">
                  <a:buNone/>
                </a:pPr>
                <a:r>
                  <a:rPr lang="en-US" dirty="0"/>
                  <a:t>Every day Juan buys a scratch-off lottery ticket with a 40% chance of winning some prize. He noticed that whenever he wears his red shirt he usually wins. He decided to keep track of his winnings while wearing the shirt and found that he won 3 out of 3 times.</a:t>
                </a:r>
              </a:p>
              <a:p>
                <a:pPr marL="152396" indent="0">
                  <a:buNone/>
                </a:pPr>
                <a:endParaRPr lang="en-US" dirty="0"/>
              </a:p>
              <a:p>
                <a:pPr marL="152396"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i="1">
                        <a:latin typeface="Cambria Math" panose="02040503050406030204" pitchFamily="18" charset="0"/>
                      </a:rPr>
                      <m:t> </m:t>
                    </m:r>
                  </m:oMath>
                </a14:m>
                <a:r>
                  <a:rPr lang="en-US" b="1" dirty="0"/>
                  <a:t>Juan's chance of winning while wearing the shirt is 40% as always</a:t>
                </a:r>
                <a:r>
                  <a:rPr lang="en-US" dirty="0"/>
                  <a:t> </a:t>
                </a:r>
              </a:p>
              <a:p>
                <a:pPr marL="152396"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𝑎</m:t>
                        </m:r>
                      </m:sub>
                    </m:sSub>
                  </m:oMath>
                </a14:m>
                <a:r>
                  <a:rPr lang="en-US" dirty="0"/>
                  <a:t>: the chance is somehow </a:t>
                </a:r>
                <a:r>
                  <a:rPr lang="en-US" i="1" dirty="0"/>
                  <a:t>greater</a:t>
                </a:r>
                <a:r>
                  <a:rPr lang="en-US" dirty="0"/>
                  <a:t>.</a:t>
                </a:r>
              </a:p>
              <a:p>
                <a:pPr marL="152396" indent="0">
                  <a:buNone/>
                </a:pPr>
                <a:endParaRPr lang="en-US" dirty="0"/>
              </a:p>
              <a:p>
                <a:pPr marL="152396" indent="0">
                  <a:buNone/>
                </a:pPr>
                <a:r>
                  <a:rPr lang="en-US" b="1" dirty="0"/>
                  <a:t>Assuming the hypothesis is correct, what is the probability </a:t>
                </a:r>
                <a:r>
                  <a:rPr lang="en-US" b="1"/>
                  <a:t>of Juan </a:t>
                </a:r>
                <a:r>
                  <a:rPr lang="en-US" b="1" dirty="0"/>
                  <a:t>winning 3 times out of 3? (</a:t>
                </a:r>
                <a:r>
                  <a:rPr lang="en-US" dirty="0"/>
                  <a:t>Let's agree that if the observed outcome has a probability </a:t>
                </a:r>
                <a:r>
                  <a:rPr lang="en-US" i="1" dirty="0"/>
                  <a:t>less</a:t>
                </a:r>
                <a:r>
                  <a:rPr lang="en-US" dirty="0"/>
                  <a:t> than 1% under the tested hypothesis, we will reject the hypothesis.)</a:t>
                </a:r>
              </a:p>
            </p:txBody>
          </p:sp>
        </mc:Choice>
        <mc:Fallback xmlns="">
          <p:sp>
            <p:nvSpPr>
              <p:cNvPr id="3" name="Text Placeholder 2">
                <a:extLst>
                  <a:ext uri="{FF2B5EF4-FFF2-40B4-BE49-F238E27FC236}">
                    <a16:creationId xmlns:a16="http://schemas.microsoft.com/office/drawing/2014/main" id="{1BF3BCD5-27FF-4DF4-A19B-5B2E46443FE2}"/>
                  </a:ext>
                </a:extLst>
              </p:cNvPr>
              <p:cNvSpPr>
                <a:spLocks noGrp="1" noRot="1" noChangeAspect="1" noMove="1" noResize="1" noEditPoints="1" noAdjustHandles="1" noChangeArrowheads="1" noChangeShapeType="1" noTextEdit="1"/>
              </p:cNvSpPr>
              <p:nvPr>
                <p:ph type="body" idx="1"/>
              </p:nvPr>
            </p:nvSpPr>
            <p:spPr>
              <a:xfrm>
                <a:off x="261596" y="997618"/>
                <a:ext cx="11360800" cy="4555200"/>
              </a:xfrm>
              <a:blipFill>
                <a:blip r:embed="rId2"/>
                <a:stretch>
                  <a:fillRect t="-1205" r="-1770" b="-803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06E331E-C34F-4216-BDB2-8AEA2475E86A}"/>
              </a:ext>
            </a:extLst>
          </p:cNvPr>
          <p:cNvSpPr txBox="1"/>
          <p:nvPr/>
        </p:nvSpPr>
        <p:spPr>
          <a:xfrm>
            <a:off x="5409399" y="5860382"/>
            <a:ext cx="3821880" cy="461665"/>
          </a:xfrm>
          <a:prstGeom prst="rect">
            <a:avLst/>
          </a:prstGeom>
          <a:noFill/>
        </p:spPr>
        <p:txBody>
          <a:bodyPr wrap="none" rtlCol="0">
            <a:spAutoFit/>
          </a:bodyPr>
          <a:lstStyle/>
          <a:p>
            <a:r>
              <a:rPr lang="en-US" sz="2400" dirty="0"/>
              <a:t>0.4 * 0.4 * 0.4 = 0.064 = 6.4%</a:t>
            </a:r>
          </a:p>
        </p:txBody>
      </p:sp>
      <p:sp>
        <p:nvSpPr>
          <p:cNvPr id="5" name="TextBox 4">
            <a:extLst>
              <a:ext uri="{FF2B5EF4-FFF2-40B4-BE49-F238E27FC236}">
                <a16:creationId xmlns:a16="http://schemas.microsoft.com/office/drawing/2014/main" id="{0FCF3056-34FF-47BE-8E48-D809454D96CD}"/>
              </a:ext>
            </a:extLst>
          </p:cNvPr>
          <p:cNvSpPr txBox="1"/>
          <p:nvPr/>
        </p:nvSpPr>
        <p:spPr>
          <a:xfrm>
            <a:off x="2415942" y="6322047"/>
            <a:ext cx="8293681" cy="461665"/>
          </a:xfrm>
          <a:prstGeom prst="rect">
            <a:avLst/>
          </a:prstGeom>
          <a:noFill/>
        </p:spPr>
        <p:txBody>
          <a:bodyPr wrap="none" rtlCol="0">
            <a:spAutoFit/>
          </a:bodyPr>
          <a:lstStyle/>
          <a:p>
            <a:r>
              <a:rPr lang="en-US" sz="2400" dirty="0"/>
              <a:t>6.4% is not less than 1% -&gt; we can not reject the null hypothesis</a:t>
            </a:r>
          </a:p>
        </p:txBody>
      </p:sp>
    </p:spTree>
    <p:extLst>
      <p:ext uri="{BB962C8B-B14F-4D97-AF65-F5344CB8AC3E}">
        <p14:creationId xmlns:p14="http://schemas.microsoft.com/office/powerpoint/2010/main" val="263903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7238-0903-4454-A119-F133D850288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DBA7BC8-7FBE-4F34-A1B5-9B1F19C0BE01}"/>
              </a:ext>
            </a:extLst>
          </p:cNvPr>
          <p:cNvSpPr>
            <a:spLocks noGrp="1"/>
          </p:cNvSpPr>
          <p:nvPr>
            <p:ph type="body" idx="1"/>
          </p:nvPr>
        </p:nvSpPr>
        <p:spPr/>
        <p:txBody>
          <a:bodyPr/>
          <a:lstStyle/>
          <a:p>
            <a:r>
              <a:rPr lang="en-US" dirty="0"/>
              <a:t>Kahoot time</a:t>
            </a:r>
          </a:p>
        </p:txBody>
      </p:sp>
    </p:spTree>
    <p:extLst>
      <p:ext uri="{BB962C8B-B14F-4D97-AF65-F5344CB8AC3E}">
        <p14:creationId xmlns:p14="http://schemas.microsoft.com/office/powerpoint/2010/main" val="1331132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20FD0C2881EA4A90727A064126FC20" ma:contentTypeVersion="13" ma:contentTypeDescription="Create a new document." ma:contentTypeScope="" ma:versionID="c260b951da18117c8c193c037c96b92c">
  <xsd:schema xmlns:xsd="http://www.w3.org/2001/XMLSchema" xmlns:xs="http://www.w3.org/2001/XMLSchema" xmlns:p="http://schemas.microsoft.com/office/2006/metadata/properties" xmlns:ns3="19eadfd7-bd8e-490f-9f29-05c59f74add2" xmlns:ns4="74abacc2-06e5-4e7c-aecc-4fd68412481c" targetNamespace="http://schemas.microsoft.com/office/2006/metadata/properties" ma:root="true" ma:fieldsID="95adb3d05306777b1d2a43a6ccfcbaf4" ns3:_="" ns4:_="">
    <xsd:import namespace="19eadfd7-bd8e-490f-9f29-05c59f74add2"/>
    <xsd:import namespace="74abacc2-06e5-4e7c-aecc-4fd68412481c"/>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3:MediaServiceAutoTags" minOccurs="0"/>
                <xsd:element ref="ns3:MediaServiceOCR"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eadfd7-bd8e-490f-9f29-05c59f74ad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4abacc2-06e5-4e7c-aecc-4fd68412481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CA8CFC-B0DE-4273-B57A-5046516B4A7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F5A1F56-6DBA-4F60-AF36-576472F77A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9eadfd7-bd8e-490f-9f29-05c59f74add2"/>
    <ds:schemaRef ds:uri="74abacc2-06e5-4e7c-aecc-4fd6841248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3D0A7E-B2B5-4823-AFCD-C643FBAFFC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2099</TotalTime>
  <Words>980</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Hypothesis Testing</vt:lpstr>
      <vt:lpstr>Example</vt:lpstr>
      <vt:lpstr>Hypothesis Testing</vt:lpstr>
      <vt:lpstr>Hypothesis Testing</vt:lpstr>
      <vt:lpstr>Hypothesis Testing</vt:lpstr>
      <vt:lpstr>Hypothesis Testing</vt:lpstr>
      <vt:lpstr>Hypothesis Testing</vt:lpstr>
      <vt:lpstr>Null Hypotheses </vt:lpstr>
      <vt:lpstr>Alternative Hypothesis</vt:lpstr>
      <vt:lpstr>Alternative Hypothesis</vt:lpstr>
      <vt:lpstr>Example</vt:lpstr>
      <vt:lpstr>Example</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dc:title>
  <dc:creator>Marzieh Ayati</dc:creator>
  <cp:lastModifiedBy>Marzieh Ayati</cp:lastModifiedBy>
  <cp:revision>1</cp:revision>
  <dcterms:created xsi:type="dcterms:W3CDTF">2020-09-15T23:09:13Z</dcterms:created>
  <dcterms:modified xsi:type="dcterms:W3CDTF">2023-09-20T22:07:56Z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0x0101007E20FD0C2881EA4A90727A064126FC20</vt:lpwstr>
  </property>
</Properties>
</file>