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1020" r:id="rId3"/>
    <p:sldId id="1012" r:id="rId4"/>
    <p:sldId id="1013" r:id="rId5"/>
    <p:sldId id="1015" r:id="rId6"/>
    <p:sldId id="1016" r:id="rId7"/>
    <p:sldId id="1017" r:id="rId8"/>
    <p:sldId id="1018" r:id="rId9"/>
    <p:sldId id="1019" r:id="rId10"/>
    <p:sldId id="980" r:id="rId11"/>
    <p:sldId id="1028" r:id="rId12"/>
    <p:sldId id="1029" r:id="rId13"/>
    <p:sldId id="1030" r:id="rId14"/>
    <p:sldId id="1031" r:id="rId15"/>
    <p:sldId id="1032" r:id="rId16"/>
    <p:sldId id="1033" r:id="rId17"/>
    <p:sldId id="1036" r:id="rId18"/>
    <p:sldId id="1034" r:id="rId19"/>
    <p:sldId id="1037" r:id="rId20"/>
    <p:sldId id="298" r:id="rId21"/>
    <p:sldId id="300" r:id="rId22"/>
    <p:sldId id="299" r:id="rId23"/>
    <p:sldId id="1022" r:id="rId24"/>
    <p:sldId id="1023" r:id="rId25"/>
    <p:sldId id="1024" r:id="rId26"/>
    <p:sldId id="1021" r:id="rId27"/>
    <p:sldId id="1025" r:id="rId28"/>
    <p:sldId id="1026" r:id="rId29"/>
    <p:sldId id="1027" r:id="rId30"/>
    <p:sldId id="103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C9DB3-1304-42D0-B572-7FA4C88194E8}" v="75" dt="2024-01-31T00:57:00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2DA461EA-60C6-4DBC-A8DC-D61BB4A38CCC}"/>
    <pc:docChg chg="modSld sldOrd">
      <pc:chgData name="Marzieh Ayati" userId="719e7aeb-c3b5-48e5-801b-084d43cd09ac" providerId="ADAL" clId="{2DA461EA-60C6-4DBC-A8DC-D61BB4A38CCC}" dt="2022-09-13T22:28:23.527" v="3"/>
      <pc:docMkLst>
        <pc:docMk/>
      </pc:docMkLst>
      <pc:sldChg chg="ord">
        <pc:chgData name="Marzieh Ayati" userId="719e7aeb-c3b5-48e5-801b-084d43cd09ac" providerId="ADAL" clId="{2DA461EA-60C6-4DBC-A8DC-D61BB4A38CCC}" dt="2022-09-13T22:28:23.527" v="3"/>
        <pc:sldMkLst>
          <pc:docMk/>
          <pc:sldMk cId="1913407969" sldId="1035"/>
        </pc:sldMkLst>
      </pc:sldChg>
    </pc:docChg>
  </pc:docChgLst>
  <pc:docChgLst>
    <pc:chgData name="Marzieh Ayati" userId="719e7aeb-c3b5-48e5-801b-084d43cd09ac" providerId="ADAL" clId="{8697254E-43FF-4153-8962-9CB90120FE3E}"/>
    <pc:docChg chg="delSld">
      <pc:chgData name="Marzieh Ayati" userId="719e7aeb-c3b5-48e5-801b-084d43cd09ac" providerId="ADAL" clId="{8697254E-43FF-4153-8962-9CB90120FE3E}" dt="2020-09-08T20:18:21.762" v="0" actId="2696"/>
      <pc:docMkLst>
        <pc:docMk/>
      </pc:docMkLst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0" sldId="259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445796178" sldId="260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184995505" sldId="877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937937857" sldId="952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2493841858" sldId="1002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2533160564" sldId="1008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1314966999" sldId="1009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2015056683" sldId="1010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2197640144" sldId="1011"/>
        </pc:sldMkLst>
      </pc:sldChg>
      <pc:sldChg chg="del">
        <pc:chgData name="Marzieh Ayati" userId="719e7aeb-c3b5-48e5-801b-084d43cd09ac" providerId="ADAL" clId="{8697254E-43FF-4153-8962-9CB90120FE3E}" dt="2020-09-08T20:18:21.762" v="0" actId="2696"/>
        <pc:sldMkLst>
          <pc:docMk/>
          <pc:sldMk cId="665143871" sldId="1014"/>
        </pc:sldMkLst>
      </pc:sldChg>
      <pc:sldMasterChg chg="delSldLayout">
        <pc:chgData name="Marzieh Ayati" userId="719e7aeb-c3b5-48e5-801b-084d43cd09ac" providerId="ADAL" clId="{8697254E-43FF-4153-8962-9CB90120FE3E}" dt="2020-09-08T20:18:21.762" v="0" actId="2696"/>
        <pc:sldMasterMkLst>
          <pc:docMk/>
          <pc:sldMasterMk cId="749143325" sldId="2147483648"/>
        </pc:sldMasterMkLst>
        <pc:sldLayoutChg chg="del">
          <pc:chgData name="Marzieh Ayati" userId="719e7aeb-c3b5-48e5-801b-084d43cd09ac" providerId="ADAL" clId="{8697254E-43FF-4153-8962-9CB90120FE3E}" dt="2020-09-08T20:18:21.762" v="0" actId="2696"/>
          <pc:sldLayoutMkLst>
            <pc:docMk/>
            <pc:sldMasterMk cId="749143325" sldId="2147483648"/>
            <pc:sldLayoutMk cId="2143278202" sldId="2147483660"/>
          </pc:sldLayoutMkLst>
        </pc:sldLayoutChg>
        <pc:sldLayoutChg chg="del">
          <pc:chgData name="Marzieh Ayati" userId="719e7aeb-c3b5-48e5-801b-084d43cd09ac" providerId="ADAL" clId="{8697254E-43FF-4153-8962-9CB90120FE3E}" dt="2020-09-08T20:18:21.762" v="0" actId="2696"/>
          <pc:sldLayoutMkLst>
            <pc:docMk/>
            <pc:sldMasterMk cId="749143325" sldId="2147483648"/>
            <pc:sldLayoutMk cId="1587935591" sldId="2147483661"/>
          </pc:sldLayoutMkLst>
        </pc:sldLayoutChg>
      </pc:sldMasterChg>
    </pc:docChg>
  </pc:docChgLst>
  <pc:docChgLst>
    <pc:chgData name="Marzieh Ayati" userId="719e7aeb-c3b5-48e5-801b-084d43cd09ac" providerId="ADAL" clId="{0CAC9DB3-1304-42D0-B572-7FA4C88194E8}"/>
    <pc:docChg chg="addSld modSld sldOrd">
      <pc:chgData name="Marzieh Ayati" userId="719e7aeb-c3b5-48e5-801b-084d43cd09ac" providerId="ADAL" clId="{0CAC9DB3-1304-42D0-B572-7FA4C88194E8}" dt="2024-01-31T00:59:31.744" v="181" actId="207"/>
      <pc:docMkLst>
        <pc:docMk/>
      </pc:docMkLst>
      <pc:sldChg chg="modSp mod">
        <pc:chgData name="Marzieh Ayati" userId="719e7aeb-c3b5-48e5-801b-084d43cd09ac" providerId="ADAL" clId="{0CAC9DB3-1304-42D0-B572-7FA4C88194E8}" dt="2024-01-31T00:48:30.298" v="11" actId="14100"/>
        <pc:sldMkLst>
          <pc:docMk/>
          <pc:sldMk cId="1957520602" sldId="1034"/>
        </pc:sldMkLst>
        <pc:spChg chg="mod">
          <ac:chgData name="Marzieh Ayati" userId="719e7aeb-c3b5-48e5-801b-084d43cd09ac" providerId="ADAL" clId="{0CAC9DB3-1304-42D0-B572-7FA4C88194E8}" dt="2024-01-31T00:48:30.298" v="11" actId="14100"/>
          <ac:spMkLst>
            <pc:docMk/>
            <pc:sldMk cId="1957520602" sldId="1034"/>
            <ac:spMk id="8" creationId="{0B3B5788-953B-4989-BED9-9FE6FAC08749}"/>
          </ac:spMkLst>
        </pc:spChg>
      </pc:sldChg>
      <pc:sldChg chg="addSp modSp new mod modAnim">
        <pc:chgData name="Marzieh Ayati" userId="719e7aeb-c3b5-48e5-801b-084d43cd09ac" providerId="ADAL" clId="{0CAC9DB3-1304-42D0-B572-7FA4C88194E8}" dt="2024-01-31T00:57:05.854" v="149" actId="1076"/>
        <pc:sldMkLst>
          <pc:docMk/>
          <pc:sldMk cId="2850387995" sldId="1036"/>
        </pc:sldMkLst>
        <pc:spChg chg="mod">
          <ac:chgData name="Marzieh Ayati" userId="719e7aeb-c3b5-48e5-801b-084d43cd09ac" providerId="ADAL" clId="{0CAC9DB3-1304-42D0-B572-7FA4C88194E8}" dt="2024-01-31T00:49:47.980" v="20" actId="1076"/>
          <ac:spMkLst>
            <pc:docMk/>
            <pc:sldMk cId="2850387995" sldId="1036"/>
            <ac:spMk id="2" creationId="{18C30BFA-3911-473C-86EF-A7B726B7183F}"/>
          </ac:spMkLst>
        </pc:spChg>
        <pc:spChg chg="mod">
          <ac:chgData name="Marzieh Ayati" userId="719e7aeb-c3b5-48e5-801b-084d43cd09ac" providerId="ADAL" clId="{0CAC9DB3-1304-42D0-B572-7FA4C88194E8}" dt="2024-01-31T00:54:11.519" v="85" actId="14100"/>
          <ac:spMkLst>
            <pc:docMk/>
            <pc:sldMk cId="2850387995" sldId="1036"/>
            <ac:spMk id="3" creationId="{833F22C4-DAB7-43D7-949D-1CEC62CCADAE}"/>
          </ac:spMkLst>
        </pc:spChg>
        <pc:spChg chg="add mod">
          <ac:chgData name="Marzieh Ayati" userId="719e7aeb-c3b5-48e5-801b-084d43cd09ac" providerId="ADAL" clId="{0CAC9DB3-1304-42D0-B572-7FA4C88194E8}" dt="2024-01-31T00:52:26.104" v="55" actId="1076"/>
          <ac:spMkLst>
            <pc:docMk/>
            <pc:sldMk cId="2850387995" sldId="1036"/>
            <ac:spMk id="4" creationId="{F664E826-DFD5-420A-AF77-228D47CB86C4}"/>
          </ac:spMkLst>
        </pc:spChg>
        <pc:spChg chg="add mod">
          <ac:chgData name="Marzieh Ayati" userId="719e7aeb-c3b5-48e5-801b-084d43cd09ac" providerId="ADAL" clId="{0CAC9DB3-1304-42D0-B572-7FA4C88194E8}" dt="2024-01-31T00:52:50.347" v="82" actId="20577"/>
          <ac:spMkLst>
            <pc:docMk/>
            <pc:sldMk cId="2850387995" sldId="1036"/>
            <ac:spMk id="5" creationId="{92253565-BC11-4B68-889B-D796E256F5E3}"/>
          </ac:spMkLst>
        </pc:spChg>
        <pc:spChg chg="add mod">
          <ac:chgData name="Marzieh Ayati" userId="719e7aeb-c3b5-48e5-801b-084d43cd09ac" providerId="ADAL" clId="{0CAC9DB3-1304-42D0-B572-7FA4C88194E8}" dt="2024-01-31T00:57:00.897" v="148" actId="20577"/>
          <ac:spMkLst>
            <pc:docMk/>
            <pc:sldMk cId="2850387995" sldId="1036"/>
            <ac:spMk id="7" creationId="{79C42EF1-323D-4FE2-B633-C109B69FE01E}"/>
          </ac:spMkLst>
        </pc:spChg>
        <pc:spChg chg="add mod">
          <ac:chgData name="Marzieh Ayati" userId="719e7aeb-c3b5-48e5-801b-084d43cd09ac" providerId="ADAL" clId="{0CAC9DB3-1304-42D0-B572-7FA4C88194E8}" dt="2024-01-31T00:57:05.854" v="149" actId="1076"/>
          <ac:spMkLst>
            <pc:docMk/>
            <pc:sldMk cId="2850387995" sldId="1036"/>
            <ac:spMk id="9" creationId="{AE572ACB-3E8B-44AE-83D0-AF30A7A9D0E5}"/>
          </ac:spMkLst>
        </pc:spChg>
      </pc:sldChg>
      <pc:sldChg chg="modSp new mod ord">
        <pc:chgData name="Marzieh Ayati" userId="719e7aeb-c3b5-48e5-801b-084d43cd09ac" providerId="ADAL" clId="{0CAC9DB3-1304-42D0-B572-7FA4C88194E8}" dt="2024-01-31T00:59:31.744" v="181" actId="207"/>
        <pc:sldMkLst>
          <pc:docMk/>
          <pc:sldMk cId="1541605619" sldId="1037"/>
        </pc:sldMkLst>
        <pc:spChg chg="mod">
          <ac:chgData name="Marzieh Ayati" userId="719e7aeb-c3b5-48e5-801b-084d43cd09ac" providerId="ADAL" clId="{0CAC9DB3-1304-42D0-B572-7FA4C88194E8}" dt="2024-01-31T00:58:47.733" v="174" actId="20577"/>
          <ac:spMkLst>
            <pc:docMk/>
            <pc:sldMk cId="1541605619" sldId="1037"/>
            <ac:spMk id="2" creationId="{5FD84597-7F25-431D-B924-94C67F815E76}"/>
          </ac:spMkLst>
        </pc:spChg>
        <pc:spChg chg="mod">
          <ac:chgData name="Marzieh Ayati" userId="719e7aeb-c3b5-48e5-801b-084d43cd09ac" providerId="ADAL" clId="{0CAC9DB3-1304-42D0-B572-7FA4C88194E8}" dt="2024-01-31T00:59:31.744" v="181" actId="207"/>
          <ac:spMkLst>
            <pc:docMk/>
            <pc:sldMk cId="1541605619" sldId="1037"/>
            <ac:spMk id="3" creationId="{43907891-C7FF-48F9-9B65-F4004F25EFCE}"/>
          </ac:spMkLst>
        </pc:spChg>
      </pc:sldChg>
    </pc:docChg>
  </pc:docChgLst>
  <pc:docChgLst>
    <pc:chgData name="Marzieh Ayati" userId="719e7aeb-c3b5-48e5-801b-084d43cd09ac" providerId="ADAL" clId="{4BED3D3C-E56E-4C80-88A3-B5DE58EC547F}"/>
    <pc:docChg chg="modSld sldOrd">
      <pc:chgData name="Marzieh Ayati" userId="719e7aeb-c3b5-48e5-801b-084d43cd09ac" providerId="ADAL" clId="{4BED3D3C-E56E-4C80-88A3-B5DE58EC547F}" dt="2022-09-12T21:32:49.748" v="1"/>
      <pc:docMkLst>
        <pc:docMk/>
      </pc:docMkLst>
      <pc:sldChg chg="ord">
        <pc:chgData name="Marzieh Ayati" userId="719e7aeb-c3b5-48e5-801b-084d43cd09ac" providerId="ADAL" clId="{4BED3D3C-E56E-4C80-88A3-B5DE58EC547F}" dt="2022-09-12T21:32:49.748" v="1"/>
        <pc:sldMkLst>
          <pc:docMk/>
          <pc:sldMk cId="1913407969" sldId="1035"/>
        </pc:sldMkLst>
      </pc:sldChg>
    </pc:docChg>
  </pc:docChgLst>
  <pc:docChgLst>
    <pc:chgData name="Marzieh Ayati" userId="719e7aeb-c3b5-48e5-801b-084d43cd09ac" providerId="ADAL" clId="{0AFAA76C-7759-48AF-8E65-41C3EB53C81D}"/>
    <pc:docChg chg="modSld">
      <pc:chgData name="Marzieh Ayati" userId="719e7aeb-c3b5-48e5-801b-084d43cd09ac" providerId="ADAL" clId="{0AFAA76C-7759-48AF-8E65-41C3EB53C81D}" dt="2023-09-13T05:45:28.150" v="57" actId="1076"/>
      <pc:docMkLst>
        <pc:docMk/>
      </pc:docMkLst>
      <pc:sldChg chg="addSp modSp mod">
        <pc:chgData name="Marzieh Ayati" userId="719e7aeb-c3b5-48e5-801b-084d43cd09ac" providerId="ADAL" clId="{0AFAA76C-7759-48AF-8E65-41C3EB53C81D}" dt="2023-09-13T05:45:28.150" v="57" actId="1076"/>
        <pc:sldMkLst>
          <pc:docMk/>
          <pc:sldMk cId="0" sldId="298"/>
        </pc:sldMkLst>
        <pc:spChg chg="add mod">
          <ac:chgData name="Marzieh Ayati" userId="719e7aeb-c3b5-48e5-801b-084d43cd09ac" providerId="ADAL" clId="{0AFAA76C-7759-48AF-8E65-41C3EB53C81D}" dt="2023-09-13T05:45:28.150" v="57" actId="1076"/>
          <ac:spMkLst>
            <pc:docMk/>
            <pc:sldMk cId="0" sldId="298"/>
            <ac:spMk id="3" creationId="{9412BBF9-FB1E-491D-B9AD-220FC1A695A9}"/>
          </ac:spMkLst>
        </pc:spChg>
      </pc:sldChg>
    </pc:docChg>
  </pc:docChgLst>
  <pc:docChgLst>
    <pc:chgData name="Marzieh Ayati" userId="719e7aeb-c3b5-48e5-801b-084d43cd09ac" providerId="ADAL" clId="{6459FEEF-255C-444D-B7FE-1A156C753CA6}"/>
    <pc:docChg chg="undo custSel addSld delSld modSld sldOrd">
      <pc:chgData name="Marzieh Ayati" userId="719e7aeb-c3b5-48e5-801b-084d43cd09ac" providerId="ADAL" clId="{6459FEEF-255C-444D-B7FE-1A156C753CA6}" dt="2020-09-10T16:38:31.855" v="3554" actId="1076"/>
      <pc:docMkLst>
        <pc:docMk/>
      </pc:docMkLst>
      <pc:sldChg chg="modSp mod">
        <pc:chgData name="Marzieh Ayati" userId="719e7aeb-c3b5-48e5-801b-084d43cd09ac" providerId="ADAL" clId="{6459FEEF-255C-444D-B7FE-1A156C753CA6}" dt="2020-09-07T23:23:30.135" v="39" actId="20577"/>
        <pc:sldMkLst>
          <pc:docMk/>
          <pc:sldMk cId="2977806438" sldId="256"/>
        </pc:sldMkLst>
        <pc:spChg chg="mod">
          <ac:chgData name="Marzieh Ayati" userId="719e7aeb-c3b5-48e5-801b-084d43cd09ac" providerId="ADAL" clId="{6459FEEF-255C-444D-B7FE-1A156C753CA6}" dt="2020-09-07T23:23:30.135" v="39" actId="20577"/>
          <ac:spMkLst>
            <pc:docMk/>
            <pc:sldMk cId="2977806438" sldId="256"/>
            <ac:spMk id="2" creationId="{88519E20-E059-4C70-B8CE-1CB6A816F74D}"/>
          </ac:spMkLst>
        </pc:spChg>
      </pc:sldChg>
      <pc:sldChg chg="addSp modSp add mod">
        <pc:chgData name="Marzieh Ayati" userId="719e7aeb-c3b5-48e5-801b-084d43cd09ac" providerId="ADAL" clId="{6459FEEF-255C-444D-B7FE-1A156C753CA6}" dt="2020-09-08T06:27:18.990" v="3393" actId="1076"/>
        <pc:sldMkLst>
          <pc:docMk/>
          <pc:sldMk cId="0" sldId="298"/>
        </pc:sldMkLst>
        <pc:spChg chg="add mod">
          <ac:chgData name="Marzieh Ayati" userId="719e7aeb-c3b5-48e5-801b-084d43cd09ac" providerId="ADAL" clId="{6459FEEF-255C-444D-B7FE-1A156C753CA6}" dt="2020-09-08T06:27:18.990" v="3393" actId="1076"/>
          <ac:spMkLst>
            <pc:docMk/>
            <pc:sldMk cId="0" sldId="298"/>
            <ac:spMk id="2" creationId="{1665669A-2803-4763-92B2-93F38641ABE2}"/>
          </ac:spMkLst>
        </pc:spChg>
        <pc:spChg chg="add mod">
          <ac:chgData name="Marzieh Ayati" userId="719e7aeb-c3b5-48e5-801b-084d43cd09ac" providerId="ADAL" clId="{6459FEEF-255C-444D-B7FE-1A156C753CA6}" dt="2020-09-08T06:24:12.790" v="3385" actId="14100"/>
          <ac:spMkLst>
            <pc:docMk/>
            <pc:sldMk cId="0" sldId="298"/>
            <ac:spMk id="8" creationId="{38877271-DC58-497E-81C0-DDC8E7FD6007}"/>
          </ac:spMkLst>
        </pc:spChg>
        <pc:picChg chg="add mod">
          <ac:chgData name="Marzieh Ayati" userId="719e7aeb-c3b5-48e5-801b-084d43cd09ac" providerId="ADAL" clId="{6459FEEF-255C-444D-B7FE-1A156C753CA6}" dt="2020-09-08T06:21:54.247" v="3378" actId="1076"/>
          <ac:picMkLst>
            <pc:docMk/>
            <pc:sldMk cId="0" sldId="298"/>
            <ac:picMk id="6" creationId="{179F8904-5B88-4DB9-A9B9-008F1A148086}"/>
          </ac:picMkLst>
        </pc:picChg>
      </pc:sldChg>
      <pc:sldChg chg="add">
        <pc:chgData name="Marzieh Ayati" userId="719e7aeb-c3b5-48e5-801b-084d43cd09ac" providerId="ADAL" clId="{6459FEEF-255C-444D-B7FE-1A156C753CA6}" dt="2020-09-08T06:24:57.695" v="3386"/>
        <pc:sldMkLst>
          <pc:docMk/>
          <pc:sldMk cId="0" sldId="299"/>
        </pc:sldMkLst>
      </pc:sldChg>
      <pc:sldChg chg="addSp delSp modSp add mod">
        <pc:chgData name="Marzieh Ayati" userId="719e7aeb-c3b5-48e5-801b-084d43cd09ac" providerId="ADAL" clId="{6459FEEF-255C-444D-B7FE-1A156C753CA6}" dt="2020-09-08T06:29:21.150" v="3489" actId="478"/>
        <pc:sldMkLst>
          <pc:docMk/>
          <pc:sldMk cId="0" sldId="300"/>
        </pc:sldMkLst>
        <pc:spChg chg="add mod">
          <ac:chgData name="Marzieh Ayati" userId="719e7aeb-c3b5-48e5-801b-084d43cd09ac" providerId="ADAL" clId="{6459FEEF-255C-444D-B7FE-1A156C753CA6}" dt="2020-09-08T06:28:13.790" v="3425" actId="1076"/>
          <ac:spMkLst>
            <pc:docMk/>
            <pc:sldMk cId="0" sldId="300"/>
            <ac:spMk id="2" creationId="{D575CDA6-DD69-4E2C-B641-BBE6C8952A8E}"/>
          </ac:spMkLst>
        </pc:spChg>
        <pc:spChg chg="add del mod">
          <ac:chgData name="Marzieh Ayati" userId="719e7aeb-c3b5-48e5-801b-084d43cd09ac" providerId="ADAL" clId="{6459FEEF-255C-444D-B7FE-1A156C753CA6}" dt="2020-09-08T06:29:21.150" v="3489" actId="478"/>
          <ac:spMkLst>
            <pc:docMk/>
            <pc:sldMk cId="0" sldId="300"/>
            <ac:spMk id="4" creationId="{A8CC0BDA-A904-408A-9648-982E7B4F86E5}"/>
          </ac:spMkLst>
        </pc:spChg>
        <pc:spChg chg="add mod">
          <ac:chgData name="Marzieh Ayati" userId="719e7aeb-c3b5-48e5-801b-084d43cd09ac" providerId="ADAL" clId="{6459FEEF-255C-444D-B7FE-1A156C753CA6}" dt="2020-09-08T06:28:56.262" v="3487" actId="1076"/>
          <ac:spMkLst>
            <pc:docMk/>
            <pc:sldMk cId="0" sldId="300"/>
            <ac:spMk id="9" creationId="{054C117B-B2EB-4298-8C26-CBEB9F503097}"/>
          </ac:spMkLst>
        </pc:spChg>
        <pc:spChg chg="del">
          <ac:chgData name="Marzieh Ayati" userId="719e7aeb-c3b5-48e5-801b-084d43cd09ac" providerId="ADAL" clId="{6459FEEF-255C-444D-B7FE-1A156C753CA6}" dt="2020-09-08T06:29:18.640" v="3488" actId="478"/>
          <ac:spMkLst>
            <pc:docMk/>
            <pc:sldMk cId="0" sldId="300"/>
            <ac:spMk id="390" creationId="{00000000-0000-0000-0000-000000000000}"/>
          </ac:spMkLst>
        </pc:spChg>
        <pc:picChg chg="add del mod">
          <ac:chgData name="Marzieh Ayati" userId="719e7aeb-c3b5-48e5-801b-084d43cd09ac" providerId="ADAL" clId="{6459FEEF-255C-444D-B7FE-1A156C753CA6}" dt="2020-09-08T06:26:55.310" v="3390" actId="478"/>
          <ac:picMkLst>
            <pc:docMk/>
            <pc:sldMk cId="0" sldId="300"/>
            <ac:picMk id="7" creationId="{203B25E9-4E9F-40EA-B686-8FBA597C48E0}"/>
          </ac:picMkLst>
        </pc:picChg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1220017812" sldId="980"/>
        </pc:sldMkLst>
      </pc:sldChg>
      <pc:sldChg chg="add">
        <pc:chgData name="Marzieh Ayati" userId="719e7aeb-c3b5-48e5-801b-084d43cd09ac" providerId="ADAL" clId="{6459FEEF-255C-444D-B7FE-1A156C753CA6}" dt="2020-09-07T23:12:57.352" v="34"/>
        <pc:sldMkLst>
          <pc:docMk/>
          <pc:sldMk cId="2593934763" sldId="980"/>
        </pc:sldMkLst>
      </pc:sldChg>
      <pc:sldChg chg="ord">
        <pc:chgData name="Marzieh Ayati" userId="719e7aeb-c3b5-48e5-801b-084d43cd09ac" providerId="ADAL" clId="{6459FEEF-255C-444D-B7FE-1A156C753CA6}" dt="2020-09-07T23:23:16.447" v="38"/>
        <pc:sldMkLst>
          <pc:docMk/>
          <pc:sldMk cId="2441081153" sldId="1012"/>
        </pc:sldMkLst>
      </pc:sldChg>
      <pc:sldChg chg="add">
        <pc:chgData name="Marzieh Ayati" userId="719e7aeb-c3b5-48e5-801b-084d43cd09ac" providerId="ADAL" clId="{6459FEEF-255C-444D-B7FE-1A156C753CA6}" dt="2020-09-07T23:12:57.352" v="34"/>
        <pc:sldMkLst>
          <pc:docMk/>
          <pc:sldMk cId="1253457085" sldId="1013"/>
        </pc:sldMkLst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2439829849" sldId="1013"/>
        </pc:sldMkLst>
      </pc:sldChg>
      <pc:sldChg chg="modSp mod">
        <pc:chgData name="Marzieh Ayati" userId="719e7aeb-c3b5-48e5-801b-084d43cd09ac" providerId="ADAL" clId="{6459FEEF-255C-444D-B7FE-1A156C753CA6}" dt="2020-09-08T06:31:14.878" v="3502" actId="20577"/>
        <pc:sldMkLst>
          <pc:docMk/>
          <pc:sldMk cId="665143871" sldId="1014"/>
        </pc:sldMkLst>
        <pc:spChg chg="mod">
          <ac:chgData name="Marzieh Ayati" userId="719e7aeb-c3b5-48e5-801b-084d43cd09ac" providerId="ADAL" clId="{6459FEEF-255C-444D-B7FE-1A156C753CA6}" dt="2020-09-08T06:31:14.878" v="3502" actId="20577"/>
          <ac:spMkLst>
            <pc:docMk/>
            <pc:sldMk cId="665143871" sldId="1014"/>
            <ac:spMk id="2" creationId="{8516D5DD-A57C-4BD4-8044-9E2559CA134A}"/>
          </ac:spMkLst>
        </pc:spChg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3230253809" sldId="1015"/>
        </pc:sldMkLst>
      </pc:sldChg>
      <pc:sldChg chg="add">
        <pc:chgData name="Marzieh Ayati" userId="719e7aeb-c3b5-48e5-801b-084d43cd09ac" providerId="ADAL" clId="{6459FEEF-255C-444D-B7FE-1A156C753CA6}" dt="2020-09-07T23:12:57.352" v="34"/>
        <pc:sldMkLst>
          <pc:docMk/>
          <pc:sldMk cId="3289962837" sldId="1015"/>
        </pc:sldMkLst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1204337365" sldId="1016"/>
        </pc:sldMkLst>
      </pc:sldChg>
      <pc:sldChg chg="add">
        <pc:chgData name="Marzieh Ayati" userId="719e7aeb-c3b5-48e5-801b-084d43cd09ac" providerId="ADAL" clId="{6459FEEF-255C-444D-B7FE-1A156C753CA6}" dt="2020-09-07T23:12:57.352" v="34"/>
        <pc:sldMkLst>
          <pc:docMk/>
          <pc:sldMk cId="1880929285" sldId="1016"/>
        </pc:sldMkLst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655211533" sldId="1017"/>
        </pc:sldMkLst>
      </pc:sldChg>
      <pc:sldChg chg="addSp delSp modSp add mod">
        <pc:chgData name="Marzieh Ayati" userId="719e7aeb-c3b5-48e5-801b-084d43cd09ac" providerId="ADAL" clId="{6459FEEF-255C-444D-B7FE-1A156C753CA6}" dt="2020-09-08T18:14:10.212" v="3508" actId="478"/>
        <pc:sldMkLst>
          <pc:docMk/>
          <pc:sldMk cId="1587526679" sldId="1017"/>
        </pc:sldMkLst>
        <pc:spChg chg="add mod">
          <ac:chgData name="Marzieh Ayati" userId="719e7aeb-c3b5-48e5-801b-084d43cd09ac" providerId="ADAL" clId="{6459FEEF-255C-444D-B7FE-1A156C753CA6}" dt="2020-09-08T18:13:48.140" v="3505" actId="208"/>
          <ac:spMkLst>
            <pc:docMk/>
            <pc:sldMk cId="1587526679" sldId="1017"/>
            <ac:spMk id="2" creationId="{EBBF52C9-8E0D-4BF9-AC24-9D5A1267AAA7}"/>
          </ac:spMkLst>
        </pc:spChg>
        <pc:spChg chg="add del mod">
          <ac:chgData name="Marzieh Ayati" userId="719e7aeb-c3b5-48e5-801b-084d43cd09ac" providerId="ADAL" clId="{6459FEEF-255C-444D-B7FE-1A156C753CA6}" dt="2020-09-08T18:14:10.212" v="3508" actId="478"/>
          <ac:spMkLst>
            <pc:docMk/>
            <pc:sldMk cId="1587526679" sldId="1017"/>
            <ac:spMk id="7" creationId="{510073D0-59D6-4C78-931D-8000D277FAEE}"/>
          </ac:spMkLst>
        </pc:spChg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3651610873" sldId="1018"/>
        </pc:sldMkLst>
      </pc:sldChg>
      <pc:sldChg chg="delSp modSp add mod">
        <pc:chgData name="Marzieh Ayati" userId="719e7aeb-c3b5-48e5-801b-084d43cd09ac" providerId="ADAL" clId="{6459FEEF-255C-444D-B7FE-1A156C753CA6}" dt="2020-09-07T23:22:49.576" v="36" actId="478"/>
        <pc:sldMkLst>
          <pc:docMk/>
          <pc:sldMk cId="4126490130" sldId="1018"/>
        </pc:sldMkLst>
        <pc:spChg chg="mod">
          <ac:chgData name="Marzieh Ayati" userId="719e7aeb-c3b5-48e5-801b-084d43cd09ac" providerId="ADAL" clId="{6459FEEF-255C-444D-B7FE-1A156C753CA6}" dt="2020-09-07T23:22:47.584" v="35" actId="1076"/>
          <ac:spMkLst>
            <pc:docMk/>
            <pc:sldMk cId="4126490130" sldId="1018"/>
            <ac:spMk id="2" creationId="{F3612E4E-CAD1-4927-A7AE-07EA7540CCB7}"/>
          </ac:spMkLst>
        </pc:spChg>
        <pc:spChg chg="del">
          <ac:chgData name="Marzieh Ayati" userId="719e7aeb-c3b5-48e5-801b-084d43cd09ac" providerId="ADAL" clId="{6459FEEF-255C-444D-B7FE-1A156C753CA6}" dt="2020-09-07T23:22:49.576" v="36" actId="478"/>
          <ac:spMkLst>
            <pc:docMk/>
            <pc:sldMk cId="4126490130" sldId="1018"/>
            <ac:spMk id="3" creationId="{D5AAA418-E249-45D3-84AF-7EC3F044EDE9}"/>
          </ac:spMkLst>
        </pc:spChg>
      </pc:sldChg>
      <pc:sldChg chg="add">
        <pc:chgData name="Marzieh Ayati" userId="719e7aeb-c3b5-48e5-801b-084d43cd09ac" providerId="ADAL" clId="{6459FEEF-255C-444D-B7FE-1A156C753CA6}" dt="2020-09-07T23:12:57.352" v="34"/>
        <pc:sldMkLst>
          <pc:docMk/>
          <pc:sldMk cId="1371080844" sldId="1019"/>
        </pc:sldMkLst>
      </pc:sldChg>
      <pc:sldChg chg="del">
        <pc:chgData name="Marzieh Ayati" userId="719e7aeb-c3b5-48e5-801b-084d43cd09ac" providerId="ADAL" clId="{6459FEEF-255C-444D-B7FE-1A156C753CA6}" dt="2020-09-07T23:12:54.396" v="33" actId="2696"/>
        <pc:sldMkLst>
          <pc:docMk/>
          <pc:sldMk cId="2692359937" sldId="1019"/>
        </pc:sldMkLst>
      </pc:sldChg>
      <pc:sldChg chg="addSp delSp modSp new mod">
        <pc:chgData name="Marzieh Ayati" userId="719e7aeb-c3b5-48e5-801b-084d43cd09ac" providerId="ADAL" clId="{6459FEEF-255C-444D-B7FE-1A156C753CA6}" dt="2020-09-07T23:34:32.476" v="255" actId="13822"/>
        <pc:sldMkLst>
          <pc:docMk/>
          <pc:sldMk cId="4249956754" sldId="1020"/>
        </pc:sldMkLst>
        <pc:spChg chg="mod">
          <ac:chgData name="Marzieh Ayati" userId="719e7aeb-c3b5-48e5-801b-084d43cd09ac" providerId="ADAL" clId="{6459FEEF-255C-444D-B7FE-1A156C753CA6}" dt="2020-09-07T23:31:21.783" v="85" actId="20577"/>
          <ac:spMkLst>
            <pc:docMk/>
            <pc:sldMk cId="4249956754" sldId="1020"/>
            <ac:spMk id="2" creationId="{F11C433D-B64C-4524-BAC5-EA0C749E2362}"/>
          </ac:spMkLst>
        </pc:spChg>
        <pc:spChg chg="mod">
          <ac:chgData name="Marzieh Ayati" userId="719e7aeb-c3b5-48e5-801b-084d43cd09ac" providerId="ADAL" clId="{6459FEEF-255C-444D-B7FE-1A156C753CA6}" dt="2020-09-07T23:32:40.247" v="152" actId="20577"/>
          <ac:spMkLst>
            <pc:docMk/>
            <pc:sldMk cId="4249956754" sldId="1020"/>
            <ac:spMk id="3" creationId="{2C6C23E2-12F2-4F1F-93C3-F38B0490BFC7}"/>
          </ac:spMkLst>
        </pc:spChg>
        <pc:spChg chg="add mod">
          <ac:chgData name="Marzieh Ayati" userId="719e7aeb-c3b5-48e5-801b-084d43cd09ac" providerId="ADAL" clId="{6459FEEF-255C-444D-B7FE-1A156C753CA6}" dt="2020-09-07T23:34:23.711" v="253" actId="1076"/>
          <ac:spMkLst>
            <pc:docMk/>
            <pc:sldMk cId="4249956754" sldId="1020"/>
            <ac:spMk id="6" creationId="{050E890B-329D-4D63-8967-8315305DE317}"/>
          </ac:spMkLst>
        </pc:spChg>
        <pc:picChg chg="add del mod">
          <ac:chgData name="Marzieh Ayati" userId="719e7aeb-c3b5-48e5-801b-084d43cd09ac" providerId="ADAL" clId="{6459FEEF-255C-444D-B7FE-1A156C753CA6}" dt="2020-09-07T23:33:00.407" v="154" actId="478"/>
          <ac:picMkLst>
            <pc:docMk/>
            <pc:sldMk cId="4249956754" sldId="1020"/>
            <ac:picMk id="4" creationId="{6FC86FDF-3053-4FA8-9920-6B7966D0B846}"/>
          </ac:picMkLst>
        </pc:picChg>
        <pc:picChg chg="add mod">
          <ac:chgData name="Marzieh Ayati" userId="719e7aeb-c3b5-48e5-801b-084d43cd09ac" providerId="ADAL" clId="{6459FEEF-255C-444D-B7FE-1A156C753CA6}" dt="2020-09-07T23:34:20.302" v="252" actId="1076"/>
          <ac:picMkLst>
            <pc:docMk/>
            <pc:sldMk cId="4249956754" sldId="1020"/>
            <ac:picMk id="5" creationId="{9A1857B1-BC19-4ABD-8C02-7EEFE16E672A}"/>
          </ac:picMkLst>
        </pc:picChg>
        <pc:cxnChg chg="add mod">
          <ac:chgData name="Marzieh Ayati" userId="719e7aeb-c3b5-48e5-801b-084d43cd09ac" providerId="ADAL" clId="{6459FEEF-255C-444D-B7FE-1A156C753CA6}" dt="2020-09-07T23:34:32.476" v="255" actId="13822"/>
          <ac:cxnSpMkLst>
            <pc:docMk/>
            <pc:sldMk cId="4249956754" sldId="1020"/>
            <ac:cxnSpMk id="8" creationId="{49024E9D-3232-4B60-8CCC-1BF1A5D31E50}"/>
          </ac:cxnSpMkLst>
        </pc:cxnChg>
      </pc:sldChg>
      <pc:sldChg chg="addSp delSp modSp new mod">
        <pc:chgData name="Marzieh Ayati" userId="719e7aeb-c3b5-48e5-801b-084d43cd09ac" providerId="ADAL" clId="{6459FEEF-255C-444D-B7FE-1A156C753CA6}" dt="2020-09-08T02:46:19.403" v="1745" actId="20577"/>
        <pc:sldMkLst>
          <pc:docMk/>
          <pc:sldMk cId="2382371470" sldId="1021"/>
        </pc:sldMkLst>
        <pc:spChg chg="mod">
          <ac:chgData name="Marzieh Ayati" userId="719e7aeb-c3b5-48e5-801b-084d43cd09ac" providerId="ADAL" clId="{6459FEEF-255C-444D-B7FE-1A156C753CA6}" dt="2020-09-07T23:35:26.086" v="277" actId="20577"/>
          <ac:spMkLst>
            <pc:docMk/>
            <pc:sldMk cId="2382371470" sldId="1021"/>
            <ac:spMk id="2" creationId="{6DA7D4EA-80D4-4430-8DA0-DBE29FA815D6}"/>
          </ac:spMkLst>
        </pc:spChg>
        <pc:spChg chg="mod">
          <ac:chgData name="Marzieh Ayati" userId="719e7aeb-c3b5-48e5-801b-084d43cd09ac" providerId="ADAL" clId="{6459FEEF-255C-444D-B7FE-1A156C753CA6}" dt="2020-09-08T02:46:19.403" v="1745" actId="20577"/>
          <ac:spMkLst>
            <pc:docMk/>
            <pc:sldMk cId="2382371470" sldId="1021"/>
            <ac:spMk id="3" creationId="{1A4929AB-D65D-434B-96B6-E4A929AF1D26}"/>
          </ac:spMkLst>
        </pc:spChg>
        <pc:picChg chg="add del mod">
          <ac:chgData name="Marzieh Ayati" userId="719e7aeb-c3b5-48e5-801b-084d43cd09ac" providerId="ADAL" clId="{6459FEEF-255C-444D-B7FE-1A156C753CA6}" dt="2020-09-08T02:40:25.804" v="1731" actId="478"/>
          <ac:picMkLst>
            <pc:docMk/>
            <pc:sldMk cId="2382371470" sldId="1021"/>
            <ac:picMk id="4" creationId="{8F3F0B75-9CF1-42CE-9CA1-F58C12C32A79}"/>
          </ac:picMkLst>
        </pc:picChg>
        <pc:picChg chg="add mod">
          <ac:chgData name="Marzieh Ayati" userId="719e7aeb-c3b5-48e5-801b-084d43cd09ac" providerId="ADAL" clId="{6459FEEF-255C-444D-B7FE-1A156C753CA6}" dt="2020-09-08T00:33:48.195" v="741" actId="1076"/>
          <ac:picMkLst>
            <pc:docMk/>
            <pc:sldMk cId="2382371470" sldId="1021"/>
            <ac:picMk id="5" creationId="{9E19B802-F5EE-4185-9534-A38D88802B38}"/>
          </ac:picMkLst>
        </pc:picChg>
      </pc:sldChg>
      <pc:sldChg chg="modSp new mod">
        <pc:chgData name="Marzieh Ayati" userId="719e7aeb-c3b5-48e5-801b-084d43cd09ac" providerId="ADAL" clId="{6459FEEF-255C-444D-B7FE-1A156C753CA6}" dt="2020-09-08T00:35:21.075" v="924" actId="20577"/>
        <pc:sldMkLst>
          <pc:docMk/>
          <pc:sldMk cId="191415566" sldId="1022"/>
        </pc:sldMkLst>
        <pc:spChg chg="mod">
          <ac:chgData name="Marzieh Ayati" userId="719e7aeb-c3b5-48e5-801b-084d43cd09ac" providerId="ADAL" clId="{6459FEEF-255C-444D-B7FE-1A156C753CA6}" dt="2020-09-08T00:02:34.981" v="497" actId="20577"/>
          <ac:spMkLst>
            <pc:docMk/>
            <pc:sldMk cId="191415566" sldId="1022"/>
            <ac:spMk id="2" creationId="{353F5823-FE4A-42E4-811E-4F1BBBC3333F}"/>
          </ac:spMkLst>
        </pc:spChg>
        <pc:spChg chg="mod">
          <ac:chgData name="Marzieh Ayati" userId="719e7aeb-c3b5-48e5-801b-084d43cd09ac" providerId="ADAL" clId="{6459FEEF-255C-444D-B7FE-1A156C753CA6}" dt="2020-09-08T00:35:21.075" v="924" actId="20577"/>
          <ac:spMkLst>
            <pc:docMk/>
            <pc:sldMk cId="191415566" sldId="1022"/>
            <ac:spMk id="3" creationId="{10C26E96-12E5-4CEE-BCF9-DF52DE9576BC}"/>
          </ac:spMkLst>
        </pc:spChg>
      </pc:sldChg>
      <pc:sldChg chg="addSp modSp new mod modAnim">
        <pc:chgData name="Marzieh Ayati" userId="719e7aeb-c3b5-48e5-801b-084d43cd09ac" providerId="ADAL" clId="{6459FEEF-255C-444D-B7FE-1A156C753CA6}" dt="2020-09-08T02:39:16.172" v="1729"/>
        <pc:sldMkLst>
          <pc:docMk/>
          <pc:sldMk cId="4019907242" sldId="1023"/>
        </pc:sldMkLst>
        <pc:spChg chg="mod">
          <ac:chgData name="Marzieh Ayati" userId="719e7aeb-c3b5-48e5-801b-084d43cd09ac" providerId="ADAL" clId="{6459FEEF-255C-444D-B7FE-1A156C753CA6}" dt="2020-09-08T00:40:24.675" v="1162" actId="1076"/>
          <ac:spMkLst>
            <pc:docMk/>
            <pc:sldMk cId="4019907242" sldId="1023"/>
            <ac:spMk id="2" creationId="{140CEFD0-FEA6-4990-8169-E846E9E884E4}"/>
          </ac:spMkLst>
        </pc:spChg>
        <pc:spChg chg="mod">
          <ac:chgData name="Marzieh Ayati" userId="719e7aeb-c3b5-48e5-801b-084d43cd09ac" providerId="ADAL" clId="{6459FEEF-255C-444D-B7FE-1A156C753CA6}" dt="2020-09-08T02:32:37.635" v="1598" actId="20577"/>
          <ac:spMkLst>
            <pc:docMk/>
            <pc:sldMk cId="4019907242" sldId="1023"/>
            <ac:spMk id="3" creationId="{56F36252-DA5B-4C8E-A1AF-386EA3F72332}"/>
          </ac:spMkLst>
        </pc:spChg>
        <pc:spChg chg="add mod">
          <ac:chgData name="Marzieh Ayati" userId="719e7aeb-c3b5-48e5-801b-084d43cd09ac" providerId="ADAL" clId="{6459FEEF-255C-444D-B7FE-1A156C753CA6}" dt="2020-09-08T00:39:49.799" v="1143" actId="164"/>
          <ac:spMkLst>
            <pc:docMk/>
            <pc:sldMk cId="4019907242" sldId="1023"/>
            <ac:spMk id="6" creationId="{5EE42AB2-64C6-41F1-BC38-4C02E9B45553}"/>
          </ac:spMkLst>
        </pc:spChg>
        <pc:spChg chg="add mod">
          <ac:chgData name="Marzieh Ayati" userId="719e7aeb-c3b5-48e5-801b-084d43cd09ac" providerId="ADAL" clId="{6459FEEF-255C-444D-B7FE-1A156C753CA6}" dt="2020-09-08T00:39:49.799" v="1143" actId="164"/>
          <ac:spMkLst>
            <pc:docMk/>
            <pc:sldMk cId="4019907242" sldId="1023"/>
            <ac:spMk id="7" creationId="{A1BC3CCA-B285-469B-BE0E-FE50CE50C2AF}"/>
          </ac:spMkLst>
        </pc:spChg>
        <pc:spChg chg="add mod">
          <ac:chgData name="Marzieh Ayati" userId="719e7aeb-c3b5-48e5-801b-084d43cd09ac" providerId="ADAL" clId="{6459FEEF-255C-444D-B7FE-1A156C753CA6}" dt="2020-09-08T00:39:49.799" v="1143" actId="164"/>
          <ac:spMkLst>
            <pc:docMk/>
            <pc:sldMk cId="4019907242" sldId="1023"/>
            <ac:spMk id="8" creationId="{C4EA815A-086A-4353-8985-E4730F3E556C}"/>
          </ac:spMkLst>
        </pc:spChg>
        <pc:spChg chg="add mod">
          <ac:chgData name="Marzieh Ayati" userId="719e7aeb-c3b5-48e5-801b-084d43cd09ac" providerId="ADAL" clId="{6459FEEF-255C-444D-B7FE-1A156C753CA6}" dt="2020-09-08T00:39:49.799" v="1143" actId="164"/>
          <ac:spMkLst>
            <pc:docMk/>
            <pc:sldMk cId="4019907242" sldId="1023"/>
            <ac:spMk id="9" creationId="{4643EFD1-32C7-42F8-B77F-ED09E2D1BEB1}"/>
          </ac:spMkLst>
        </pc:spChg>
        <pc:spChg chg="add mod">
          <ac:chgData name="Marzieh Ayati" userId="719e7aeb-c3b5-48e5-801b-084d43cd09ac" providerId="ADAL" clId="{6459FEEF-255C-444D-B7FE-1A156C753CA6}" dt="2020-09-08T00:39:49.799" v="1143" actId="164"/>
          <ac:spMkLst>
            <pc:docMk/>
            <pc:sldMk cId="4019907242" sldId="1023"/>
            <ac:spMk id="10" creationId="{C4907BE0-58EA-400F-8B06-7AA3267DF3A4}"/>
          </ac:spMkLst>
        </pc:spChg>
        <pc:spChg chg="add mod">
          <ac:chgData name="Marzieh Ayati" userId="719e7aeb-c3b5-48e5-801b-084d43cd09ac" providerId="ADAL" clId="{6459FEEF-255C-444D-B7FE-1A156C753CA6}" dt="2020-09-08T02:19:55.970" v="1310" actId="164"/>
          <ac:spMkLst>
            <pc:docMk/>
            <pc:sldMk cId="4019907242" sldId="1023"/>
            <ac:spMk id="12" creationId="{76A50BEF-21F0-494B-A248-72ED30B95225}"/>
          </ac:spMkLst>
        </pc:spChg>
        <pc:spChg chg="add mod">
          <ac:chgData name="Marzieh Ayati" userId="719e7aeb-c3b5-48e5-801b-084d43cd09ac" providerId="ADAL" clId="{6459FEEF-255C-444D-B7FE-1A156C753CA6}" dt="2020-09-08T02:38:27.707" v="1719" actId="1076"/>
          <ac:spMkLst>
            <pc:docMk/>
            <pc:sldMk cId="4019907242" sldId="1023"/>
            <ac:spMk id="16" creationId="{5C763D9A-E8E3-470D-8730-F003BE835E92}"/>
          </ac:spMkLst>
        </pc:spChg>
        <pc:grpChg chg="add mod">
          <ac:chgData name="Marzieh Ayati" userId="719e7aeb-c3b5-48e5-801b-084d43cd09ac" providerId="ADAL" clId="{6459FEEF-255C-444D-B7FE-1A156C753CA6}" dt="2020-09-08T00:40:36.323" v="1202" actId="1035"/>
          <ac:grpSpMkLst>
            <pc:docMk/>
            <pc:sldMk cId="4019907242" sldId="1023"/>
            <ac:grpSpMk id="11" creationId="{157EBC2F-1A66-4D82-8A7C-0E566CE760AE}"/>
          </ac:grpSpMkLst>
        </pc:grpChg>
        <pc:grpChg chg="add mod">
          <ac:chgData name="Marzieh Ayati" userId="719e7aeb-c3b5-48e5-801b-084d43cd09ac" providerId="ADAL" clId="{6459FEEF-255C-444D-B7FE-1A156C753CA6}" dt="2020-09-08T02:19:55.970" v="1310" actId="164"/>
          <ac:grpSpMkLst>
            <pc:docMk/>
            <pc:sldMk cId="4019907242" sldId="1023"/>
            <ac:grpSpMk id="15" creationId="{82377F68-6573-4DD4-AF44-9162CEF95950}"/>
          </ac:grpSpMkLst>
        </pc:grpChg>
        <pc:picChg chg="add mod">
          <ac:chgData name="Marzieh Ayati" userId="719e7aeb-c3b5-48e5-801b-084d43cd09ac" providerId="ADAL" clId="{6459FEEF-255C-444D-B7FE-1A156C753CA6}" dt="2020-09-08T02:38:22.420" v="1718" actId="1076"/>
          <ac:picMkLst>
            <pc:docMk/>
            <pc:sldMk cId="4019907242" sldId="1023"/>
            <ac:picMk id="17" creationId="{4C331BFA-25F0-4374-BEEF-C1A052C66081}"/>
          </ac:picMkLst>
        </pc:picChg>
        <pc:picChg chg="add mod">
          <ac:chgData name="Marzieh Ayati" userId="719e7aeb-c3b5-48e5-801b-084d43cd09ac" providerId="ADAL" clId="{6459FEEF-255C-444D-B7FE-1A156C753CA6}" dt="2020-09-08T02:39:09.579" v="1726" actId="1076"/>
          <ac:picMkLst>
            <pc:docMk/>
            <pc:sldMk cId="4019907242" sldId="1023"/>
            <ac:picMk id="18" creationId="{31298539-1DE4-426C-93B7-71019F0C4E75}"/>
          </ac:picMkLst>
        </pc:picChg>
        <pc:cxnChg chg="add mod">
          <ac:chgData name="Marzieh Ayati" userId="719e7aeb-c3b5-48e5-801b-084d43cd09ac" providerId="ADAL" clId="{6459FEEF-255C-444D-B7FE-1A156C753CA6}" dt="2020-09-08T00:39:49.799" v="1143" actId="164"/>
          <ac:cxnSpMkLst>
            <pc:docMk/>
            <pc:sldMk cId="4019907242" sldId="1023"/>
            <ac:cxnSpMk id="5" creationId="{30B6A4A3-DE09-4BCE-9DA7-CB48E0854895}"/>
          </ac:cxnSpMkLst>
        </pc:cxnChg>
        <pc:cxnChg chg="add mod">
          <ac:chgData name="Marzieh Ayati" userId="719e7aeb-c3b5-48e5-801b-084d43cd09ac" providerId="ADAL" clId="{6459FEEF-255C-444D-B7FE-1A156C753CA6}" dt="2020-09-08T02:19:55.970" v="1310" actId="164"/>
          <ac:cxnSpMkLst>
            <pc:docMk/>
            <pc:sldMk cId="4019907242" sldId="1023"/>
            <ac:cxnSpMk id="14" creationId="{62DDE629-E71B-414A-A43D-49ED7F125A2A}"/>
          </ac:cxnSpMkLst>
        </pc:cxnChg>
      </pc:sldChg>
      <pc:sldChg chg="addSp delSp modSp new mod">
        <pc:chgData name="Marzieh Ayati" userId="719e7aeb-c3b5-48e5-801b-084d43cd09ac" providerId="ADAL" clId="{6459FEEF-255C-444D-B7FE-1A156C753CA6}" dt="2020-09-08T02:33:43.636" v="1637" actId="1076"/>
        <pc:sldMkLst>
          <pc:docMk/>
          <pc:sldMk cId="3579945580" sldId="1024"/>
        </pc:sldMkLst>
        <pc:spChg chg="mod">
          <ac:chgData name="Marzieh Ayati" userId="719e7aeb-c3b5-48e5-801b-084d43cd09ac" providerId="ADAL" clId="{6459FEEF-255C-444D-B7FE-1A156C753CA6}" dt="2020-09-08T02:33:35.188" v="1632" actId="1076"/>
          <ac:spMkLst>
            <pc:docMk/>
            <pc:sldMk cId="3579945580" sldId="1024"/>
            <ac:spMk id="2" creationId="{AC6DED84-55ED-412B-9E12-2C6ABD1FCB46}"/>
          </ac:spMkLst>
        </pc:spChg>
        <pc:spChg chg="del">
          <ac:chgData name="Marzieh Ayati" userId="719e7aeb-c3b5-48e5-801b-084d43cd09ac" providerId="ADAL" clId="{6459FEEF-255C-444D-B7FE-1A156C753CA6}" dt="2020-09-08T02:31:49.149" v="1589" actId="478"/>
          <ac:spMkLst>
            <pc:docMk/>
            <pc:sldMk cId="3579945580" sldId="1024"/>
            <ac:spMk id="3" creationId="{6478A648-C6D2-4326-B89A-BC07ADF341A5}"/>
          </ac:spMkLst>
        </pc:spChg>
        <pc:spChg chg="mod">
          <ac:chgData name="Marzieh Ayati" userId="719e7aeb-c3b5-48e5-801b-084d43cd09ac" providerId="ADAL" clId="{6459FEEF-255C-444D-B7FE-1A156C753CA6}" dt="2020-09-08T02:28:22.797" v="1570" actId="20577"/>
          <ac:spMkLst>
            <pc:docMk/>
            <pc:sldMk cId="3579945580" sldId="1024"/>
            <ac:spMk id="9" creationId="{662469DD-5A87-4B3C-A88F-A22BDB99F303}"/>
          </ac:spMkLst>
        </pc:spChg>
        <pc:spChg chg="mod">
          <ac:chgData name="Marzieh Ayati" userId="719e7aeb-c3b5-48e5-801b-084d43cd09ac" providerId="ADAL" clId="{6459FEEF-255C-444D-B7FE-1A156C753CA6}" dt="2020-09-08T02:28:30.124" v="1578" actId="1038"/>
          <ac:spMkLst>
            <pc:docMk/>
            <pc:sldMk cId="3579945580" sldId="1024"/>
            <ac:spMk id="10" creationId="{45CEE21D-18C4-44A1-9CA0-1398E33E9154}"/>
          </ac:spMkLst>
        </pc:spChg>
        <pc:spChg chg="add mod">
          <ac:chgData name="Marzieh Ayati" userId="719e7aeb-c3b5-48e5-801b-084d43cd09ac" providerId="ADAL" clId="{6459FEEF-255C-444D-B7FE-1A156C753CA6}" dt="2020-09-08T02:33:43.636" v="1637" actId="1076"/>
          <ac:spMkLst>
            <pc:docMk/>
            <pc:sldMk cId="3579945580" sldId="1024"/>
            <ac:spMk id="15" creationId="{00E5D946-8D15-4ED2-8E21-4A208CD0BD72}"/>
          </ac:spMkLst>
        </pc:spChg>
        <pc:grpChg chg="add mod">
          <ac:chgData name="Marzieh Ayati" userId="719e7aeb-c3b5-48e5-801b-084d43cd09ac" providerId="ADAL" clId="{6459FEEF-255C-444D-B7FE-1A156C753CA6}" dt="2020-09-08T02:28:16.989" v="1567" actId="1076"/>
          <ac:grpSpMkLst>
            <pc:docMk/>
            <pc:sldMk cId="3579945580" sldId="1024"/>
            <ac:grpSpMk id="4" creationId="{4F568A4A-4FA2-4F1D-9836-C1A1D5B69B1C}"/>
          </ac:grpSpMkLst>
        </pc:grpChg>
        <pc:picChg chg="add mod">
          <ac:chgData name="Marzieh Ayati" userId="719e7aeb-c3b5-48e5-801b-084d43cd09ac" providerId="ADAL" clId="{6459FEEF-255C-444D-B7FE-1A156C753CA6}" dt="2020-09-08T02:33:20.683" v="1603" actId="1076"/>
          <ac:picMkLst>
            <pc:docMk/>
            <pc:sldMk cId="3579945580" sldId="1024"/>
            <ac:picMk id="11" creationId="{954C3E8A-FCEC-4431-B577-9ED7D4BE9B8B}"/>
          </ac:picMkLst>
        </pc:picChg>
        <pc:picChg chg="add mod">
          <ac:chgData name="Marzieh Ayati" userId="719e7aeb-c3b5-48e5-801b-084d43cd09ac" providerId="ADAL" clId="{6459FEEF-255C-444D-B7FE-1A156C753CA6}" dt="2020-09-08T02:29:38.180" v="1584" actId="1076"/>
          <ac:picMkLst>
            <pc:docMk/>
            <pc:sldMk cId="3579945580" sldId="1024"/>
            <ac:picMk id="12" creationId="{C220C2F6-9FA6-45C3-A5F7-492FE405C50C}"/>
          </ac:picMkLst>
        </pc:picChg>
        <pc:picChg chg="add mod">
          <ac:chgData name="Marzieh Ayati" userId="719e7aeb-c3b5-48e5-801b-084d43cd09ac" providerId="ADAL" clId="{6459FEEF-255C-444D-B7FE-1A156C753CA6}" dt="2020-09-08T02:31:53.348" v="1590" actId="1076"/>
          <ac:picMkLst>
            <pc:docMk/>
            <pc:sldMk cId="3579945580" sldId="1024"/>
            <ac:picMk id="13" creationId="{A55FBC71-B05B-4DC9-BB79-233DF5244EBE}"/>
          </ac:picMkLst>
        </pc:picChg>
        <pc:picChg chg="add mod">
          <ac:chgData name="Marzieh Ayati" userId="719e7aeb-c3b5-48e5-801b-084d43cd09ac" providerId="ADAL" clId="{6459FEEF-255C-444D-B7FE-1A156C753CA6}" dt="2020-09-08T02:33:12.228" v="1602" actId="1076"/>
          <ac:picMkLst>
            <pc:docMk/>
            <pc:sldMk cId="3579945580" sldId="1024"/>
            <ac:picMk id="14" creationId="{6B5C9714-BA98-46C8-97AD-3E8D199F101F}"/>
          </ac:picMkLst>
        </pc:picChg>
      </pc:sldChg>
      <pc:sldChg chg="addSp modSp new mod modAnim">
        <pc:chgData name="Marzieh Ayati" userId="719e7aeb-c3b5-48e5-801b-084d43cd09ac" providerId="ADAL" clId="{6459FEEF-255C-444D-B7FE-1A156C753CA6}" dt="2020-09-08T02:50:23.398" v="1776"/>
        <pc:sldMkLst>
          <pc:docMk/>
          <pc:sldMk cId="1394886682" sldId="1025"/>
        </pc:sldMkLst>
        <pc:spChg chg="mod">
          <ac:chgData name="Marzieh Ayati" userId="719e7aeb-c3b5-48e5-801b-084d43cd09ac" providerId="ADAL" clId="{6459FEEF-255C-444D-B7FE-1A156C753CA6}" dt="2020-09-08T02:47:05.163" v="1753" actId="20577"/>
          <ac:spMkLst>
            <pc:docMk/>
            <pc:sldMk cId="1394886682" sldId="1025"/>
            <ac:spMk id="2" creationId="{734990CF-2000-4297-9FDB-78AEEE7722C7}"/>
          </ac:spMkLst>
        </pc:spChg>
        <pc:spChg chg="mod">
          <ac:chgData name="Marzieh Ayati" userId="719e7aeb-c3b5-48e5-801b-084d43cd09ac" providerId="ADAL" clId="{6459FEEF-255C-444D-B7FE-1A156C753CA6}" dt="2020-09-08T02:47:39.834" v="1757"/>
          <ac:spMkLst>
            <pc:docMk/>
            <pc:sldMk cId="1394886682" sldId="1025"/>
            <ac:spMk id="3" creationId="{10E0FBFE-945D-457C-9D04-2F091CB5791B}"/>
          </ac:spMkLst>
        </pc:spChg>
        <pc:picChg chg="add mod">
          <ac:chgData name="Marzieh Ayati" userId="719e7aeb-c3b5-48e5-801b-084d43cd09ac" providerId="ADAL" clId="{6459FEEF-255C-444D-B7FE-1A156C753CA6}" dt="2020-09-08T02:47:42.107" v="1758" actId="1076"/>
          <ac:picMkLst>
            <pc:docMk/>
            <pc:sldMk cId="1394886682" sldId="1025"/>
            <ac:picMk id="4" creationId="{811CCDF7-A3B7-450C-8BF8-3C8B927AB7D7}"/>
          </ac:picMkLst>
        </pc:picChg>
        <pc:picChg chg="add mod">
          <ac:chgData name="Marzieh Ayati" userId="719e7aeb-c3b5-48e5-801b-084d43cd09ac" providerId="ADAL" clId="{6459FEEF-255C-444D-B7FE-1A156C753CA6}" dt="2020-09-08T02:50:09.690" v="1766" actId="1076"/>
          <ac:picMkLst>
            <pc:docMk/>
            <pc:sldMk cId="1394886682" sldId="1025"/>
            <ac:picMk id="5" creationId="{043F4B07-38F5-46C7-B260-151B55B6DC84}"/>
          </ac:picMkLst>
        </pc:picChg>
        <pc:picChg chg="add mod">
          <ac:chgData name="Marzieh Ayati" userId="719e7aeb-c3b5-48e5-801b-084d43cd09ac" providerId="ADAL" clId="{6459FEEF-255C-444D-B7FE-1A156C753CA6}" dt="2020-09-08T02:50:11.027" v="1767" actId="1076"/>
          <ac:picMkLst>
            <pc:docMk/>
            <pc:sldMk cId="1394886682" sldId="1025"/>
            <ac:picMk id="6" creationId="{3B5E5D96-3005-4FDD-B1D5-83E03719BA42}"/>
          </ac:picMkLst>
        </pc:picChg>
        <pc:picChg chg="add mod">
          <ac:chgData name="Marzieh Ayati" userId="719e7aeb-c3b5-48e5-801b-084d43cd09ac" providerId="ADAL" clId="{6459FEEF-255C-444D-B7FE-1A156C753CA6}" dt="2020-09-08T02:50:12.283" v="1768" actId="1076"/>
          <ac:picMkLst>
            <pc:docMk/>
            <pc:sldMk cId="1394886682" sldId="1025"/>
            <ac:picMk id="7" creationId="{1217ABA9-FF8B-4E8C-898E-B8DD730575C1}"/>
          </ac:picMkLst>
        </pc:picChg>
        <pc:picChg chg="add mod">
          <ac:chgData name="Marzieh Ayati" userId="719e7aeb-c3b5-48e5-801b-084d43cd09ac" providerId="ADAL" clId="{6459FEEF-255C-444D-B7FE-1A156C753CA6}" dt="2020-09-08T02:50:21.706" v="1774" actId="1076"/>
          <ac:picMkLst>
            <pc:docMk/>
            <pc:sldMk cId="1394886682" sldId="1025"/>
            <ac:picMk id="8" creationId="{97A72D51-8D1B-4F0A-97AC-CF620B0353D8}"/>
          </ac:picMkLst>
        </pc:picChg>
      </pc:sldChg>
      <pc:sldChg chg="addSp modSp new mod">
        <pc:chgData name="Marzieh Ayati" userId="719e7aeb-c3b5-48e5-801b-084d43cd09ac" providerId="ADAL" clId="{6459FEEF-255C-444D-B7FE-1A156C753CA6}" dt="2020-09-08T18:31:20.395" v="3552" actId="1076"/>
        <pc:sldMkLst>
          <pc:docMk/>
          <pc:sldMk cId="501635485" sldId="1026"/>
        </pc:sldMkLst>
        <pc:spChg chg="mod">
          <ac:chgData name="Marzieh Ayati" userId="719e7aeb-c3b5-48e5-801b-084d43cd09ac" providerId="ADAL" clId="{6459FEEF-255C-444D-B7FE-1A156C753CA6}" dt="2020-09-08T02:50:48.635" v="1784" actId="20577"/>
          <ac:spMkLst>
            <pc:docMk/>
            <pc:sldMk cId="501635485" sldId="1026"/>
            <ac:spMk id="2" creationId="{59C45B70-0B7E-4A67-8ABB-A16BA489E45F}"/>
          </ac:spMkLst>
        </pc:spChg>
        <pc:spChg chg="mod">
          <ac:chgData name="Marzieh Ayati" userId="719e7aeb-c3b5-48e5-801b-084d43cd09ac" providerId="ADAL" clId="{6459FEEF-255C-444D-B7FE-1A156C753CA6}" dt="2020-09-08T18:31:18.186" v="3551" actId="27636"/>
          <ac:spMkLst>
            <pc:docMk/>
            <pc:sldMk cId="501635485" sldId="1026"/>
            <ac:spMk id="3" creationId="{6A444128-9326-4EDA-AABC-4A3685AF110E}"/>
          </ac:spMkLst>
        </pc:spChg>
        <pc:picChg chg="add mod">
          <ac:chgData name="Marzieh Ayati" userId="719e7aeb-c3b5-48e5-801b-084d43cd09ac" providerId="ADAL" clId="{6459FEEF-255C-444D-B7FE-1A156C753CA6}" dt="2020-09-08T18:31:15.347" v="3549" actId="14100"/>
          <ac:picMkLst>
            <pc:docMk/>
            <pc:sldMk cId="501635485" sldId="1026"/>
            <ac:picMk id="4" creationId="{57C8273D-F3F9-4B35-B0D6-4E413E92F262}"/>
          </ac:picMkLst>
        </pc:picChg>
        <pc:picChg chg="add mod">
          <ac:chgData name="Marzieh Ayati" userId="719e7aeb-c3b5-48e5-801b-084d43cd09ac" providerId="ADAL" clId="{6459FEEF-255C-444D-B7FE-1A156C753CA6}" dt="2020-09-08T18:31:20.395" v="3552" actId="1076"/>
          <ac:picMkLst>
            <pc:docMk/>
            <pc:sldMk cId="501635485" sldId="1026"/>
            <ac:picMk id="5" creationId="{39C0411F-30D4-4559-AD24-C19FC41E8291}"/>
          </ac:picMkLst>
        </pc:picChg>
      </pc:sldChg>
      <pc:sldChg chg="addSp modSp new mod">
        <pc:chgData name="Marzieh Ayati" userId="719e7aeb-c3b5-48e5-801b-084d43cd09ac" providerId="ADAL" clId="{6459FEEF-255C-444D-B7FE-1A156C753CA6}" dt="2020-09-08T02:58:05.706" v="2070" actId="1076"/>
        <pc:sldMkLst>
          <pc:docMk/>
          <pc:sldMk cId="2589018467" sldId="1027"/>
        </pc:sldMkLst>
        <pc:spChg chg="mod">
          <ac:chgData name="Marzieh Ayati" userId="719e7aeb-c3b5-48e5-801b-084d43cd09ac" providerId="ADAL" clId="{6459FEEF-255C-444D-B7FE-1A156C753CA6}" dt="2020-09-08T02:55:45.883" v="1922" actId="20577"/>
          <ac:spMkLst>
            <pc:docMk/>
            <pc:sldMk cId="2589018467" sldId="1027"/>
            <ac:spMk id="2" creationId="{23C0D83F-B5C6-4771-B838-0C77CB82FEFB}"/>
          </ac:spMkLst>
        </pc:spChg>
        <pc:spChg chg="mod">
          <ac:chgData name="Marzieh Ayati" userId="719e7aeb-c3b5-48e5-801b-084d43cd09ac" providerId="ADAL" clId="{6459FEEF-255C-444D-B7FE-1A156C753CA6}" dt="2020-09-08T02:57:02.395" v="2061" actId="20577"/>
          <ac:spMkLst>
            <pc:docMk/>
            <pc:sldMk cId="2589018467" sldId="1027"/>
            <ac:spMk id="3" creationId="{111E0F1B-42E1-45F1-9919-8127BAE1C91B}"/>
          </ac:spMkLst>
        </pc:spChg>
        <pc:picChg chg="add mod">
          <ac:chgData name="Marzieh Ayati" userId="719e7aeb-c3b5-48e5-801b-084d43cd09ac" providerId="ADAL" clId="{6459FEEF-255C-444D-B7FE-1A156C753CA6}" dt="2020-09-08T02:57:39.498" v="2066" actId="1076"/>
          <ac:picMkLst>
            <pc:docMk/>
            <pc:sldMk cId="2589018467" sldId="1027"/>
            <ac:picMk id="4" creationId="{1FBAEF8F-0E2D-4B7E-BD77-6D0C2E58168D}"/>
          </ac:picMkLst>
        </pc:picChg>
        <pc:picChg chg="add mod">
          <ac:chgData name="Marzieh Ayati" userId="719e7aeb-c3b5-48e5-801b-084d43cd09ac" providerId="ADAL" clId="{6459FEEF-255C-444D-B7FE-1A156C753CA6}" dt="2020-09-08T02:57:40.899" v="2067" actId="1076"/>
          <ac:picMkLst>
            <pc:docMk/>
            <pc:sldMk cId="2589018467" sldId="1027"/>
            <ac:picMk id="5" creationId="{3461B8EB-87E2-4373-A70B-B84BC101A442}"/>
          </ac:picMkLst>
        </pc:picChg>
        <pc:picChg chg="add mod">
          <ac:chgData name="Marzieh Ayati" userId="719e7aeb-c3b5-48e5-801b-084d43cd09ac" providerId="ADAL" clId="{6459FEEF-255C-444D-B7FE-1A156C753CA6}" dt="2020-09-08T02:58:05.706" v="2070" actId="1076"/>
          <ac:picMkLst>
            <pc:docMk/>
            <pc:sldMk cId="2589018467" sldId="1027"/>
            <ac:picMk id="6" creationId="{0B9B7864-3E35-4D7F-A116-A2D10D145575}"/>
          </ac:picMkLst>
        </pc:picChg>
      </pc:sldChg>
      <pc:sldChg chg="addSp modSp new mod">
        <pc:chgData name="Marzieh Ayati" userId="719e7aeb-c3b5-48e5-801b-084d43cd09ac" providerId="ADAL" clId="{6459FEEF-255C-444D-B7FE-1A156C753CA6}" dt="2020-09-08T03:38:54.456" v="2259" actId="20577"/>
        <pc:sldMkLst>
          <pc:docMk/>
          <pc:sldMk cId="1616158976" sldId="1028"/>
        </pc:sldMkLst>
        <pc:spChg chg="mod">
          <ac:chgData name="Marzieh Ayati" userId="719e7aeb-c3b5-48e5-801b-084d43cd09ac" providerId="ADAL" clId="{6459FEEF-255C-444D-B7FE-1A156C753CA6}" dt="2020-09-08T03:12:40.041" v="2135" actId="1076"/>
          <ac:spMkLst>
            <pc:docMk/>
            <pc:sldMk cId="1616158976" sldId="1028"/>
            <ac:spMk id="2" creationId="{FBB0886B-8296-4440-B947-B8252D15E769}"/>
          </ac:spMkLst>
        </pc:spChg>
        <pc:spChg chg="mod">
          <ac:chgData name="Marzieh Ayati" userId="719e7aeb-c3b5-48e5-801b-084d43cd09ac" providerId="ADAL" clId="{6459FEEF-255C-444D-B7FE-1A156C753CA6}" dt="2020-09-08T03:38:54.456" v="2259" actId="20577"/>
          <ac:spMkLst>
            <pc:docMk/>
            <pc:sldMk cId="1616158976" sldId="1028"/>
            <ac:spMk id="3" creationId="{2D90C353-5279-407A-884F-A56E1767A1AA}"/>
          </ac:spMkLst>
        </pc:spChg>
        <pc:spChg chg="add mod">
          <ac:chgData name="Marzieh Ayati" userId="719e7aeb-c3b5-48e5-801b-084d43cd09ac" providerId="ADAL" clId="{6459FEEF-255C-444D-B7FE-1A156C753CA6}" dt="2020-09-08T03:25:56.767" v="2246" actId="20577"/>
          <ac:spMkLst>
            <pc:docMk/>
            <pc:sldMk cId="1616158976" sldId="1028"/>
            <ac:spMk id="5" creationId="{6998D02B-726C-4570-B53F-5185090B03A0}"/>
          </ac:spMkLst>
        </pc:spChg>
        <pc:picChg chg="add mod">
          <ac:chgData name="Marzieh Ayati" userId="719e7aeb-c3b5-48e5-801b-084d43cd09ac" providerId="ADAL" clId="{6459FEEF-255C-444D-B7FE-1A156C753CA6}" dt="2020-09-08T03:12:46.313" v="2137" actId="1076"/>
          <ac:picMkLst>
            <pc:docMk/>
            <pc:sldMk cId="1616158976" sldId="1028"/>
            <ac:picMk id="4" creationId="{BE742931-B920-4CBC-809C-2E2A00E9E0BE}"/>
          </ac:picMkLst>
        </pc:picChg>
      </pc:sldChg>
      <pc:sldChg chg="addSp delSp modSp new mod modAnim">
        <pc:chgData name="Marzieh Ayati" userId="719e7aeb-c3b5-48e5-801b-084d43cd09ac" providerId="ADAL" clId="{6459FEEF-255C-444D-B7FE-1A156C753CA6}" dt="2020-09-08T04:26:54.308" v="2556"/>
        <pc:sldMkLst>
          <pc:docMk/>
          <pc:sldMk cId="2170784894" sldId="1029"/>
        </pc:sldMkLst>
        <pc:spChg chg="mod">
          <ac:chgData name="Marzieh Ayati" userId="719e7aeb-c3b5-48e5-801b-084d43cd09ac" providerId="ADAL" clId="{6459FEEF-255C-444D-B7FE-1A156C753CA6}" dt="2020-09-08T03:40:24.553" v="2329" actId="20577"/>
          <ac:spMkLst>
            <pc:docMk/>
            <pc:sldMk cId="2170784894" sldId="1029"/>
            <ac:spMk id="2" creationId="{E7B2236E-F441-4878-A529-5B147D4E5578}"/>
          </ac:spMkLst>
        </pc:spChg>
        <pc:spChg chg="del">
          <ac:chgData name="Marzieh Ayati" userId="719e7aeb-c3b5-48e5-801b-084d43cd09ac" providerId="ADAL" clId="{6459FEEF-255C-444D-B7FE-1A156C753CA6}" dt="2020-09-08T03:39:14.392" v="2283" actId="478"/>
          <ac:spMkLst>
            <pc:docMk/>
            <pc:sldMk cId="2170784894" sldId="1029"/>
            <ac:spMk id="3" creationId="{1B1CB829-2913-4ADC-AF3B-D616AAA7BAEC}"/>
          </ac:spMkLst>
        </pc:spChg>
        <pc:spChg chg="add del mod">
          <ac:chgData name="Marzieh Ayati" userId="719e7aeb-c3b5-48e5-801b-084d43cd09ac" providerId="ADAL" clId="{6459FEEF-255C-444D-B7FE-1A156C753CA6}" dt="2020-09-08T03:41:25.192" v="2335" actId="478"/>
          <ac:spMkLst>
            <pc:docMk/>
            <pc:sldMk cId="2170784894" sldId="1029"/>
            <ac:spMk id="5" creationId="{2F227374-9461-41E1-9754-A1F3E431CA7D}"/>
          </ac:spMkLst>
        </pc:spChg>
        <pc:spChg chg="add mod">
          <ac:chgData name="Marzieh Ayati" userId="719e7aeb-c3b5-48e5-801b-084d43cd09ac" providerId="ADAL" clId="{6459FEEF-255C-444D-B7FE-1A156C753CA6}" dt="2020-09-08T03:41:28.920" v="2337" actId="1076"/>
          <ac:spMkLst>
            <pc:docMk/>
            <pc:sldMk cId="2170784894" sldId="1029"/>
            <ac:spMk id="7" creationId="{058A02FD-6D87-41DB-8C59-C3BD1B60500A}"/>
          </ac:spMkLst>
        </pc:spChg>
        <pc:spChg chg="add mod">
          <ac:chgData name="Marzieh Ayati" userId="719e7aeb-c3b5-48e5-801b-084d43cd09ac" providerId="ADAL" clId="{6459FEEF-255C-444D-B7FE-1A156C753CA6}" dt="2020-09-08T03:41:52.928" v="2353" actId="1076"/>
          <ac:spMkLst>
            <pc:docMk/>
            <pc:sldMk cId="2170784894" sldId="1029"/>
            <ac:spMk id="9" creationId="{ABE75E5E-CB41-430D-8F3A-D04ADF8BA9C8}"/>
          </ac:spMkLst>
        </pc:spChg>
        <pc:spChg chg="add mod">
          <ac:chgData name="Marzieh Ayati" userId="719e7aeb-c3b5-48e5-801b-084d43cd09ac" providerId="ADAL" clId="{6459FEEF-255C-444D-B7FE-1A156C753CA6}" dt="2020-09-08T03:43:37.016" v="2374" actId="1076"/>
          <ac:spMkLst>
            <pc:docMk/>
            <pc:sldMk cId="2170784894" sldId="1029"/>
            <ac:spMk id="11" creationId="{CB86C878-E643-4FCC-AF69-983F5694519D}"/>
          </ac:spMkLst>
        </pc:spChg>
        <pc:spChg chg="add mod">
          <ac:chgData name="Marzieh Ayati" userId="719e7aeb-c3b5-48e5-801b-084d43cd09ac" providerId="ADAL" clId="{6459FEEF-255C-444D-B7FE-1A156C753CA6}" dt="2020-09-08T04:18:21.206" v="2397" actId="20577"/>
          <ac:spMkLst>
            <pc:docMk/>
            <pc:sldMk cId="2170784894" sldId="1029"/>
            <ac:spMk id="12" creationId="{E4082F9E-935C-42AE-AAF2-B1DD68D42AF3}"/>
          </ac:spMkLst>
        </pc:spChg>
        <pc:spChg chg="add mod">
          <ac:chgData name="Marzieh Ayati" userId="719e7aeb-c3b5-48e5-801b-084d43cd09ac" providerId="ADAL" clId="{6459FEEF-255C-444D-B7FE-1A156C753CA6}" dt="2020-09-08T04:19:27.918" v="2407" actId="1076"/>
          <ac:spMkLst>
            <pc:docMk/>
            <pc:sldMk cId="2170784894" sldId="1029"/>
            <ac:spMk id="13" creationId="{012B084A-1270-4E3C-BD5B-22FFA4852997}"/>
          </ac:spMkLst>
        </pc:spChg>
        <pc:spChg chg="add mod">
          <ac:chgData name="Marzieh Ayati" userId="719e7aeb-c3b5-48e5-801b-084d43cd09ac" providerId="ADAL" clId="{6459FEEF-255C-444D-B7FE-1A156C753CA6}" dt="2020-09-08T04:20:45.997" v="2433" actId="1076"/>
          <ac:spMkLst>
            <pc:docMk/>
            <pc:sldMk cId="2170784894" sldId="1029"/>
            <ac:spMk id="14" creationId="{7B70D300-782E-4463-A99C-8DCE4F82D75E}"/>
          </ac:spMkLst>
        </pc:spChg>
        <pc:spChg chg="add mod">
          <ac:chgData name="Marzieh Ayati" userId="719e7aeb-c3b5-48e5-801b-084d43cd09ac" providerId="ADAL" clId="{6459FEEF-255C-444D-B7FE-1A156C753CA6}" dt="2020-09-08T04:22:10.918" v="2458" actId="1076"/>
          <ac:spMkLst>
            <pc:docMk/>
            <pc:sldMk cId="2170784894" sldId="1029"/>
            <ac:spMk id="16" creationId="{278B7EA5-3F4C-4AB5-AE08-89119718EE3B}"/>
          </ac:spMkLst>
        </pc:spChg>
        <pc:spChg chg="add mod">
          <ac:chgData name="Marzieh Ayati" userId="719e7aeb-c3b5-48e5-801b-084d43cd09ac" providerId="ADAL" clId="{6459FEEF-255C-444D-B7FE-1A156C753CA6}" dt="2020-09-08T04:24:35.829" v="2516" actId="1076"/>
          <ac:spMkLst>
            <pc:docMk/>
            <pc:sldMk cId="2170784894" sldId="1029"/>
            <ac:spMk id="17" creationId="{2D6F95BB-9A92-43A3-BFBE-DACA574E335B}"/>
          </ac:spMkLst>
        </pc:spChg>
        <pc:spChg chg="add mod">
          <ac:chgData name="Marzieh Ayati" userId="719e7aeb-c3b5-48e5-801b-084d43cd09ac" providerId="ADAL" clId="{6459FEEF-255C-444D-B7FE-1A156C753CA6}" dt="2020-09-08T04:24:38.438" v="2517" actId="1076"/>
          <ac:spMkLst>
            <pc:docMk/>
            <pc:sldMk cId="2170784894" sldId="1029"/>
            <ac:spMk id="19" creationId="{A219BCB9-F295-45E7-82D8-F4849AF74C6D}"/>
          </ac:spMkLst>
        </pc:spChg>
        <pc:spChg chg="add mod">
          <ac:chgData name="Marzieh Ayati" userId="719e7aeb-c3b5-48e5-801b-084d43cd09ac" providerId="ADAL" clId="{6459FEEF-255C-444D-B7FE-1A156C753CA6}" dt="2020-09-08T04:25:59.446" v="2538" actId="20577"/>
          <ac:spMkLst>
            <pc:docMk/>
            <pc:sldMk cId="2170784894" sldId="1029"/>
            <ac:spMk id="20" creationId="{EC59E518-42A7-4E32-BC56-A881B1BDA21A}"/>
          </ac:spMkLst>
        </pc:spChg>
        <pc:spChg chg="add mod">
          <ac:chgData name="Marzieh Ayati" userId="719e7aeb-c3b5-48e5-801b-084d43cd09ac" providerId="ADAL" clId="{6459FEEF-255C-444D-B7FE-1A156C753CA6}" dt="2020-09-08T04:26:18.893" v="2551" actId="1076"/>
          <ac:spMkLst>
            <pc:docMk/>
            <pc:sldMk cId="2170784894" sldId="1029"/>
            <ac:spMk id="21" creationId="{D62BB921-D93A-4728-A153-09F9836F1B20}"/>
          </ac:spMkLst>
        </pc:spChg>
        <pc:picChg chg="add del mod">
          <ac:chgData name="Marzieh Ayati" userId="719e7aeb-c3b5-48e5-801b-084d43cd09ac" providerId="ADAL" clId="{6459FEEF-255C-444D-B7FE-1A156C753CA6}" dt="2020-09-08T03:41:23.831" v="2334" actId="478"/>
          <ac:picMkLst>
            <pc:docMk/>
            <pc:sldMk cId="2170784894" sldId="1029"/>
            <ac:picMk id="4" creationId="{E775818D-1D64-4CFD-A0A9-15C5E19A6C1E}"/>
          </ac:picMkLst>
        </pc:picChg>
        <pc:picChg chg="add del mod">
          <ac:chgData name="Marzieh Ayati" userId="719e7aeb-c3b5-48e5-801b-084d43cd09ac" providerId="ADAL" clId="{6459FEEF-255C-444D-B7FE-1A156C753CA6}" dt="2020-09-08T03:41:25.768" v="2336" actId="478"/>
          <ac:picMkLst>
            <pc:docMk/>
            <pc:sldMk cId="2170784894" sldId="1029"/>
            <ac:picMk id="6" creationId="{A127B37E-44AB-4008-BF75-591EC3442884}"/>
          </ac:picMkLst>
        </pc:picChg>
        <pc:picChg chg="add mod">
          <ac:chgData name="Marzieh Ayati" userId="719e7aeb-c3b5-48e5-801b-084d43cd09ac" providerId="ADAL" clId="{6459FEEF-255C-444D-B7FE-1A156C753CA6}" dt="2020-09-08T03:41:31.888" v="2339" actId="14100"/>
          <ac:picMkLst>
            <pc:docMk/>
            <pc:sldMk cId="2170784894" sldId="1029"/>
            <ac:picMk id="8" creationId="{69B732EA-5446-4010-BB8E-D7F3D74BBAD5}"/>
          </ac:picMkLst>
        </pc:picChg>
        <pc:picChg chg="add mod">
          <ac:chgData name="Marzieh Ayati" userId="719e7aeb-c3b5-48e5-801b-084d43cd09ac" providerId="ADAL" clId="{6459FEEF-255C-444D-B7FE-1A156C753CA6}" dt="2020-09-08T04:19:10.477" v="2404" actId="1076"/>
          <ac:picMkLst>
            <pc:docMk/>
            <pc:sldMk cId="2170784894" sldId="1029"/>
            <ac:picMk id="10" creationId="{C8532785-DF7A-460E-B38E-3F5FF792FBAA}"/>
          </ac:picMkLst>
        </pc:picChg>
        <pc:picChg chg="add mod">
          <ac:chgData name="Marzieh Ayati" userId="719e7aeb-c3b5-48e5-801b-084d43cd09ac" providerId="ADAL" clId="{6459FEEF-255C-444D-B7FE-1A156C753CA6}" dt="2020-09-08T04:21:38.237" v="2438" actId="14100"/>
          <ac:picMkLst>
            <pc:docMk/>
            <pc:sldMk cId="2170784894" sldId="1029"/>
            <ac:picMk id="15" creationId="{DAEC2F56-B797-4048-A70E-42D606207105}"/>
          </ac:picMkLst>
        </pc:picChg>
        <pc:picChg chg="add mod">
          <ac:chgData name="Marzieh Ayati" userId="719e7aeb-c3b5-48e5-801b-084d43cd09ac" providerId="ADAL" clId="{6459FEEF-255C-444D-B7FE-1A156C753CA6}" dt="2020-09-08T04:23:46.861" v="2494" actId="14100"/>
          <ac:picMkLst>
            <pc:docMk/>
            <pc:sldMk cId="2170784894" sldId="1029"/>
            <ac:picMk id="18" creationId="{15D86109-8348-468F-AAA6-1CF06D923865}"/>
          </ac:picMkLst>
        </pc:picChg>
      </pc:sldChg>
      <pc:sldChg chg="addSp delSp modSp add mod">
        <pc:chgData name="Marzieh Ayati" userId="719e7aeb-c3b5-48e5-801b-084d43cd09ac" providerId="ADAL" clId="{6459FEEF-255C-444D-B7FE-1A156C753CA6}" dt="2020-09-08T04:31:17.469" v="2685" actId="1076"/>
        <pc:sldMkLst>
          <pc:docMk/>
          <pc:sldMk cId="1048988131" sldId="1030"/>
        </pc:sldMkLst>
        <pc:spChg chg="add mod">
          <ac:chgData name="Marzieh Ayati" userId="719e7aeb-c3b5-48e5-801b-084d43cd09ac" providerId="ADAL" clId="{6459FEEF-255C-444D-B7FE-1A156C753CA6}" dt="2020-09-08T04:31:17.469" v="2685" actId="1076"/>
          <ac:spMkLst>
            <pc:docMk/>
            <pc:sldMk cId="1048988131" sldId="1030"/>
            <ac:spMk id="3" creationId="{0676F01B-CA21-4657-B344-2EE2A600B4AA}"/>
          </ac:spMkLst>
        </pc:spChg>
        <pc:spChg chg="mod">
          <ac:chgData name="Marzieh Ayati" userId="719e7aeb-c3b5-48e5-801b-084d43cd09ac" providerId="ADAL" clId="{6459FEEF-255C-444D-B7FE-1A156C753CA6}" dt="2020-09-08T04:31:00.612" v="2655" actId="1037"/>
          <ac:spMkLst>
            <pc:docMk/>
            <pc:sldMk cId="1048988131" sldId="1030"/>
            <ac:spMk id="5" creationId="{2F227374-9461-41E1-9754-A1F3E431CA7D}"/>
          </ac:spMkLst>
        </pc:spChg>
        <pc:spChg chg="del">
          <ac:chgData name="Marzieh Ayati" userId="719e7aeb-c3b5-48e5-801b-084d43cd09ac" providerId="ADAL" clId="{6459FEEF-255C-444D-B7FE-1A156C753CA6}" dt="2020-09-08T04:27:28.741" v="2558" actId="478"/>
          <ac:spMkLst>
            <pc:docMk/>
            <pc:sldMk cId="1048988131" sldId="1030"/>
            <ac:spMk id="7" creationId="{058A02FD-6D87-41DB-8C59-C3BD1B60500A}"/>
          </ac:spMkLst>
        </pc:spChg>
        <pc:picChg chg="mod">
          <ac:chgData name="Marzieh Ayati" userId="719e7aeb-c3b5-48e5-801b-084d43cd09ac" providerId="ADAL" clId="{6459FEEF-255C-444D-B7FE-1A156C753CA6}" dt="2020-09-08T04:31:00.612" v="2655" actId="1037"/>
          <ac:picMkLst>
            <pc:docMk/>
            <pc:sldMk cId="1048988131" sldId="1030"/>
            <ac:picMk id="4" creationId="{E775818D-1D64-4CFD-A0A9-15C5E19A6C1E}"/>
          </ac:picMkLst>
        </pc:picChg>
        <pc:picChg chg="mod">
          <ac:chgData name="Marzieh Ayati" userId="719e7aeb-c3b5-48e5-801b-084d43cd09ac" providerId="ADAL" clId="{6459FEEF-255C-444D-B7FE-1A156C753CA6}" dt="2020-09-08T04:31:00.612" v="2655" actId="1037"/>
          <ac:picMkLst>
            <pc:docMk/>
            <pc:sldMk cId="1048988131" sldId="1030"/>
            <ac:picMk id="6" creationId="{A127B37E-44AB-4008-BF75-591EC3442884}"/>
          </ac:picMkLst>
        </pc:picChg>
        <pc:picChg chg="del">
          <ac:chgData name="Marzieh Ayati" userId="719e7aeb-c3b5-48e5-801b-084d43cd09ac" providerId="ADAL" clId="{6459FEEF-255C-444D-B7FE-1A156C753CA6}" dt="2020-09-08T04:27:25.893" v="2557" actId="478"/>
          <ac:picMkLst>
            <pc:docMk/>
            <pc:sldMk cId="1048988131" sldId="1030"/>
            <ac:picMk id="8" creationId="{69B732EA-5446-4010-BB8E-D7F3D74BBAD5}"/>
          </ac:picMkLst>
        </pc:picChg>
      </pc:sldChg>
      <pc:sldChg chg="addSp delSp modSp new mod">
        <pc:chgData name="Marzieh Ayati" userId="719e7aeb-c3b5-48e5-801b-084d43cd09ac" providerId="ADAL" clId="{6459FEEF-255C-444D-B7FE-1A156C753CA6}" dt="2020-09-10T16:38:31.855" v="3554" actId="1076"/>
        <pc:sldMkLst>
          <pc:docMk/>
          <pc:sldMk cId="2762084409" sldId="1031"/>
        </pc:sldMkLst>
        <pc:spChg chg="mod">
          <ac:chgData name="Marzieh Ayati" userId="719e7aeb-c3b5-48e5-801b-084d43cd09ac" providerId="ADAL" clId="{6459FEEF-255C-444D-B7FE-1A156C753CA6}" dt="2020-09-08T04:28:51.293" v="2615" actId="1076"/>
          <ac:spMkLst>
            <pc:docMk/>
            <pc:sldMk cId="2762084409" sldId="1031"/>
            <ac:spMk id="2" creationId="{A21BBF03-9D2F-43A3-A965-70B856D2BA48}"/>
          </ac:spMkLst>
        </pc:spChg>
        <pc:spChg chg="del">
          <ac:chgData name="Marzieh Ayati" userId="719e7aeb-c3b5-48e5-801b-084d43cd09ac" providerId="ADAL" clId="{6459FEEF-255C-444D-B7FE-1A156C753CA6}" dt="2020-09-08T04:28:41.973" v="2611" actId="478"/>
          <ac:spMkLst>
            <pc:docMk/>
            <pc:sldMk cId="2762084409" sldId="1031"/>
            <ac:spMk id="3" creationId="{AC1050D4-8621-47D1-B996-714E2D01FC60}"/>
          </ac:spMkLst>
        </pc:spChg>
        <pc:picChg chg="add mod">
          <ac:chgData name="Marzieh Ayati" userId="719e7aeb-c3b5-48e5-801b-084d43cd09ac" providerId="ADAL" clId="{6459FEEF-255C-444D-B7FE-1A156C753CA6}" dt="2020-09-10T16:38:28.162" v="3553" actId="1076"/>
          <ac:picMkLst>
            <pc:docMk/>
            <pc:sldMk cId="2762084409" sldId="1031"/>
            <ac:picMk id="4" creationId="{0E885C2F-A11A-42B7-A718-CBD13A0F4D0D}"/>
          </ac:picMkLst>
        </pc:picChg>
        <pc:picChg chg="add mod">
          <ac:chgData name="Marzieh Ayati" userId="719e7aeb-c3b5-48e5-801b-084d43cd09ac" providerId="ADAL" clId="{6459FEEF-255C-444D-B7FE-1A156C753CA6}" dt="2020-09-10T16:38:31.855" v="3554" actId="1076"/>
          <ac:picMkLst>
            <pc:docMk/>
            <pc:sldMk cId="2762084409" sldId="1031"/>
            <ac:picMk id="5" creationId="{23DBA067-076B-4C7F-AE41-BD820B1B7773}"/>
          </ac:picMkLst>
        </pc:picChg>
        <pc:picChg chg="add mod">
          <ac:chgData name="Marzieh Ayati" userId="719e7aeb-c3b5-48e5-801b-084d43cd09ac" providerId="ADAL" clId="{6459FEEF-255C-444D-B7FE-1A156C753CA6}" dt="2020-09-08T04:30:08.796" v="2625" actId="1076"/>
          <ac:picMkLst>
            <pc:docMk/>
            <pc:sldMk cId="2762084409" sldId="1031"/>
            <ac:picMk id="6" creationId="{F97B4439-339A-4C64-86C9-F42D0EBE1A97}"/>
          </ac:picMkLst>
        </pc:picChg>
      </pc:sldChg>
      <pc:sldChg chg="addSp modSp new mod">
        <pc:chgData name="Marzieh Ayati" userId="719e7aeb-c3b5-48e5-801b-084d43cd09ac" providerId="ADAL" clId="{6459FEEF-255C-444D-B7FE-1A156C753CA6}" dt="2020-09-08T04:59:27.267" v="2755" actId="14100"/>
        <pc:sldMkLst>
          <pc:docMk/>
          <pc:sldMk cId="1987080677" sldId="1032"/>
        </pc:sldMkLst>
        <pc:spChg chg="mod">
          <ac:chgData name="Marzieh Ayati" userId="719e7aeb-c3b5-48e5-801b-084d43cd09ac" providerId="ADAL" clId="{6459FEEF-255C-444D-B7FE-1A156C753CA6}" dt="2020-09-08T04:35:52.332" v="2711" actId="1076"/>
          <ac:spMkLst>
            <pc:docMk/>
            <pc:sldMk cId="1987080677" sldId="1032"/>
            <ac:spMk id="2" creationId="{AC5CC447-53FD-414A-A392-ABCFCEF9109E}"/>
          </ac:spMkLst>
        </pc:spChg>
        <pc:spChg chg="mod">
          <ac:chgData name="Marzieh Ayati" userId="719e7aeb-c3b5-48e5-801b-084d43cd09ac" providerId="ADAL" clId="{6459FEEF-255C-444D-B7FE-1A156C753CA6}" dt="2020-09-08T04:59:17.851" v="2751" actId="14100"/>
          <ac:spMkLst>
            <pc:docMk/>
            <pc:sldMk cId="1987080677" sldId="1032"/>
            <ac:spMk id="3" creationId="{82E8B3E7-D6EF-4F70-BB8B-846509AEE370}"/>
          </ac:spMkLst>
        </pc:spChg>
        <pc:spChg chg="add mod">
          <ac:chgData name="Marzieh Ayati" userId="719e7aeb-c3b5-48e5-801b-084d43cd09ac" providerId="ADAL" clId="{6459FEEF-255C-444D-B7FE-1A156C753CA6}" dt="2020-09-08T04:59:21.212" v="2752" actId="1076"/>
          <ac:spMkLst>
            <pc:docMk/>
            <pc:sldMk cId="1987080677" sldId="1032"/>
            <ac:spMk id="5" creationId="{E2196960-7E60-4F05-BD5C-70E12F33AC40}"/>
          </ac:spMkLst>
        </pc:spChg>
        <pc:spChg chg="add mod">
          <ac:chgData name="Marzieh Ayati" userId="719e7aeb-c3b5-48e5-801b-084d43cd09ac" providerId="ADAL" clId="{6459FEEF-255C-444D-B7FE-1A156C753CA6}" dt="2020-09-08T04:58:58.796" v="2745" actId="1076"/>
          <ac:spMkLst>
            <pc:docMk/>
            <pc:sldMk cId="1987080677" sldId="1032"/>
            <ac:spMk id="8" creationId="{331233A1-F609-463D-BDEB-306DF20C23C7}"/>
          </ac:spMkLst>
        </pc:spChg>
        <pc:picChg chg="add mod">
          <ac:chgData name="Marzieh Ayati" userId="719e7aeb-c3b5-48e5-801b-084d43cd09ac" providerId="ADAL" clId="{6459FEEF-255C-444D-B7FE-1A156C753CA6}" dt="2020-09-08T04:59:22.620" v="2753" actId="1076"/>
          <ac:picMkLst>
            <pc:docMk/>
            <pc:sldMk cId="1987080677" sldId="1032"/>
            <ac:picMk id="4" creationId="{42CD1813-1775-4AFD-9802-CC5A4F1D8449}"/>
          </ac:picMkLst>
        </pc:picChg>
        <pc:picChg chg="add mod">
          <ac:chgData name="Marzieh Ayati" userId="719e7aeb-c3b5-48e5-801b-084d43cd09ac" providerId="ADAL" clId="{6459FEEF-255C-444D-B7FE-1A156C753CA6}" dt="2020-09-08T04:58:55.659" v="2744" actId="1076"/>
          <ac:picMkLst>
            <pc:docMk/>
            <pc:sldMk cId="1987080677" sldId="1032"/>
            <ac:picMk id="6" creationId="{484856D3-018F-40EC-AA7B-51A87CBE84E8}"/>
          </ac:picMkLst>
        </pc:picChg>
        <pc:picChg chg="add mod">
          <ac:chgData name="Marzieh Ayati" userId="719e7aeb-c3b5-48e5-801b-084d43cd09ac" providerId="ADAL" clId="{6459FEEF-255C-444D-B7FE-1A156C753CA6}" dt="2020-09-08T04:58:28.291" v="2736" actId="1076"/>
          <ac:picMkLst>
            <pc:docMk/>
            <pc:sldMk cId="1987080677" sldId="1032"/>
            <ac:picMk id="7" creationId="{077C343F-0EE5-4B84-87E1-F08201E0CB9E}"/>
          </ac:picMkLst>
        </pc:picChg>
        <pc:picChg chg="add mod">
          <ac:chgData name="Marzieh Ayati" userId="719e7aeb-c3b5-48e5-801b-084d43cd09ac" providerId="ADAL" clId="{6459FEEF-255C-444D-B7FE-1A156C753CA6}" dt="2020-09-08T04:59:27.267" v="2755" actId="14100"/>
          <ac:picMkLst>
            <pc:docMk/>
            <pc:sldMk cId="1987080677" sldId="1032"/>
            <ac:picMk id="9" creationId="{8C096353-45A9-4BDF-BF53-D4D93D5B277D}"/>
          </ac:picMkLst>
        </pc:picChg>
      </pc:sldChg>
      <pc:sldChg chg="addSp delSp modSp new mod modAnim">
        <pc:chgData name="Marzieh Ayati" userId="719e7aeb-c3b5-48e5-801b-084d43cd09ac" providerId="ADAL" clId="{6459FEEF-255C-444D-B7FE-1A156C753CA6}" dt="2020-09-08T05:08:40.542" v="3106" actId="20577"/>
        <pc:sldMkLst>
          <pc:docMk/>
          <pc:sldMk cId="1376047601" sldId="1033"/>
        </pc:sldMkLst>
        <pc:spChg chg="mod">
          <ac:chgData name="Marzieh Ayati" userId="719e7aeb-c3b5-48e5-801b-084d43cd09ac" providerId="ADAL" clId="{6459FEEF-255C-444D-B7FE-1A156C753CA6}" dt="2020-09-08T05:03:03.555" v="2763" actId="20577"/>
          <ac:spMkLst>
            <pc:docMk/>
            <pc:sldMk cId="1376047601" sldId="1033"/>
            <ac:spMk id="2" creationId="{3853AABD-0066-4EDE-9370-7C49AC36C7F1}"/>
          </ac:spMkLst>
        </pc:spChg>
        <pc:spChg chg="mod">
          <ac:chgData name="Marzieh Ayati" userId="719e7aeb-c3b5-48e5-801b-084d43cd09ac" providerId="ADAL" clId="{6459FEEF-255C-444D-B7FE-1A156C753CA6}" dt="2020-09-08T05:05:11.043" v="2945" actId="20577"/>
          <ac:spMkLst>
            <pc:docMk/>
            <pc:sldMk cId="1376047601" sldId="1033"/>
            <ac:spMk id="3" creationId="{2A47E841-F3C9-4D09-9CD8-DD50422F0247}"/>
          </ac:spMkLst>
        </pc:spChg>
        <pc:spChg chg="add mod">
          <ac:chgData name="Marzieh Ayati" userId="719e7aeb-c3b5-48e5-801b-084d43cd09ac" providerId="ADAL" clId="{6459FEEF-255C-444D-B7FE-1A156C753CA6}" dt="2020-09-08T05:03:51.763" v="2805" actId="1076"/>
          <ac:spMkLst>
            <pc:docMk/>
            <pc:sldMk cId="1376047601" sldId="1033"/>
            <ac:spMk id="5" creationId="{8AD5508D-3035-463E-A5A2-F8C2B0731FE4}"/>
          </ac:spMkLst>
        </pc:spChg>
        <pc:spChg chg="add mod">
          <ac:chgData name="Marzieh Ayati" userId="719e7aeb-c3b5-48e5-801b-084d43cd09ac" providerId="ADAL" clId="{6459FEEF-255C-444D-B7FE-1A156C753CA6}" dt="2020-09-08T05:04:09.667" v="2823" actId="1076"/>
          <ac:spMkLst>
            <pc:docMk/>
            <pc:sldMk cId="1376047601" sldId="1033"/>
            <ac:spMk id="6" creationId="{4DCE5C4F-223A-405F-BBF9-CE5681CD1B0D}"/>
          </ac:spMkLst>
        </pc:spChg>
        <pc:spChg chg="add del mod">
          <ac:chgData name="Marzieh Ayati" userId="719e7aeb-c3b5-48e5-801b-084d43cd09ac" providerId="ADAL" clId="{6459FEEF-255C-444D-B7FE-1A156C753CA6}" dt="2020-09-08T05:05:30.339" v="2947" actId="478"/>
          <ac:spMkLst>
            <pc:docMk/>
            <pc:sldMk cId="1376047601" sldId="1033"/>
            <ac:spMk id="7" creationId="{4329C111-817F-4186-95AB-4ADE3007195F}"/>
          </ac:spMkLst>
        </pc:spChg>
        <pc:spChg chg="add del mod">
          <ac:chgData name="Marzieh Ayati" userId="719e7aeb-c3b5-48e5-801b-084d43cd09ac" providerId="ADAL" clId="{6459FEEF-255C-444D-B7FE-1A156C753CA6}" dt="2020-09-08T05:05:51.155" v="2962" actId="478"/>
          <ac:spMkLst>
            <pc:docMk/>
            <pc:sldMk cId="1376047601" sldId="1033"/>
            <ac:spMk id="8" creationId="{226B9B2B-8058-46A8-91D8-5C6CA6351CE7}"/>
          </ac:spMkLst>
        </pc:spChg>
        <pc:spChg chg="add del mod">
          <ac:chgData name="Marzieh Ayati" userId="719e7aeb-c3b5-48e5-801b-084d43cd09ac" providerId="ADAL" clId="{6459FEEF-255C-444D-B7FE-1A156C753CA6}" dt="2020-09-08T05:06:07.603" v="2972" actId="478"/>
          <ac:spMkLst>
            <pc:docMk/>
            <pc:sldMk cId="1376047601" sldId="1033"/>
            <ac:spMk id="9" creationId="{7A77CBC5-5D44-4A0C-9AEA-4EC186BF1298}"/>
          </ac:spMkLst>
        </pc:spChg>
        <pc:spChg chg="add mod">
          <ac:chgData name="Marzieh Ayati" userId="719e7aeb-c3b5-48e5-801b-084d43cd09ac" providerId="ADAL" clId="{6459FEEF-255C-444D-B7FE-1A156C753CA6}" dt="2020-09-08T05:08:40.542" v="3106" actId="20577"/>
          <ac:spMkLst>
            <pc:docMk/>
            <pc:sldMk cId="1376047601" sldId="1033"/>
            <ac:spMk id="10" creationId="{9E5CAAAD-45BE-446A-847C-945562FDF57E}"/>
          </ac:spMkLst>
        </pc:spChg>
        <pc:spChg chg="add mod">
          <ac:chgData name="Marzieh Ayati" userId="719e7aeb-c3b5-48e5-801b-084d43cd09ac" providerId="ADAL" clId="{6459FEEF-255C-444D-B7FE-1A156C753CA6}" dt="2020-09-08T05:08:35.592" v="3100" actId="20577"/>
          <ac:spMkLst>
            <pc:docMk/>
            <pc:sldMk cId="1376047601" sldId="1033"/>
            <ac:spMk id="11" creationId="{E57D7105-8C4B-4493-85E0-53D8B17B95A8}"/>
          </ac:spMkLst>
        </pc:spChg>
        <pc:picChg chg="add mod">
          <ac:chgData name="Marzieh Ayati" userId="719e7aeb-c3b5-48e5-801b-084d43cd09ac" providerId="ADAL" clId="{6459FEEF-255C-444D-B7FE-1A156C753CA6}" dt="2020-09-08T05:03:13.107" v="2767" actId="1076"/>
          <ac:picMkLst>
            <pc:docMk/>
            <pc:sldMk cId="1376047601" sldId="1033"/>
            <ac:picMk id="4" creationId="{5B0A9236-0E91-4F51-969A-E05BE58374B3}"/>
          </ac:picMkLst>
        </pc:picChg>
      </pc:sldChg>
      <pc:sldChg chg="addSp delSp modSp new mod delAnim modAnim">
        <pc:chgData name="Marzieh Ayati" userId="719e7aeb-c3b5-48e5-801b-084d43cd09ac" providerId="ADAL" clId="{6459FEEF-255C-444D-B7FE-1A156C753CA6}" dt="2020-09-08T18:21:37.687" v="3534" actId="478"/>
        <pc:sldMkLst>
          <pc:docMk/>
          <pc:sldMk cId="1957520602" sldId="1034"/>
        </pc:sldMkLst>
        <pc:spChg chg="mod">
          <ac:chgData name="Marzieh Ayati" userId="719e7aeb-c3b5-48e5-801b-084d43cd09ac" providerId="ADAL" clId="{6459FEEF-255C-444D-B7FE-1A156C753CA6}" dt="2020-09-08T05:20:24.290" v="3117" actId="1076"/>
          <ac:spMkLst>
            <pc:docMk/>
            <pc:sldMk cId="1957520602" sldId="1034"/>
            <ac:spMk id="2" creationId="{837AF86A-B4EE-44E2-958D-83414FD8041B}"/>
          </ac:spMkLst>
        </pc:spChg>
        <pc:spChg chg="del">
          <ac:chgData name="Marzieh Ayati" userId="719e7aeb-c3b5-48e5-801b-084d43cd09ac" providerId="ADAL" clId="{6459FEEF-255C-444D-B7FE-1A156C753CA6}" dt="2020-09-08T05:20:18.629" v="3115"/>
          <ac:spMkLst>
            <pc:docMk/>
            <pc:sldMk cId="1957520602" sldId="1034"/>
            <ac:spMk id="3" creationId="{74A9118C-F577-4791-927F-9ABFF1DAD313}"/>
          </ac:spMkLst>
        </pc:spChg>
        <pc:spChg chg="add mod">
          <ac:chgData name="Marzieh Ayati" userId="719e7aeb-c3b5-48e5-801b-084d43cd09ac" providerId="ADAL" clId="{6459FEEF-255C-444D-B7FE-1A156C753CA6}" dt="2020-09-08T05:23:06.230" v="3219" actId="6549"/>
          <ac:spMkLst>
            <pc:docMk/>
            <pc:sldMk cId="1957520602" sldId="1034"/>
            <ac:spMk id="5" creationId="{05C042C0-1F05-41BA-96E2-25267C2F2DC1}"/>
          </ac:spMkLst>
        </pc:spChg>
        <pc:spChg chg="add mod">
          <ac:chgData name="Marzieh Ayati" userId="719e7aeb-c3b5-48e5-801b-084d43cd09ac" providerId="ADAL" clId="{6459FEEF-255C-444D-B7FE-1A156C753CA6}" dt="2020-09-08T18:19:52.115" v="3509" actId="1076"/>
          <ac:spMkLst>
            <pc:docMk/>
            <pc:sldMk cId="1957520602" sldId="1034"/>
            <ac:spMk id="6" creationId="{6DA6E7E8-3EFA-4885-A214-372BC2C3DD7B}"/>
          </ac:spMkLst>
        </pc:spChg>
        <pc:spChg chg="add mod">
          <ac:chgData name="Marzieh Ayati" userId="719e7aeb-c3b5-48e5-801b-084d43cd09ac" providerId="ADAL" clId="{6459FEEF-255C-444D-B7FE-1A156C753CA6}" dt="2020-09-08T05:24:57.202" v="3299" actId="1076"/>
          <ac:spMkLst>
            <pc:docMk/>
            <pc:sldMk cId="1957520602" sldId="1034"/>
            <ac:spMk id="7" creationId="{7D6BE28C-A961-4B5E-AA69-3DEAF865504B}"/>
          </ac:spMkLst>
        </pc:spChg>
        <pc:spChg chg="add mod">
          <ac:chgData name="Marzieh Ayati" userId="719e7aeb-c3b5-48e5-801b-084d43cd09ac" providerId="ADAL" clId="{6459FEEF-255C-444D-B7FE-1A156C753CA6}" dt="2020-09-08T05:24:59.625" v="3300" actId="1076"/>
          <ac:spMkLst>
            <pc:docMk/>
            <pc:sldMk cId="1957520602" sldId="1034"/>
            <ac:spMk id="8" creationId="{0B3B5788-953B-4989-BED9-9FE6FAC08749}"/>
          </ac:spMkLst>
        </pc:spChg>
        <pc:spChg chg="add mod">
          <ac:chgData name="Marzieh Ayati" userId="719e7aeb-c3b5-48e5-801b-084d43cd09ac" providerId="ADAL" clId="{6459FEEF-255C-444D-B7FE-1A156C753CA6}" dt="2020-09-08T05:25:24.072" v="3317" actId="20577"/>
          <ac:spMkLst>
            <pc:docMk/>
            <pc:sldMk cId="1957520602" sldId="1034"/>
            <ac:spMk id="9" creationId="{9FF8EEBD-29D3-4044-9351-CB539DB88666}"/>
          </ac:spMkLst>
        </pc:spChg>
        <pc:spChg chg="add mod">
          <ac:chgData name="Marzieh Ayati" userId="719e7aeb-c3b5-48e5-801b-084d43cd09ac" providerId="ADAL" clId="{6459FEEF-255C-444D-B7FE-1A156C753CA6}" dt="2020-09-08T05:25:48.154" v="3337" actId="1076"/>
          <ac:spMkLst>
            <pc:docMk/>
            <pc:sldMk cId="1957520602" sldId="1034"/>
            <ac:spMk id="10" creationId="{4DA8C487-89E3-4F35-8B9E-7ACB123FE94D}"/>
          </ac:spMkLst>
        </pc:spChg>
        <pc:spChg chg="add mod">
          <ac:chgData name="Marzieh Ayati" userId="719e7aeb-c3b5-48e5-801b-084d43cd09ac" providerId="ADAL" clId="{6459FEEF-255C-444D-B7FE-1A156C753CA6}" dt="2020-09-08T05:25:55.306" v="3345" actId="20577"/>
          <ac:spMkLst>
            <pc:docMk/>
            <pc:sldMk cId="1957520602" sldId="1034"/>
            <ac:spMk id="11" creationId="{1902488B-9E75-414D-8C10-8B392D402C0D}"/>
          </ac:spMkLst>
        </pc:spChg>
        <pc:spChg chg="add del mod">
          <ac:chgData name="Marzieh Ayati" userId="719e7aeb-c3b5-48e5-801b-084d43cd09ac" providerId="ADAL" clId="{6459FEEF-255C-444D-B7FE-1A156C753CA6}" dt="2020-09-08T18:21:37.687" v="3534" actId="478"/>
          <ac:spMkLst>
            <pc:docMk/>
            <pc:sldMk cId="1957520602" sldId="1034"/>
            <ac:spMk id="12" creationId="{D02692F1-6494-475D-AC2C-6443BD28C3A8}"/>
          </ac:spMkLst>
        </pc:spChg>
        <pc:spChg chg="add del mod">
          <ac:chgData name="Marzieh Ayati" userId="719e7aeb-c3b5-48e5-801b-084d43cd09ac" providerId="ADAL" clId="{6459FEEF-255C-444D-B7FE-1A156C753CA6}" dt="2020-09-08T18:21:34.599" v="3533" actId="478"/>
          <ac:spMkLst>
            <pc:docMk/>
            <pc:sldMk cId="1957520602" sldId="1034"/>
            <ac:spMk id="13" creationId="{AC2DFDF8-EE8A-44F4-B191-8AB95B7E91B7}"/>
          </ac:spMkLst>
        </pc:spChg>
        <pc:picChg chg="add mod">
          <ac:chgData name="Marzieh Ayati" userId="719e7aeb-c3b5-48e5-801b-084d43cd09ac" providerId="ADAL" clId="{6459FEEF-255C-444D-B7FE-1A156C753CA6}" dt="2020-09-08T05:22:51.802" v="3217" actId="1076"/>
          <ac:picMkLst>
            <pc:docMk/>
            <pc:sldMk cId="1957520602" sldId="1034"/>
            <ac:picMk id="4" creationId="{99D56AF8-EBF6-424D-AA2B-0874945DAA62}"/>
          </ac:picMkLst>
        </pc:picChg>
      </pc:sldChg>
      <pc:sldChg chg="modSp new del mod">
        <pc:chgData name="Marzieh Ayati" userId="719e7aeb-c3b5-48e5-801b-084d43cd09ac" providerId="ADAL" clId="{6459FEEF-255C-444D-B7FE-1A156C753CA6}" dt="2020-09-08T05:59:46.296" v="3374" actId="47"/>
        <pc:sldMkLst>
          <pc:docMk/>
          <pc:sldMk cId="1523658792" sldId="1035"/>
        </pc:sldMkLst>
        <pc:spChg chg="mod">
          <ac:chgData name="Marzieh Ayati" userId="719e7aeb-c3b5-48e5-801b-084d43cd09ac" providerId="ADAL" clId="{6459FEEF-255C-444D-B7FE-1A156C753CA6}" dt="2020-09-08T05:42:27.585" v="3372" actId="20577"/>
          <ac:spMkLst>
            <pc:docMk/>
            <pc:sldMk cId="1523658792" sldId="1035"/>
            <ac:spMk id="2" creationId="{346238B4-AFC6-47D6-98A1-AE59EB72E6B7}"/>
          </ac:spMkLst>
        </pc:spChg>
      </pc:sldChg>
      <pc:sldChg chg="modSp new mod">
        <pc:chgData name="Marzieh Ayati" userId="719e7aeb-c3b5-48e5-801b-084d43cd09ac" providerId="ADAL" clId="{6459FEEF-255C-444D-B7FE-1A156C753CA6}" dt="2020-09-08T18:23:39.476" v="3546" actId="20577"/>
        <pc:sldMkLst>
          <pc:docMk/>
          <pc:sldMk cId="1913407969" sldId="1035"/>
        </pc:sldMkLst>
        <pc:spChg chg="mod">
          <ac:chgData name="Marzieh Ayati" userId="719e7aeb-c3b5-48e5-801b-084d43cd09ac" providerId="ADAL" clId="{6459FEEF-255C-444D-B7FE-1A156C753CA6}" dt="2020-09-08T18:23:39.476" v="3546" actId="20577"/>
          <ac:spMkLst>
            <pc:docMk/>
            <pc:sldMk cId="1913407969" sldId="1035"/>
            <ac:spMk id="3" creationId="{BB53A95C-8DD9-405A-B430-D81AC904DE48}"/>
          </ac:spMkLst>
        </pc:spChg>
      </pc:sldChg>
    </pc:docChg>
  </pc:docChgLst>
  <pc:docChgLst>
    <pc:chgData name="Marzieh Ayati" userId="719e7aeb-c3b5-48e5-801b-084d43cd09ac" providerId="ADAL" clId="{BB92963A-7538-4A4E-8264-955FD7C86492}"/>
    <pc:docChg chg="modSld">
      <pc:chgData name="Marzieh Ayati" userId="719e7aeb-c3b5-48e5-801b-084d43cd09ac" providerId="ADAL" clId="{BB92963A-7538-4A4E-8264-955FD7C86492}" dt="2021-09-07T20:26:10.476" v="1" actId="1076"/>
      <pc:docMkLst>
        <pc:docMk/>
      </pc:docMkLst>
      <pc:sldChg chg="addSp modSp mod">
        <pc:chgData name="Marzieh Ayati" userId="719e7aeb-c3b5-48e5-801b-084d43cd09ac" providerId="ADAL" clId="{BB92963A-7538-4A4E-8264-955FD7C86492}" dt="2021-09-07T20:26:10.476" v="1" actId="1076"/>
        <pc:sldMkLst>
          <pc:docMk/>
          <pc:sldMk cId="0" sldId="298"/>
        </pc:sldMkLst>
        <pc:picChg chg="add mod">
          <ac:chgData name="Marzieh Ayati" userId="719e7aeb-c3b5-48e5-801b-084d43cd09ac" providerId="ADAL" clId="{BB92963A-7538-4A4E-8264-955FD7C86492}" dt="2021-09-07T20:26:10.476" v="1" actId="1076"/>
          <ac:picMkLst>
            <pc:docMk/>
            <pc:sldMk cId="0" sldId="298"/>
            <ac:picMk id="9" creationId="{1BB4CEF2-1A46-4B96-84CA-9D9AC3345B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299BD-ABF1-46AC-AA83-9E644CE61BD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43B73-7B60-49AA-B8D5-9A784CFB9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6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41c5c33ad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41c5c33ad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1c5c33ad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41c5c33ad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1c5c33ad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1c5c33ad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1D9B-EFB9-47A8-83E8-FB8286B0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BE32A-73CF-4ED4-9242-063443836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F2A95-61CD-422D-BAB6-E5F789D5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F3200-5D47-4293-8DC1-ED245BCE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5FE33-A50A-4E80-BD7C-CFB7FCD1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1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639E-E404-404C-A412-BA601BB4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D5BE-C232-4438-B469-BF24E335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EF181-BC27-44FF-AF71-3CB02C40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80E1-1FC5-45DA-A6E5-3340C7B4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ABC0C-6774-49C3-AC92-D00F5CDA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0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FDBE2-3420-43B5-8435-01733392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B6D4A-9EE8-48C8-9CEA-FD096C022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3A336-9137-4BD0-8E44-42F0B1D5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B5929-C34C-4E84-996C-DA55E918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A4348-90BC-437B-9598-CEDDD5A9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8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5B6A-254B-4C14-937C-6510F268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B6B1-793A-49EE-AA34-04EF4BCB5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098BF-09FB-4844-9C3E-D5BA1A6FD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81944-5F0C-4235-93D8-AF51A3A1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B65D5-89AE-4F6A-B5F4-6488DBB1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70F82-FEC6-464A-A918-46E23102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0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16DD-B73B-499B-8D75-B8B135041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2E763-1763-41F3-9AE1-4FAB5C58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4F3AF-4EC4-47B1-8172-1BAA9797D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F0613-94B7-4ED3-A6E7-B0E148D9B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FA1AA-F131-489C-B819-41C2774E1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1C660-E577-492C-B60C-E9A1C18C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7F16D-1DF6-4B79-9239-C95690CC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E53FA-981F-4923-8CFB-7B64CE92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8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FB7C-908F-432C-94CF-72852E62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2B4B-B6C0-4B0B-A64A-3A08BDC2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F03E4-A7E3-4144-A5D3-C7BEE22E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7DF94-FA1D-4DFC-9663-C43761D9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B5215-7212-4769-A6E0-2CE2EBD0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2BDE6-A531-47D7-AB27-FB358B58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49C30-0046-4490-AB46-3EA18F41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8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58F5-704E-4F52-864B-7E0F5961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D07AC-162E-474E-BA61-977D488C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88390-6535-4767-B36E-CA0D7EE3A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3D305-E4C2-4ADC-93B1-09A7531A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4CB2D-40D5-4F79-8B87-4DB84FE0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2C2A1-A02B-4181-B20A-B3666B98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9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D1F0-EA90-486F-83E8-006939B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941E9-ACA4-4025-8891-E42CF7C0A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F0681-E064-42E6-A5DB-5A79BAF00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E315D-0BD8-4AEB-8F70-02A076C6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A7F00-46B6-4873-82BD-DFFDEC5B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8C38E-5E71-4B5D-81E9-50D1CC24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5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A207-715B-4D51-9827-FD1C77D8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83581-1CD7-4378-A588-20DB02C4C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E7ECB-B242-48EF-A221-9D8AD2D0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192C-ABD2-47C9-9E77-A30EDC73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05F21-F142-45BD-BCE1-1191494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8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6D399-4E7E-4315-B5C8-CD966251C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D3CC7-2C6F-4EE4-AF9A-19C41C77F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03ED-01A8-46C9-AA6C-B9BA7E0A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E595E-A154-40D3-8287-ED0188C1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E5E6A-28EF-4469-95AD-E622A69E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31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168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8D040-BDC0-469B-8A7A-6023AADC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9003-E6ED-4DA8-8175-AB435F80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9216-44B9-4DFF-907B-B5F623DFC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EEE37-8793-4ABD-8159-7D16D8EB4716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D9DCB-D7E4-40EB-B910-DAC9EB581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60C6F-4C86-410E-BE35-62E3D2675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81000-2752-4DD5-89EE-175D0424D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9E20-E059-4C70-B8CE-1CB6A816F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and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2585B-AB4F-42E9-8BA8-BFBB6FEFF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0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433D-B64C-4524-BAC5-EA0C749E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C23E2-12F2-4F1F-93C3-F38B0490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shows us how the probabilities of measurements are distributed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857B1-BC19-4ABD-8C02-7EEFE16E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2435749"/>
            <a:ext cx="7023100" cy="4150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E890B-329D-4D63-8967-8315305DE317}"/>
              </a:ext>
            </a:extLst>
          </p:cNvPr>
          <p:cNvSpPr txBox="1"/>
          <p:nvPr/>
        </p:nvSpPr>
        <p:spPr>
          <a:xfrm>
            <a:off x="1422400" y="2782669"/>
            <a:ext cx="508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tallest part of histogram/curve shows the region where measurements are most likely.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024E9D-3232-4B60-8CCC-1BF1A5D31E50}"/>
              </a:ext>
            </a:extLst>
          </p:cNvPr>
          <p:cNvCxnSpPr/>
          <p:nvPr/>
        </p:nvCxnSpPr>
        <p:spPr>
          <a:xfrm flipV="1">
            <a:off x="6515100" y="2997200"/>
            <a:ext cx="876300" cy="88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5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D38E-6BE7-410F-B615-0E95A9CA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4106-D00B-46DE-BE58-A031CD4B3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>
                <a:solidFill>
                  <a:srgbClr val="434343"/>
                </a:solidFill>
              </a:rPr>
              <a:t>Continuous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	Gaussian/Normal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	Uniform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	Exponential, Power Law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>
                <a:solidFill>
                  <a:srgbClr val="434343"/>
                </a:solidFill>
              </a:rPr>
              <a:t>Discrete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	Bernoulli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	Binomial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8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4CF9-682B-4674-9670-50C9994D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78" y="92751"/>
            <a:ext cx="10515600" cy="1325563"/>
          </a:xfrm>
        </p:spPr>
        <p:txBody>
          <a:bodyPr/>
          <a:lstStyle/>
          <a:p>
            <a:r>
              <a:rPr lang="en-US"/>
              <a:t>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0B1E-AE29-42F8-8423-1A99CEC7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19" y="1397607"/>
            <a:ext cx="10515600" cy="4351338"/>
          </a:xfrm>
        </p:spPr>
        <p:txBody>
          <a:bodyPr/>
          <a:lstStyle/>
          <a:p>
            <a:r>
              <a:rPr lang="en-US"/>
              <a:t>Normal Distribution is also called </a:t>
            </a:r>
            <a:r>
              <a:rPr lang="en-US" b="1"/>
              <a:t>“Gaussian Distribution” </a:t>
            </a:r>
            <a:r>
              <a:rPr lang="en-US"/>
              <a:t>or more commonly known as </a:t>
            </a:r>
            <a:r>
              <a:rPr lang="en-US" b="1"/>
              <a:t>“Bell Curve”</a:t>
            </a:r>
          </a:p>
          <a:p>
            <a:endParaRPr lang="en-US" b="1"/>
          </a:p>
          <a:p>
            <a:r>
              <a:rPr lang="en-US"/>
              <a:t>One of the main reasons for the popularity of the Normal Distribution curve is that it occurs very commonly in most of the things we see in nature around us. </a:t>
            </a:r>
            <a:r>
              <a:rPr lang="en-US" b="1"/>
              <a:t>For example</a:t>
            </a:r>
            <a:r>
              <a:rPr lang="en-US"/>
              <a:t>: in </a:t>
            </a:r>
            <a:r>
              <a:rPr lang="en-US" b="1" i="1"/>
              <a:t>finance</a:t>
            </a:r>
            <a:r>
              <a:rPr lang="en-US"/>
              <a:t>, like the </a:t>
            </a:r>
            <a:r>
              <a:rPr lang="en-US" b="1" i="1"/>
              <a:t>salary distribution</a:t>
            </a:r>
            <a:r>
              <a:rPr lang="en-US"/>
              <a:t> in an office, height, weight, grading, …. </a:t>
            </a:r>
          </a:p>
        </p:txBody>
      </p:sp>
      <p:pic>
        <p:nvPicPr>
          <p:cNvPr id="10" name="Picture 9" descr="A picture containing indoor, table, front, holding&#10;&#10;Description automatically generated">
            <a:extLst>
              <a:ext uri="{FF2B5EF4-FFF2-40B4-BE49-F238E27FC236}">
                <a16:creationId xmlns:a16="http://schemas.microsoft.com/office/drawing/2014/main" id="{FA740DDA-DCC9-4C59-A340-FF25023DF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674" y="3665393"/>
            <a:ext cx="3192607" cy="31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5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9428-B2CB-45D6-BA18-8A602D14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C7B1D-5EAE-494B-9045-8B5214711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2549236"/>
            <a:ext cx="8448675" cy="350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7A82C-88D3-4D3A-827B-58D226539431}"/>
              </a:ext>
            </a:extLst>
          </p:cNvPr>
          <p:cNvSpPr txBox="1"/>
          <p:nvPr/>
        </p:nvSpPr>
        <p:spPr>
          <a:xfrm>
            <a:off x="734291" y="2015836"/>
            <a:ext cx="992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Y-axis: Relative probability of observing someone who is really short, really tall, or has an average height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920B6-6BF6-4CFE-9ECA-68994E700649}"/>
              </a:ext>
            </a:extLst>
          </p:cNvPr>
          <p:cNvSpPr txBox="1"/>
          <p:nvPr/>
        </p:nvSpPr>
        <p:spPr>
          <a:xfrm>
            <a:off x="955964" y="2919845"/>
            <a:ext cx="12241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More likely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Less likely</a:t>
            </a:r>
          </a:p>
        </p:txBody>
      </p:sp>
    </p:spTree>
    <p:extLst>
      <p:ext uri="{BB962C8B-B14F-4D97-AF65-F5344CB8AC3E}">
        <p14:creationId xmlns:p14="http://schemas.microsoft.com/office/powerpoint/2010/main" val="32899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11E9-95CA-4A5B-B545-B6D83931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27" y="18255"/>
            <a:ext cx="10515600" cy="1325563"/>
          </a:xfrm>
        </p:spPr>
        <p:txBody>
          <a:bodyPr/>
          <a:lstStyle/>
          <a:p>
            <a:r>
              <a:rPr lang="en-US"/>
              <a:t>Two normal distributions of the height of male humans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CD68E-55FC-4D29-8C10-9BA525BC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857" y="1597025"/>
            <a:ext cx="10515600" cy="4351338"/>
          </a:xfrm>
        </p:spPr>
        <p:txBody>
          <a:bodyPr/>
          <a:lstStyle/>
          <a:p>
            <a:r>
              <a:rPr lang="en-US"/>
              <a:t>Normal distribution are always centered around the average value</a:t>
            </a:r>
          </a:p>
          <a:p>
            <a:r>
              <a:rPr lang="en-US"/>
              <a:t>Width of the curve: Standard Deviation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152F4-9FBB-479C-8DB9-BC1ACC35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691" y="2571750"/>
            <a:ext cx="10410825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7723FC-AB4D-49DF-9A33-EC25B8EFF1C3}"/>
              </a:ext>
            </a:extLst>
          </p:cNvPr>
          <p:cNvSpPr txBox="1"/>
          <p:nvPr/>
        </p:nvSpPr>
        <p:spPr>
          <a:xfrm>
            <a:off x="190069" y="2989002"/>
            <a:ext cx="2671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Why the curve for babies height distribution is taller?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0A916-69D1-4BDD-89DF-CF15C247B643}"/>
              </a:ext>
            </a:extLst>
          </p:cNvPr>
          <p:cNvSpPr txBox="1"/>
          <p:nvPr/>
        </p:nvSpPr>
        <p:spPr>
          <a:xfrm>
            <a:off x="209118" y="4007017"/>
            <a:ext cx="2424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There are more possibilities for adult heights</a:t>
            </a:r>
          </a:p>
        </p:txBody>
      </p:sp>
    </p:spTree>
    <p:extLst>
      <p:ext uri="{BB962C8B-B14F-4D97-AF65-F5344CB8AC3E}">
        <p14:creationId xmlns:p14="http://schemas.microsoft.com/office/powerpoint/2010/main" val="188092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58A7A-11BD-4F48-8DD3-963B6A14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76" y="1233920"/>
            <a:ext cx="8897319" cy="4979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92FBA8-7467-4BD3-9B69-9BA59E1B9032}"/>
              </a:ext>
            </a:extLst>
          </p:cNvPr>
          <p:cNvSpPr txBox="1"/>
          <p:nvPr/>
        </p:nvSpPr>
        <p:spPr>
          <a:xfrm>
            <a:off x="394855" y="737755"/>
            <a:ext cx="53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95% of the values fall between +/-2 standard deviation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E4D7C-AF77-4E95-A59A-C380ADAD8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144" y="392258"/>
            <a:ext cx="4481945" cy="323753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BF52C9-8E0D-4BF9-AC24-9D5A1267AAA7}"/>
              </a:ext>
            </a:extLst>
          </p:cNvPr>
          <p:cNvSpPr/>
          <p:nvPr/>
        </p:nvSpPr>
        <p:spPr>
          <a:xfrm>
            <a:off x="1057013" y="5905850"/>
            <a:ext cx="874971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2E4E-CAD1-4927-A7AE-07EA7540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86" y="56356"/>
            <a:ext cx="10515600" cy="1325563"/>
          </a:xfrm>
        </p:spPr>
        <p:txBody>
          <a:bodyPr/>
          <a:lstStyle/>
          <a:p>
            <a:r>
              <a:rPr lang="en-US"/>
              <a:t>Shifting and Scaling Normal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38963-2EBB-45D6-9216-B6117B170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381919"/>
            <a:ext cx="81915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9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4613-3B23-420D-AD2A-6C3B1D5B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Bending Normal Distribution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8FF47-65E0-4F0C-A99D-593ADB3FF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767" y="2020743"/>
            <a:ext cx="9685453" cy="396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80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273A-8269-4764-9E16-0BB71C8B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" y="18255"/>
            <a:ext cx="10515600" cy="1325563"/>
          </a:xfrm>
        </p:spPr>
        <p:txBody>
          <a:bodyPr/>
          <a:lstStyle/>
          <a:p>
            <a:r>
              <a:rPr lang="en-US"/>
              <a:t>Probability Density Function for Normal Dist.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20376-0392-4155-A75E-1D2138E6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1" y="1343818"/>
            <a:ext cx="8477250" cy="52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34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886B-8296-4440-B947-B8252D15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5" y="18255"/>
            <a:ext cx="10515600" cy="1325563"/>
          </a:xfrm>
        </p:spPr>
        <p:txBody>
          <a:bodyPr/>
          <a:lstStyle/>
          <a:p>
            <a:r>
              <a:rPr lang="en-US"/>
              <a:t>Uniform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0C353-5279-407A-884F-A56E1767A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576243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The distribution describes an experiment where there is an arbitrary outcome that lies between certain bounds</a:t>
            </a:r>
          </a:p>
          <a:p>
            <a:endParaRPr lang="en-US"/>
          </a:p>
          <a:p>
            <a:r>
              <a:rPr lang="en-US"/>
              <a:t>Every outcome is equally likely</a:t>
            </a:r>
          </a:p>
          <a:p>
            <a:endParaRPr lang="en-US"/>
          </a:p>
          <a:p>
            <a:r>
              <a:rPr lang="en-US"/>
              <a:t>Rolling a fair 6-sided die P(X=1) = 1/6</a:t>
            </a:r>
          </a:p>
          <a:p>
            <a:endParaRPr lang="en-US"/>
          </a:p>
          <a:p>
            <a:r>
              <a:rPr lang="en-US"/>
              <a:t>Summation of probabilities adds up to 1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42931-B920-4CBC-809C-2E2A00E9E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634" y="2958234"/>
            <a:ext cx="5019675" cy="3381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8D02B-726C-4570-B53F-5185090B03A0}"/>
              </a:ext>
            </a:extLst>
          </p:cNvPr>
          <p:cNvSpPr txBox="1"/>
          <p:nvPr/>
        </p:nvSpPr>
        <p:spPr>
          <a:xfrm>
            <a:off x="7910946" y="2588902"/>
            <a:ext cx="299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Discrete Uniform Distribution </a:t>
            </a:r>
          </a:p>
        </p:txBody>
      </p:sp>
    </p:spTree>
    <p:extLst>
      <p:ext uri="{BB962C8B-B14F-4D97-AF65-F5344CB8AC3E}">
        <p14:creationId xmlns:p14="http://schemas.microsoft.com/office/powerpoint/2010/main" val="1616158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236E-F441-4878-A529-5B147D4E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-14092"/>
            <a:ext cx="10515600" cy="1325563"/>
          </a:xfrm>
        </p:spPr>
        <p:txBody>
          <a:bodyPr/>
          <a:lstStyle/>
          <a:p>
            <a:r>
              <a:rPr lang="en-US"/>
              <a:t>Uniform Distribution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A02FD-6D87-41DB-8C59-C3BD1B60500A}"/>
              </a:ext>
            </a:extLst>
          </p:cNvPr>
          <p:cNvSpPr txBox="1"/>
          <p:nvPr/>
        </p:nvSpPr>
        <p:spPr>
          <a:xfrm>
            <a:off x="457201" y="1445845"/>
            <a:ext cx="3146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X: Continuous Random Variable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732EA-5446-4010-BB8E-D7F3D74B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80" y="2854469"/>
            <a:ext cx="5738893" cy="2867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E75E5E-CB41-430D-8F3A-D04ADF8BA9C8}"/>
              </a:ext>
            </a:extLst>
          </p:cNvPr>
          <p:cNvSpPr txBox="1"/>
          <p:nvPr/>
        </p:nvSpPr>
        <p:spPr>
          <a:xfrm>
            <a:off x="731180" y="3826316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>
                <a:solidFill>
                  <a:schemeClr val="accent2"/>
                </a:solidFill>
              </a:rPr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32785-DF7A-460E-B38E-3F5FF792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80" y="2889105"/>
            <a:ext cx="5738893" cy="2832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86C878-E643-4FCC-AF69-983F5694519D}"/>
              </a:ext>
            </a:extLst>
          </p:cNvPr>
          <p:cNvSpPr txBox="1"/>
          <p:nvPr/>
        </p:nvSpPr>
        <p:spPr>
          <a:xfrm>
            <a:off x="603741" y="4287981"/>
            <a:ext cx="76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accent2"/>
                </a:solidFill>
              </a:rPr>
              <a:t>1/5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82F9E-935C-42AE-AAF2-B1DD68D42AF3}"/>
              </a:ext>
            </a:extLst>
          </p:cNvPr>
          <p:cNvSpPr txBox="1"/>
          <p:nvPr/>
        </p:nvSpPr>
        <p:spPr>
          <a:xfrm>
            <a:off x="2030452" y="2299855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5*X = 1     -&gt; X = 1/5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B084A-1270-4E3C-BD5B-22FFA4852997}"/>
              </a:ext>
            </a:extLst>
          </p:cNvPr>
          <p:cNvSpPr txBox="1"/>
          <p:nvPr/>
        </p:nvSpPr>
        <p:spPr>
          <a:xfrm>
            <a:off x="669704" y="4118703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0D300-782E-4463-A99C-8DCE4F82D75E}"/>
              </a:ext>
            </a:extLst>
          </p:cNvPr>
          <p:cNvSpPr txBox="1"/>
          <p:nvPr/>
        </p:nvSpPr>
        <p:spPr>
          <a:xfrm>
            <a:off x="6691746" y="1436638"/>
            <a:ext cx="3039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P (1 &lt; X &lt; 2) = 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EC2F56-B797-4048-A70E-42D606207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2854469"/>
            <a:ext cx="5738893" cy="2924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8B7EA5-3F4C-4AB5-AE08-89119718EE3B}"/>
              </a:ext>
            </a:extLst>
          </p:cNvPr>
          <p:cNvSpPr txBox="1"/>
          <p:nvPr/>
        </p:nvSpPr>
        <p:spPr>
          <a:xfrm>
            <a:off x="9731361" y="1476360"/>
            <a:ext cx="2063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1 * 1/5 = 1/5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F95BB-9A92-43A3-BFBE-DACA574E335B}"/>
              </a:ext>
            </a:extLst>
          </p:cNvPr>
          <p:cNvSpPr txBox="1"/>
          <p:nvPr/>
        </p:nvSpPr>
        <p:spPr>
          <a:xfrm>
            <a:off x="6443853" y="2393676"/>
            <a:ext cx="3576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P( 4 &lt; X &lt; 4 1/3) =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D86109-8348-468F-AAA6-1CF06D923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80" y="2824161"/>
            <a:ext cx="5738892" cy="2962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219BCB9-F295-45E7-82D8-F4849AF74C6D}"/>
              </a:ext>
            </a:extLst>
          </p:cNvPr>
          <p:cNvSpPr txBox="1"/>
          <p:nvPr/>
        </p:nvSpPr>
        <p:spPr>
          <a:xfrm>
            <a:off x="9731361" y="2455231"/>
            <a:ext cx="2568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1/3 * 1/5 = 1/15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59E518-42A7-4E32-BC56-A881B1BDA21A}"/>
              </a:ext>
            </a:extLst>
          </p:cNvPr>
          <p:cNvSpPr txBox="1"/>
          <p:nvPr/>
        </p:nvSpPr>
        <p:spPr>
          <a:xfrm>
            <a:off x="6961106" y="4419600"/>
            <a:ext cx="24721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P(X = 4) =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2BB921-D93A-4728-A153-09F9836F1B20}"/>
              </a:ext>
            </a:extLst>
          </p:cNvPr>
          <p:cNvSpPr txBox="1"/>
          <p:nvPr/>
        </p:nvSpPr>
        <p:spPr>
          <a:xfrm>
            <a:off x="9234109" y="431655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7078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3" grpId="1"/>
      <p:bldP spid="14" grpId="0"/>
      <p:bldP spid="16" grpId="0"/>
      <p:bldP spid="17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2236E-F441-4878-A529-5B147D4E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-14092"/>
            <a:ext cx="10515600" cy="1325563"/>
          </a:xfrm>
        </p:spPr>
        <p:txBody>
          <a:bodyPr/>
          <a:lstStyle/>
          <a:p>
            <a:r>
              <a:rPr lang="en-US"/>
              <a:t>Uniform Distribution Example</a:t>
            </a:r>
          </a:p>
        </p:txBody>
      </p:sp>
      <p:pic>
        <p:nvPicPr>
          <p:cNvPr id="4" name="Google Shape;337;p52">
            <a:extLst>
              <a:ext uri="{FF2B5EF4-FFF2-40B4-BE49-F238E27FC236}">
                <a16:creationId xmlns:a16="http://schemas.microsoft.com/office/drawing/2014/main" id="{E775818D-1D64-4CFD-A0A9-15C5E19A6C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4395" y="1894324"/>
            <a:ext cx="4176050" cy="15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38;p52">
            <a:extLst>
              <a:ext uri="{FF2B5EF4-FFF2-40B4-BE49-F238E27FC236}">
                <a16:creationId xmlns:a16="http://schemas.microsoft.com/office/drawing/2014/main" id="{2F227374-9461-41E1-9754-A1F3E431CA7D}"/>
              </a:ext>
            </a:extLst>
          </p:cNvPr>
          <p:cNvSpPr txBox="1">
            <a:spLocks/>
          </p:cNvSpPr>
          <p:nvPr/>
        </p:nvSpPr>
        <p:spPr>
          <a:xfrm>
            <a:off x="1213222" y="1498624"/>
            <a:ext cx="4253400" cy="395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>
                <a:solidFill>
                  <a:srgbClr val="666666"/>
                </a:solidFill>
              </a:rPr>
              <a:t>Smiling times of an 8-week old baby (in secs.):</a:t>
            </a:r>
          </a:p>
          <a:p>
            <a:pPr marL="0" indent="0" algn="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600">
                <a:solidFill>
                  <a:srgbClr val="666666"/>
                </a:solidFill>
              </a:rPr>
              <a:t>	 </a:t>
            </a:r>
            <a:endParaRPr lang="en-US" sz="1000">
              <a:solidFill>
                <a:srgbClr val="666666"/>
              </a:solidFill>
            </a:endParaRPr>
          </a:p>
        </p:txBody>
      </p:sp>
      <p:pic>
        <p:nvPicPr>
          <p:cNvPr id="6" name="Google Shape;344;p52">
            <a:extLst>
              <a:ext uri="{FF2B5EF4-FFF2-40B4-BE49-F238E27FC236}">
                <a16:creationId xmlns:a16="http://schemas.microsoft.com/office/drawing/2014/main" id="{A127B37E-44AB-4008-BF75-591EC34428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22" y="3429000"/>
            <a:ext cx="3370101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76F01B-CA21-4657-B344-2EE2A600B4AA}"/>
              </a:ext>
            </a:extLst>
          </p:cNvPr>
          <p:cNvSpPr txBox="1"/>
          <p:nvPr/>
        </p:nvSpPr>
        <p:spPr>
          <a:xfrm>
            <a:off x="6474542" y="2138442"/>
            <a:ext cx="4521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Generating Random Numbers</a:t>
            </a:r>
          </a:p>
        </p:txBody>
      </p:sp>
    </p:spTree>
    <p:extLst>
      <p:ext uri="{BB962C8B-B14F-4D97-AF65-F5344CB8AC3E}">
        <p14:creationId xmlns:p14="http://schemas.microsoft.com/office/powerpoint/2010/main" val="1048988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BF03-9D2F-43A3-A965-70B856D2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94" y="0"/>
            <a:ext cx="10515600" cy="1325563"/>
          </a:xfrm>
        </p:spPr>
        <p:txBody>
          <a:bodyPr/>
          <a:lstStyle/>
          <a:p>
            <a:r>
              <a:rPr lang="en-US"/>
              <a:t>Generalized Mean and Standard Deviation</a:t>
            </a:r>
          </a:p>
        </p:txBody>
      </p:sp>
      <p:pic>
        <p:nvPicPr>
          <p:cNvPr id="4" name="Google Shape;351;p53">
            <a:extLst>
              <a:ext uri="{FF2B5EF4-FFF2-40B4-BE49-F238E27FC236}">
                <a16:creationId xmlns:a16="http://schemas.microsoft.com/office/drawing/2014/main" id="{0E885C2F-A11A-42B7-A718-CBD13A0F4D0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5980" y="1543205"/>
            <a:ext cx="6948949" cy="531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DBA067-076B-4C7F-AE41-BD820B1B7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51" y="1989335"/>
            <a:ext cx="3783795" cy="1841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7B4439-339A-4C64-86C9-F42D0EBE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288" y="4440642"/>
            <a:ext cx="3726222" cy="184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84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C447-53FD-414A-A392-ABCFCEF9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/>
              <a:t>Exponential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8B3E7-D6EF-4F70-BB8B-846509AE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2167"/>
            <a:ext cx="8300627" cy="5415833"/>
          </a:xfrm>
        </p:spPr>
        <p:txBody>
          <a:bodyPr/>
          <a:lstStyle/>
          <a:p>
            <a:r>
              <a:rPr lang="en-US"/>
              <a:t>It is often used to model the time elapsed between events.</a:t>
            </a:r>
          </a:p>
          <a:p>
            <a:endParaRPr lang="en-US"/>
          </a:p>
          <a:p>
            <a:r>
              <a:rPr lang="en-US"/>
              <a:t>You are at a store and are waiting for the next customer</a:t>
            </a:r>
          </a:p>
        </p:txBody>
      </p:sp>
      <p:pic>
        <p:nvPicPr>
          <p:cNvPr id="4" name="Google Shape;362;p54">
            <a:extLst>
              <a:ext uri="{FF2B5EF4-FFF2-40B4-BE49-F238E27FC236}">
                <a16:creationId xmlns:a16="http://schemas.microsoft.com/office/drawing/2014/main" id="{42CD1813-1775-4AFD-9802-CC5A4F1D844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4191" y="3696358"/>
            <a:ext cx="4491369" cy="15886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196960-7E60-4F05-BD5C-70E12F33AC40}"/>
              </a:ext>
            </a:extLst>
          </p:cNvPr>
          <p:cNvSpPr/>
          <p:nvPr/>
        </p:nvSpPr>
        <p:spPr>
          <a:xfrm>
            <a:off x="212381" y="5285042"/>
            <a:ext cx="72758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>
                <a:solidFill>
                  <a:srgbClr val="000000"/>
                </a:solidFill>
              </a:rPr>
              <a:t>0 &lt; 𝜆 &lt;= 1is a parameter (usually known as the “rate” parameter)</a:t>
            </a:r>
          </a:p>
        </p:txBody>
      </p:sp>
      <p:pic>
        <p:nvPicPr>
          <p:cNvPr id="6" name="Google Shape;365;p54">
            <a:extLst>
              <a:ext uri="{FF2B5EF4-FFF2-40B4-BE49-F238E27FC236}">
                <a16:creationId xmlns:a16="http://schemas.microsoft.com/office/drawing/2014/main" id="{484856D3-018F-40EC-AA7B-51A87CBE84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631" y="4150082"/>
            <a:ext cx="3871688" cy="252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69;p54">
            <a:extLst>
              <a:ext uri="{FF2B5EF4-FFF2-40B4-BE49-F238E27FC236}">
                <a16:creationId xmlns:a16="http://schemas.microsoft.com/office/drawing/2014/main" id="{077C343F-0EE5-4B84-87E1-F08201E0CB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83" y="5870480"/>
            <a:ext cx="5191917" cy="69980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1233A1-F609-463D-BDEB-306DF20C23C7}"/>
              </a:ext>
            </a:extLst>
          </p:cNvPr>
          <p:cNvSpPr txBox="1"/>
          <p:nvPr/>
        </p:nvSpPr>
        <p:spPr>
          <a:xfrm>
            <a:off x="7164953" y="419784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Mean</a:t>
            </a:r>
          </a:p>
        </p:txBody>
      </p:sp>
      <p:pic>
        <p:nvPicPr>
          <p:cNvPr id="9" name="Google Shape;363;p54">
            <a:extLst>
              <a:ext uri="{FF2B5EF4-FFF2-40B4-BE49-F238E27FC236}">
                <a16:creationId xmlns:a16="http://schemas.microsoft.com/office/drawing/2014/main" id="{8C096353-45A9-4BDF-BF53-D4D93D5B277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0631" y="942102"/>
            <a:ext cx="4491369" cy="3207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7080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AABD-0066-4EDE-9370-7C49AC36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7E841-F3C9-4D09-9CD8-DD50422F0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961" y="2005837"/>
            <a:ext cx="10515600" cy="4351338"/>
          </a:xfrm>
        </p:spPr>
        <p:txBody>
          <a:bodyPr/>
          <a:lstStyle/>
          <a:p>
            <a:r>
              <a:rPr lang="en-US"/>
              <a:t>A dell laptop last on average for 5 years. 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1) What is the probability that a laptop will last less than 3 years?</a:t>
            </a:r>
          </a:p>
        </p:txBody>
      </p:sp>
      <p:pic>
        <p:nvPicPr>
          <p:cNvPr id="4" name="Google Shape;364;p54">
            <a:extLst>
              <a:ext uri="{FF2B5EF4-FFF2-40B4-BE49-F238E27FC236}">
                <a16:creationId xmlns:a16="http://schemas.microsoft.com/office/drawing/2014/main" id="{5B0A9236-0E91-4F51-969A-E05BE58374B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9611" y="75658"/>
            <a:ext cx="4808091" cy="19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5508D-3035-463E-A5A2-F8C2B0731FE4}"/>
              </a:ext>
            </a:extLst>
          </p:cNvPr>
          <p:cNvSpPr txBox="1"/>
          <p:nvPr/>
        </p:nvSpPr>
        <p:spPr>
          <a:xfrm>
            <a:off x="4114800" y="180459"/>
            <a:ext cx="340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Cumulative Distribution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E5C4F-223A-405F-BBF9-CE5681CD1B0D}"/>
              </a:ext>
            </a:extLst>
          </p:cNvPr>
          <p:cNvSpPr txBox="1"/>
          <p:nvPr/>
        </p:nvSpPr>
        <p:spPr>
          <a:xfrm>
            <a:off x="5427407" y="805852"/>
            <a:ext cx="1819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P(X &lt; x)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CAAAD-45BE-446A-847C-945562FDF57E}"/>
              </a:ext>
            </a:extLst>
          </p:cNvPr>
          <p:cNvSpPr txBox="1"/>
          <p:nvPr/>
        </p:nvSpPr>
        <p:spPr>
          <a:xfrm>
            <a:off x="1312607" y="3950673"/>
            <a:ext cx="4307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Mean =  1/ </a:t>
            </a:r>
            <a:r>
              <a:rPr lang="el-GR" sz="2400"/>
              <a:t>λ</a:t>
            </a:r>
            <a:r>
              <a:rPr lang="en-US" sz="2400"/>
              <a:t>        -&gt;  </a:t>
            </a:r>
            <a:r>
              <a:rPr lang="el-GR" sz="2400"/>
              <a:t>λ</a:t>
            </a:r>
            <a:r>
              <a:rPr lang="en-US" sz="2400"/>
              <a:t> = 1/ 5 = 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7D7105-8C4B-4493-85E0-53D8B17B95A8}"/>
                  </a:ext>
                </a:extLst>
              </p:cNvPr>
              <p:cNvSpPr txBox="1"/>
              <p:nvPr/>
            </p:nvSpPr>
            <p:spPr>
              <a:xfrm>
                <a:off x="1312607" y="4637102"/>
                <a:ext cx="48497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−0.2∗3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=0.4512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7D7105-8C4B-4493-85E0-53D8B17B9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07" y="4637102"/>
                <a:ext cx="484978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04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0BFA-3911-473C-86EF-A7B726B7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22C4-DAB7-43D7-949D-1CEC62CC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8315"/>
            <a:ext cx="12191999" cy="3914627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Söhne"/>
              </a:rPr>
              <a:t>Imagine you are managing a coffee shop, and customers arrive at your shop randomly throughout the day.</a:t>
            </a:r>
            <a:endParaRPr lang="en-US" dirty="0">
              <a:latin typeface="Söhne"/>
            </a:endParaRPr>
          </a:p>
          <a:p>
            <a:pPr marL="0" indent="0">
              <a:buNone/>
            </a:pPr>
            <a:r>
              <a:rPr lang="en-US" b="0" i="0" dirty="0">
                <a:effectLst/>
                <a:latin typeface="Söhne"/>
              </a:rPr>
              <a:t>if you have, on average, 10 customers arriving per hour, then λ = 10 customers per hour.</a:t>
            </a:r>
          </a:p>
          <a:p>
            <a:pPr marL="0" indent="0">
              <a:buNone/>
            </a:pPr>
            <a:r>
              <a:rPr lang="en-US" dirty="0">
                <a:latin typeface="Söhne"/>
              </a:rPr>
              <a:t>Questions:</a:t>
            </a:r>
          </a:p>
          <a:p>
            <a:pPr marL="0" indent="0">
              <a:buNone/>
            </a:pPr>
            <a:endParaRPr lang="en-US" dirty="0">
              <a:latin typeface="Söhne"/>
            </a:endParaRPr>
          </a:p>
          <a:p>
            <a:pPr marL="0" indent="0">
              <a:buNone/>
            </a:pPr>
            <a:r>
              <a:rPr lang="en-US" dirty="0">
                <a:latin typeface="Söhne"/>
              </a:rPr>
              <a:t>- </a:t>
            </a:r>
            <a:r>
              <a:rPr lang="en-US" b="0" i="0" dirty="0">
                <a:effectLst/>
                <a:latin typeface="Söhne"/>
              </a:rPr>
              <a:t>What is the average time a customer has to wait between the arrival of one customer and the next?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4E826-DFD5-420A-AF77-228D47CB86C4}"/>
              </a:ext>
            </a:extLst>
          </p:cNvPr>
          <p:cNvSpPr txBox="1"/>
          <p:nvPr/>
        </p:nvSpPr>
        <p:spPr>
          <a:xfrm>
            <a:off x="4292823" y="4583322"/>
            <a:ext cx="2766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effectLst/>
                <a:latin typeface="Söhne"/>
              </a:rPr>
              <a:t>Average Waiting Time = 1/λ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53565-BC11-4B68-889B-D796E256F5E3}"/>
              </a:ext>
            </a:extLst>
          </p:cNvPr>
          <p:cNvSpPr txBox="1"/>
          <p:nvPr/>
        </p:nvSpPr>
        <p:spPr>
          <a:xfrm>
            <a:off x="7375236" y="4583322"/>
            <a:ext cx="4830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effectLst/>
                <a:latin typeface="Söhne"/>
              </a:rPr>
              <a:t>Average Waiting Time = 1/10 = 0.1 hours = 6 mins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42EF1-323D-4FE2-B633-C109B69FE01E}"/>
              </a:ext>
            </a:extLst>
          </p:cNvPr>
          <p:cNvSpPr txBox="1"/>
          <p:nvPr/>
        </p:nvSpPr>
        <p:spPr>
          <a:xfrm>
            <a:off x="-1" y="5232061"/>
            <a:ext cx="114644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öhne"/>
              </a:rPr>
              <a:t>What is the probability that a customer will arrive within the next 5 minutes (5/60 hours)?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72ACB-3E8B-44AE-83D0-AF30A7A9D0E5}"/>
              </a:ext>
            </a:extLst>
          </p:cNvPr>
          <p:cNvSpPr txBox="1"/>
          <p:nvPr/>
        </p:nvSpPr>
        <p:spPr>
          <a:xfrm>
            <a:off x="2940888" y="6001502"/>
            <a:ext cx="7574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öhne"/>
              </a:rPr>
              <a:t>CDF(5/60) = 1 - e^(-10*(5/60))                     CDF(5/60) ≈ 0.0801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38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F86A-B4EE-44E2-958D-83414FD8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D56AF8-EBF6-424D-AA2B-0874945DA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7215" y="1080042"/>
            <a:ext cx="4972050" cy="3829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042C0-1F05-41BA-96E2-25267C2F2DC1}"/>
              </a:ext>
            </a:extLst>
          </p:cNvPr>
          <p:cNvSpPr txBox="1"/>
          <p:nvPr/>
        </p:nvSpPr>
        <p:spPr>
          <a:xfrm>
            <a:off x="265472" y="1609572"/>
            <a:ext cx="65630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What is the probability that the first visitor lands on the website within the first minute?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A6E7E8-3EFA-4885-A214-372BC2C3DD7B}"/>
                  </a:ext>
                </a:extLst>
              </p:cNvPr>
              <p:cNvSpPr txBox="1"/>
              <p:nvPr/>
            </p:nvSpPr>
            <p:spPr>
              <a:xfrm>
                <a:off x="1037414" y="2934995"/>
                <a:ext cx="422038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A6E7E8-3EFA-4885-A214-372BC2C3D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14" y="2934995"/>
                <a:ext cx="422038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D6BE28C-A961-4B5E-AA69-3DEAF865504B}"/>
              </a:ext>
            </a:extLst>
          </p:cNvPr>
          <p:cNvSpPr txBox="1"/>
          <p:nvPr/>
        </p:nvSpPr>
        <p:spPr>
          <a:xfrm>
            <a:off x="262092" y="3840787"/>
            <a:ext cx="65630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What is the probability that the first visitor lands on the website within the second minute?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3B5788-953B-4989-BED9-9FE6FAC08749}"/>
                  </a:ext>
                </a:extLst>
              </p:cNvPr>
              <p:cNvSpPr txBox="1"/>
              <p:nvPr/>
            </p:nvSpPr>
            <p:spPr>
              <a:xfrm>
                <a:off x="558208" y="5223960"/>
                <a:ext cx="1117197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1&lt;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1−0.05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0.05=0.95∗0.05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=0.0475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3B5788-953B-4989-BED9-9FE6FAC08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08" y="5223960"/>
                <a:ext cx="1117197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F8EEBD-29D3-4044-9351-CB539DB88666}"/>
                  </a:ext>
                </a:extLst>
              </p:cNvPr>
              <p:cNvSpPr txBox="1"/>
              <p:nvPr/>
            </p:nvSpPr>
            <p:spPr>
              <a:xfrm>
                <a:off x="558208" y="5927549"/>
                <a:ext cx="1157342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2&lt;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&lt;3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1−0.05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(1−0.05)0.05=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0.95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∗0.05</m:t>
                      </m:r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F8EEBD-29D3-4044-9351-CB539DB8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08" y="5927549"/>
                <a:ext cx="11573425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DA8C487-89E3-4F35-8B9E-7ACB123FE94D}"/>
              </a:ext>
            </a:extLst>
          </p:cNvPr>
          <p:cNvSpPr txBox="1"/>
          <p:nvPr/>
        </p:nvSpPr>
        <p:spPr>
          <a:xfrm>
            <a:off x="4188432" y="6424289"/>
            <a:ext cx="175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Miss first minute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2488B-9E75-414D-8C10-8B392D402C0D}"/>
              </a:ext>
            </a:extLst>
          </p:cNvPr>
          <p:cNvSpPr txBox="1"/>
          <p:nvPr/>
        </p:nvSpPr>
        <p:spPr>
          <a:xfrm>
            <a:off x="6209923" y="6424289"/>
            <a:ext cx="205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Miss second minute</a:t>
            </a:r>
          </a:p>
        </p:txBody>
      </p:sp>
    </p:spTree>
    <p:extLst>
      <p:ext uri="{BB962C8B-B14F-4D97-AF65-F5344CB8AC3E}">
        <p14:creationId xmlns:p14="http://schemas.microsoft.com/office/powerpoint/2010/main" val="19575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4597-7F25-431D-B924-94C67F81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Law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07891-C7FF-48F9-9B65-F4004F25E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b="0" i="0" dirty="0">
                <a:effectLst/>
                <a:latin typeface="Söhne"/>
              </a:rPr>
              <a:t>A power law distribution, also known as a Pareto distribution, is a statistical distribution that describes a phenomenon in which a small number of items have significantly more occurrences or higher values than the majority of items.</a:t>
            </a:r>
          </a:p>
          <a:p>
            <a:pPr marL="152396" indent="0">
              <a:buNone/>
            </a:pPr>
            <a:endParaRPr lang="en-US" dirty="0">
              <a:latin typeface="Söhne"/>
            </a:endParaRPr>
          </a:p>
          <a:p>
            <a:pPr marL="152396" indent="0">
              <a:buNone/>
            </a:pPr>
            <a:r>
              <a:rPr lang="en-US" b="0" i="0" dirty="0">
                <a:effectLst/>
                <a:latin typeface="Söhne"/>
              </a:rPr>
              <a:t>One of the most well-known real-life examples of a power law distribution is the distribution of wealth in a society, often referred to as the "Pareto principle" or the "80/20 rule." This principle suggests that approximately 80% of the wealth is owned by approximately 20% of the population.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05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>
            <a:spLocks noGrp="1"/>
          </p:cNvSpPr>
          <p:nvPr>
            <p:ph type="title"/>
          </p:nvPr>
        </p:nvSpPr>
        <p:spPr>
          <a:xfrm>
            <a:off x="94333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Power-Law Distribution</a:t>
            </a:r>
            <a:endParaRPr/>
          </a:p>
        </p:txBody>
      </p:sp>
      <p:sp>
        <p:nvSpPr>
          <p:cNvPr id="375" name="Google Shape;375;p55"/>
          <p:cNvSpPr txBox="1">
            <a:spLocks noGrp="1"/>
          </p:cNvSpPr>
          <p:nvPr>
            <p:ph type="body" idx="1"/>
          </p:nvPr>
        </p:nvSpPr>
        <p:spPr>
          <a:xfrm>
            <a:off x="257600" y="840800"/>
            <a:ext cx="11676800" cy="63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>
                <a:solidFill>
                  <a:srgbClr val="000000"/>
                </a:solidFill>
              </a:rPr>
              <a:t>Encountered quite commonly in real life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" sz="1867">
                <a:solidFill>
                  <a:srgbClr val="000000"/>
                </a:solidFill>
              </a:rPr>
              <a:t>The parameter 𝛂 &gt; 1 is known as the power law exponent, x</a:t>
            </a:r>
            <a:r>
              <a:rPr lang="en" sz="1867" baseline="-25000">
                <a:solidFill>
                  <a:srgbClr val="000000"/>
                </a:solidFill>
              </a:rPr>
              <a:t>min </a:t>
            </a:r>
            <a:r>
              <a:rPr lang="en" sz="1867">
                <a:solidFill>
                  <a:srgbClr val="000000"/>
                </a:solidFill>
              </a:rPr>
              <a:t>is the lower-end of the range</a:t>
            </a:r>
            <a:endParaRPr sz="1867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sz="1867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sz="1867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133">
                <a:solidFill>
                  <a:srgbClr val="666666"/>
                </a:solidFill>
              </a:rPr>
              <a:t>	 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376" name="Google Shape;3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001" y="1411918"/>
            <a:ext cx="6433167" cy="931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000" y="2991967"/>
            <a:ext cx="8550701" cy="37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08;p59">
            <a:extLst>
              <a:ext uri="{FF2B5EF4-FFF2-40B4-BE49-F238E27FC236}">
                <a16:creationId xmlns:a16="http://schemas.microsoft.com/office/drawing/2014/main" id="{179F8904-5B88-4DB9-A9B9-008F1A14808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5394" y="1443884"/>
            <a:ext cx="46863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65669A-2803-4763-92B2-93F38641ABE2}"/>
              </a:ext>
            </a:extLst>
          </p:cNvPr>
          <p:cNvSpPr/>
          <p:nvPr/>
        </p:nvSpPr>
        <p:spPr>
          <a:xfrm>
            <a:off x="5905500" y="2991967"/>
            <a:ext cx="381000" cy="2926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77271-DC58-497E-81C0-DDC8E7FD6007}"/>
              </a:ext>
            </a:extLst>
          </p:cNvPr>
          <p:cNvSpPr/>
          <p:nvPr/>
        </p:nvSpPr>
        <p:spPr>
          <a:xfrm rot="5400000">
            <a:off x="7868988" y="4371489"/>
            <a:ext cx="381000" cy="34744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B4CEF2-1A46-4B96-84CA-9D9AC3345B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744" y="2971202"/>
            <a:ext cx="3147552" cy="14330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2BBF9-FB1E-491D-B9AD-220FC1A695A9}"/>
              </a:ext>
            </a:extLst>
          </p:cNvPr>
          <p:cNvSpPr txBox="1"/>
          <p:nvPr/>
        </p:nvSpPr>
        <p:spPr>
          <a:xfrm rot="16200000">
            <a:off x="4356461" y="3910644"/>
            <a:ext cx="3226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cities that have x population or more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7"/>
          <p:cNvSpPr txBox="1">
            <a:spLocks noGrp="1"/>
          </p:cNvSpPr>
          <p:nvPr>
            <p:ph type="title"/>
          </p:nvPr>
        </p:nvSpPr>
        <p:spPr>
          <a:xfrm>
            <a:off x="94333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Examples of Power-Law Distribution</a:t>
            </a:r>
            <a:endParaRPr/>
          </a:p>
        </p:txBody>
      </p:sp>
      <p:pic>
        <p:nvPicPr>
          <p:cNvPr id="391" name="Google Shape;39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34" y="763601"/>
            <a:ext cx="4556393" cy="585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1" y="2064001"/>
            <a:ext cx="5178033" cy="388953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7"/>
          <p:cNvSpPr txBox="1">
            <a:spLocks noGrp="1"/>
          </p:cNvSpPr>
          <p:nvPr>
            <p:ph type="body" idx="1"/>
          </p:nvPr>
        </p:nvSpPr>
        <p:spPr>
          <a:xfrm>
            <a:off x="5886567" y="6270400"/>
            <a:ext cx="6240000" cy="52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" sz="1867">
                <a:solidFill>
                  <a:srgbClr val="666666"/>
                </a:solidFill>
              </a:rPr>
              <a:t>Lecture notes of Mark Newman, University of Michigan</a:t>
            </a:r>
            <a:endParaRPr sz="1333">
              <a:solidFill>
                <a:srgbClr val="66666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5CDA6-DD69-4E2C-B641-BBE6C8952A8E}"/>
              </a:ext>
            </a:extLst>
          </p:cNvPr>
          <p:cNvSpPr txBox="1"/>
          <p:nvPr/>
        </p:nvSpPr>
        <p:spPr>
          <a:xfrm rot="16200000">
            <a:off x="-679508" y="3504786"/>
            <a:ext cx="2118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Complementary CDF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C117B-B2EB-4298-8C26-CBEB9F503097}"/>
              </a:ext>
            </a:extLst>
          </p:cNvPr>
          <p:cNvSpPr txBox="1"/>
          <p:nvPr/>
        </p:nvSpPr>
        <p:spPr>
          <a:xfrm rot="16200000">
            <a:off x="-187399" y="1098814"/>
            <a:ext cx="12772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Number of words which occur that many times or more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6"/>
          <p:cNvSpPr txBox="1">
            <a:spLocks noGrp="1"/>
          </p:cNvSpPr>
          <p:nvPr>
            <p:ph type="title"/>
          </p:nvPr>
        </p:nvSpPr>
        <p:spPr>
          <a:xfrm>
            <a:off x="94333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Power-Law vs. Exponential Distribution</a:t>
            </a:r>
            <a:endParaRPr/>
          </a:p>
        </p:txBody>
      </p:sp>
      <p:pic>
        <p:nvPicPr>
          <p:cNvPr id="383" name="Google Shape;38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601" y="812667"/>
            <a:ext cx="10566268" cy="5408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6"/>
          <p:cNvSpPr txBox="1">
            <a:spLocks noGrp="1"/>
          </p:cNvSpPr>
          <p:nvPr>
            <p:ph type="body" idx="1"/>
          </p:nvPr>
        </p:nvSpPr>
        <p:spPr>
          <a:xfrm>
            <a:off x="6181267" y="6270400"/>
            <a:ext cx="5945200" cy="52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en" sz="1867">
                <a:solidFill>
                  <a:srgbClr val="666666"/>
                </a:solidFill>
              </a:rPr>
              <a:t>Lecture notes of Aaron Clauset, Santa Fe Institute</a:t>
            </a:r>
            <a:r>
              <a:rPr lang="en" sz="2133">
                <a:solidFill>
                  <a:srgbClr val="666666"/>
                </a:solidFill>
              </a:rPr>
              <a:t>	 </a:t>
            </a:r>
            <a:endParaRPr sz="1333">
              <a:solidFill>
                <a:srgbClr val="6666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857029-6B0B-4C28-B8E8-119C78BB2CD6}"/>
              </a:ext>
            </a:extLst>
          </p:cNvPr>
          <p:cNvSpPr/>
          <p:nvPr/>
        </p:nvSpPr>
        <p:spPr>
          <a:xfrm>
            <a:off x="6234733" y="924449"/>
            <a:ext cx="5005667" cy="367099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694A7-D276-44E8-A0F9-65870497B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233" y="1502647"/>
            <a:ext cx="5359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5823-FE4A-42E4-811E-4F1BBBC3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Bernoulli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6E96-12E5-4CEE-BCF9-DF52DE957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Assume each data point has been mapped to a binary value</a:t>
            </a:r>
          </a:p>
          <a:p>
            <a:r>
              <a:rPr lang="en-US"/>
              <a:t>Whenever your experiment lead to either success or failure, you can associate success (labeled with 1) a probability p, and failure (labeled with 0) a probability (1-p)</a:t>
            </a:r>
          </a:p>
          <a:p>
            <a:endParaRPr lang="en-US"/>
          </a:p>
          <a:p>
            <a:r>
              <a:rPr lang="en-US"/>
              <a:t>Example: </a:t>
            </a:r>
          </a:p>
          <a:p>
            <a:pPr lvl="1"/>
            <a:r>
              <a:rPr lang="en-US"/>
              <a:t>Flipping a coin: Head or tail</a:t>
            </a:r>
          </a:p>
          <a:p>
            <a:pPr lvl="1"/>
            <a:r>
              <a:rPr lang="en-US"/>
              <a:t>Trump or Biden</a:t>
            </a:r>
          </a:p>
        </p:txBody>
      </p:sp>
    </p:spTree>
    <p:extLst>
      <p:ext uri="{BB962C8B-B14F-4D97-AF65-F5344CB8AC3E}">
        <p14:creationId xmlns:p14="http://schemas.microsoft.com/office/powerpoint/2010/main" val="191415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EFD0-FEA6-4990-8169-E846E9E8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-2620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36252-DA5B-4C8E-A1AF-386EA3F72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100" y="1287462"/>
                <a:ext cx="11899900" cy="5570538"/>
              </a:xfrm>
            </p:spPr>
            <p:txBody>
              <a:bodyPr/>
              <a:lstStyle/>
              <a:p>
                <a:r>
                  <a:rPr lang="en-US"/>
                  <a:t>We ask people if they are favorable to Biden or unfavorable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chemeClr val="accent2"/>
                    </a:solidFill>
                  </a:rPr>
                  <a:t>Unfavorable</a:t>
                </a:r>
                <a:r>
                  <a:rPr lang="en-US"/>
                  <a:t>: 40%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chemeClr val="accent1"/>
                    </a:solidFill>
                  </a:rPr>
                  <a:t>Favorable</a:t>
                </a:r>
                <a:r>
                  <a:rPr lang="en-US"/>
                  <a:t>: 60%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Pick a random member, what is the expected favorability rating of that member?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is the mean of this distribution?</a:t>
                </a:r>
              </a:p>
              <a:p>
                <a:pPr marL="0" indent="0">
                  <a:buNone/>
                </a:pPr>
                <a:r>
                  <a:rPr lang="en-US"/>
                  <a:t>μ = 0.4 * 0 + 0.6*1 = 0.6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is the variance? Expected value of squared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0 −0.6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+0.6 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1−0.6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=0.24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36252-DA5B-4C8E-A1AF-386EA3F72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100" y="1287462"/>
                <a:ext cx="11899900" cy="5570538"/>
              </a:xfrm>
              <a:blipFill>
                <a:blip r:embed="rId2"/>
                <a:stretch>
                  <a:fillRect l="-1076" t="-1751" r="-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57EBC2F-1A66-4D82-8A7C-0E566CE760AE}"/>
              </a:ext>
            </a:extLst>
          </p:cNvPr>
          <p:cNvGrpSpPr/>
          <p:nvPr/>
        </p:nvGrpSpPr>
        <p:grpSpPr>
          <a:xfrm>
            <a:off x="9372600" y="1244361"/>
            <a:ext cx="2641600" cy="1817133"/>
            <a:chOff x="7848600" y="2717800"/>
            <a:chExt cx="2641600" cy="181713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6A4A3-DE09-4BCE-9DA7-CB48E0854895}"/>
                </a:ext>
              </a:extLst>
            </p:cNvPr>
            <p:cNvCxnSpPr/>
            <p:nvPr/>
          </p:nvCxnSpPr>
          <p:spPr>
            <a:xfrm>
              <a:off x="7848600" y="4140200"/>
              <a:ext cx="264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EE42AB2-64C6-41F1-BC38-4C02E9B45553}"/>
                </a:ext>
              </a:extLst>
            </p:cNvPr>
            <p:cNvSpPr/>
            <p:nvPr/>
          </p:nvSpPr>
          <p:spPr>
            <a:xfrm>
              <a:off x="7988300" y="3162300"/>
              <a:ext cx="584200" cy="990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1BC3CCA-B285-469B-BE0E-FE50CE50C2AF}"/>
                </a:ext>
              </a:extLst>
            </p:cNvPr>
            <p:cNvSpPr/>
            <p:nvPr/>
          </p:nvSpPr>
          <p:spPr>
            <a:xfrm>
              <a:off x="9378950" y="2717800"/>
              <a:ext cx="584200" cy="14351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EA815A-086A-4353-8985-E4730F3E556C}"/>
                </a:ext>
              </a:extLst>
            </p:cNvPr>
            <p:cNvSpPr txBox="1"/>
            <p:nvPr/>
          </p:nvSpPr>
          <p:spPr>
            <a:xfrm>
              <a:off x="8129557" y="4165601"/>
              <a:ext cx="1635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0                       1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43EFD1-32C7-42F8-B77F-ED09E2D1BEB1}"/>
                </a:ext>
              </a:extLst>
            </p:cNvPr>
            <p:cNvSpPr txBox="1"/>
            <p:nvPr/>
          </p:nvSpPr>
          <p:spPr>
            <a:xfrm>
              <a:off x="7988686" y="3429000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40%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907BE0-58EA-400F-8B06-7AA3267DF3A4}"/>
                </a:ext>
              </a:extLst>
            </p:cNvPr>
            <p:cNvSpPr txBox="1"/>
            <p:nvPr/>
          </p:nvSpPr>
          <p:spPr>
            <a:xfrm>
              <a:off x="9379336" y="3288268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60%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377F68-6573-4DD4-AF44-9162CEF95950}"/>
              </a:ext>
            </a:extLst>
          </p:cNvPr>
          <p:cNvGrpSpPr/>
          <p:nvPr/>
        </p:nvGrpSpPr>
        <p:grpSpPr>
          <a:xfrm>
            <a:off x="10331288" y="2485946"/>
            <a:ext cx="476412" cy="707350"/>
            <a:chOff x="10331288" y="2485946"/>
            <a:chExt cx="476412" cy="7073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A50BEF-21F0-494B-A248-72ED30B95225}"/>
                </a:ext>
              </a:extLst>
            </p:cNvPr>
            <p:cNvSpPr txBox="1"/>
            <p:nvPr/>
          </p:nvSpPr>
          <p:spPr>
            <a:xfrm>
              <a:off x="10331288" y="282396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0.6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2DDE629-E71B-414A-A43D-49ED7F125A2A}"/>
                </a:ext>
              </a:extLst>
            </p:cNvPr>
            <p:cNvCxnSpPr/>
            <p:nvPr/>
          </p:nvCxnSpPr>
          <p:spPr>
            <a:xfrm flipV="1">
              <a:off x="10566400" y="2485946"/>
              <a:ext cx="0" cy="39088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C763D9A-E8E3-470D-8730-F003BE835E92}"/>
              </a:ext>
            </a:extLst>
          </p:cNvPr>
          <p:cNvSpPr txBox="1"/>
          <p:nvPr/>
        </p:nvSpPr>
        <p:spPr>
          <a:xfrm>
            <a:off x="4683157" y="5076715"/>
            <a:ext cx="4829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is not the value that the distribution can take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331BFA-25F0-4374-BEEF-C1A052C6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4292503"/>
            <a:ext cx="2183245" cy="7842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298539-1DE4-426C-93B7-71019F0C4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088" y="5820496"/>
            <a:ext cx="3001643" cy="51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0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ED84-55ED-412B-9E12-2C6ABD1F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175" y="1070"/>
            <a:ext cx="10515600" cy="1325563"/>
          </a:xfrm>
        </p:spPr>
        <p:txBody>
          <a:bodyPr/>
          <a:lstStyle/>
          <a:p>
            <a:r>
              <a:rPr lang="en-US"/>
              <a:t>Generalized mean and standard deviation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568A4A-4FA2-4F1D-9836-C1A1D5B69B1C}"/>
              </a:ext>
            </a:extLst>
          </p:cNvPr>
          <p:cNvGrpSpPr/>
          <p:nvPr/>
        </p:nvGrpSpPr>
        <p:grpSpPr>
          <a:xfrm>
            <a:off x="9220200" y="1611867"/>
            <a:ext cx="2641600" cy="1817133"/>
            <a:chOff x="7848600" y="2717800"/>
            <a:chExt cx="2641600" cy="181713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3A93C6-9320-4988-89FE-7428BAF61253}"/>
                </a:ext>
              </a:extLst>
            </p:cNvPr>
            <p:cNvCxnSpPr/>
            <p:nvPr/>
          </p:nvCxnSpPr>
          <p:spPr>
            <a:xfrm>
              <a:off x="7848600" y="4140200"/>
              <a:ext cx="2641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E98AC5-1273-4402-B860-D0091AA6286F}"/>
                </a:ext>
              </a:extLst>
            </p:cNvPr>
            <p:cNvSpPr/>
            <p:nvPr/>
          </p:nvSpPr>
          <p:spPr>
            <a:xfrm>
              <a:off x="7988300" y="3162300"/>
              <a:ext cx="584200" cy="990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57BC196-B02C-48F7-8442-1AC42FC9C55F}"/>
                </a:ext>
              </a:extLst>
            </p:cNvPr>
            <p:cNvSpPr/>
            <p:nvPr/>
          </p:nvSpPr>
          <p:spPr>
            <a:xfrm>
              <a:off x="9378950" y="2717800"/>
              <a:ext cx="584200" cy="14351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119C9E-7FD7-4613-88BA-770CB3FA013E}"/>
                </a:ext>
              </a:extLst>
            </p:cNvPr>
            <p:cNvSpPr txBox="1"/>
            <p:nvPr/>
          </p:nvSpPr>
          <p:spPr>
            <a:xfrm>
              <a:off x="8129557" y="4165601"/>
              <a:ext cx="1635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0                       1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2469DD-5A87-4B3C-A88F-A22BDB99F303}"/>
                </a:ext>
              </a:extLst>
            </p:cNvPr>
            <p:cNvSpPr txBox="1"/>
            <p:nvPr/>
          </p:nvSpPr>
          <p:spPr>
            <a:xfrm>
              <a:off x="7988686" y="3429000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1-p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CEE21D-18C4-44A1-9CA0-1398E33E9154}"/>
                </a:ext>
              </a:extLst>
            </p:cNvPr>
            <p:cNvSpPr txBox="1"/>
            <p:nvPr/>
          </p:nvSpPr>
          <p:spPr>
            <a:xfrm>
              <a:off x="9490175" y="3288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54C3E8A-FCEC-4431-B577-9ED7D4BE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13" y="2091047"/>
            <a:ext cx="6165861" cy="13310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20C2F6-9FA6-45C3-A5F7-492FE405C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44" y="3574501"/>
            <a:ext cx="6365119" cy="9905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5FBC71-B05B-4DC9-BB79-233DF5244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289" y="4435480"/>
            <a:ext cx="4393867" cy="22762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5C9714-BA98-46C8-97AD-3E8D199F1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00" y="4993698"/>
            <a:ext cx="5124500" cy="12269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E5D946-8D15-4ED2-8E21-4A208CD0BD72}"/>
              </a:ext>
            </a:extLst>
          </p:cNvPr>
          <p:cNvSpPr txBox="1"/>
          <p:nvPr/>
        </p:nvSpPr>
        <p:spPr>
          <a:xfrm>
            <a:off x="529936" y="1447230"/>
            <a:ext cx="3957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Probability Mass Function</a:t>
            </a:r>
          </a:p>
        </p:txBody>
      </p:sp>
    </p:spTree>
    <p:extLst>
      <p:ext uri="{BB962C8B-B14F-4D97-AF65-F5344CB8AC3E}">
        <p14:creationId xmlns:p14="http://schemas.microsoft.com/office/powerpoint/2010/main" val="3579945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D4EA-80D4-4430-8DA0-DBE29FA8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Binomial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29AB-D65D-434B-96B6-E4A929AF1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Similar to the Bernoulli but running more than one trial (trials are independent)</a:t>
            </a:r>
          </a:p>
          <a:p>
            <a:r>
              <a:rPr lang="en-US"/>
              <a:t>X: Number of success after n trials where P(success) for each trial</a:t>
            </a:r>
          </a:p>
          <a:p>
            <a:endParaRPr lang="en-US"/>
          </a:p>
          <a:p>
            <a:r>
              <a:rPr lang="en-US"/>
              <a:t>Example: </a:t>
            </a:r>
          </a:p>
          <a:p>
            <a:pPr lvl="1"/>
            <a:r>
              <a:rPr lang="en-US"/>
              <a:t>Probability of getting 2 “Tails”” in 5 tosses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9B802-F5EE-4185-9534-A38D88802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600" y="3563712"/>
            <a:ext cx="2057400" cy="87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71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90CF-2000-4297-9FDB-78AEEE77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0FBFE-945D-457C-9D04-2F091CB5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flipped our coin 5 times and we lost in the first 3 trials, while we won in the last 2. Since we said that success=tail=1 and failure=head=0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CCDF7-A3B7-450C-8BF8-3C8B927AB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89" y="110331"/>
            <a:ext cx="7839075" cy="164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F4B07-38F5-46C7-B260-151B55B6D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095" y="3086390"/>
            <a:ext cx="6165861" cy="1331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E5D96-3005-4FDD-B1D5-83E03719B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095" y="4589391"/>
            <a:ext cx="6610350" cy="118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7ABA9-FF8B-4E8C-898E-B8DD73057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243" y="5829808"/>
            <a:ext cx="2200275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A72D51-8D1B-4F0A-97AC-CF620B035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507" y="4779423"/>
            <a:ext cx="76295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8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5B70-0B7E-4A67-8ABB-A16BA489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4128-9326-4EDA-AABC-4A3685AF1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96" y="1690688"/>
            <a:ext cx="8723243" cy="4810702"/>
          </a:xfrm>
        </p:spPr>
        <p:txBody>
          <a:bodyPr>
            <a:normAutofit lnSpcReduction="10000"/>
          </a:bodyPr>
          <a:lstStyle/>
          <a:p>
            <a:r>
              <a:rPr lang="en-US"/>
              <a:t>But we don’t care about the order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-&gt; Different combination should be counted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Where </a:t>
            </a:r>
            <a:r>
              <a:rPr lang="en-US" i="1"/>
              <a:t>n </a:t>
            </a:r>
            <a:r>
              <a:rPr lang="en-US"/>
              <a:t>is the number of trials and </a:t>
            </a:r>
            <a:r>
              <a:rPr lang="en-US" i="1"/>
              <a:t>x </a:t>
            </a:r>
            <a:r>
              <a:rPr lang="en-US"/>
              <a:t>is the number of successes of which we want to know the probability of occurrence.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8273D-F3F9-4B35-B0D6-4E413E92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958" y="3619980"/>
            <a:ext cx="3605796" cy="301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C0411F-30D4-4559-AD24-C19FC41E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884" y="3524684"/>
            <a:ext cx="48387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5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D83F-B5C6-4771-B838-0C77CB82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Generalized Mean and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0F1B-42E1-45F1-9919-8127BAE1C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n is the number of independent Bernoulli random variables</a:t>
            </a:r>
          </a:p>
          <a:p>
            <a:pPr marL="0" indent="0">
              <a:buNone/>
            </a:pPr>
            <a:r>
              <a:rPr lang="en-US"/>
              <a:t>n1 is the number of success</a:t>
            </a:r>
          </a:p>
          <a:p>
            <a:pPr marL="0" indent="0">
              <a:buNone/>
            </a:pPr>
            <a:r>
              <a:rPr lang="en-US"/>
              <a:t>p is the probability of success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AEF8F-0E2D-4B7E-BD77-6D0C2E58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07" y="3279558"/>
            <a:ext cx="7210270" cy="1425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1B8EB-87E2-4373-A70B-B84BC101A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264" y="4564134"/>
            <a:ext cx="6485132" cy="1088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B7864-3E35-4D7F-A116-A2D10D145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382" y="5767639"/>
            <a:ext cx="7367236" cy="108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18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3871-72EE-411C-9A13-D5596743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3A95C-8DD9-405A-B430-D81AC904D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Kahoot Time</a:t>
            </a:r>
          </a:p>
        </p:txBody>
      </p:sp>
    </p:spTree>
    <p:extLst>
      <p:ext uri="{BB962C8B-B14F-4D97-AF65-F5344CB8AC3E}">
        <p14:creationId xmlns:p14="http://schemas.microsoft.com/office/powerpoint/2010/main" val="191340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1123</Words>
  <Application>Microsoft Office PowerPoint</Application>
  <PresentationFormat>Widescreen</PresentationFormat>
  <Paragraphs>163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Söhne</vt:lpstr>
      <vt:lpstr>Office Theme</vt:lpstr>
      <vt:lpstr>Data and Distributions</vt:lpstr>
      <vt:lpstr>What Is Distribution?</vt:lpstr>
      <vt:lpstr>Common Distributions</vt:lpstr>
      <vt:lpstr>Normal Distribution</vt:lpstr>
      <vt:lpstr>Normal Distribution</vt:lpstr>
      <vt:lpstr>Two normal distributions of the height of male humans</vt:lpstr>
      <vt:lpstr>PowerPoint Presentation</vt:lpstr>
      <vt:lpstr>Shifting and Scaling Normal Distribution</vt:lpstr>
      <vt:lpstr>Bending Normal Distribution </vt:lpstr>
      <vt:lpstr>Probability Density Function for Normal Dist.</vt:lpstr>
      <vt:lpstr>Uniform Distribution</vt:lpstr>
      <vt:lpstr>Uniform Distribution Example</vt:lpstr>
      <vt:lpstr>Uniform Distribution Example</vt:lpstr>
      <vt:lpstr>Generalized Mean and Standard Deviation</vt:lpstr>
      <vt:lpstr>Exponential Distribution</vt:lpstr>
      <vt:lpstr>Example</vt:lpstr>
      <vt:lpstr>Example</vt:lpstr>
      <vt:lpstr>Example</vt:lpstr>
      <vt:lpstr>Power Law Distribution</vt:lpstr>
      <vt:lpstr>Power-Law Distribution</vt:lpstr>
      <vt:lpstr>Examples of Power-Law Distribution</vt:lpstr>
      <vt:lpstr>Power-Law vs. Exponential Distribution</vt:lpstr>
      <vt:lpstr>Bernoulli Distribution</vt:lpstr>
      <vt:lpstr>Example</vt:lpstr>
      <vt:lpstr>Generalized mean and standard deviation</vt:lpstr>
      <vt:lpstr>Binomial Distribution</vt:lpstr>
      <vt:lpstr>Example</vt:lpstr>
      <vt:lpstr>Example</vt:lpstr>
      <vt:lpstr>Generalized Mean and Standard Deviation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Marzieh Ayati</dc:creator>
  <cp:lastModifiedBy>Marzieh Ayati</cp:lastModifiedBy>
  <cp:revision>1</cp:revision>
  <dcterms:created xsi:type="dcterms:W3CDTF">2020-09-04T01:51:59Z</dcterms:created>
  <dcterms:modified xsi:type="dcterms:W3CDTF">2024-01-31T00:59:37Z</dcterms:modified>
</cp:coreProperties>
</file>