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1027" r:id="rId2"/>
    <p:sldId id="1028" r:id="rId3"/>
    <p:sldId id="1029" r:id="rId4"/>
    <p:sldId id="1030" r:id="rId5"/>
    <p:sldId id="1002" r:id="rId6"/>
    <p:sldId id="1008" r:id="rId7"/>
    <p:sldId id="1017" r:id="rId8"/>
    <p:sldId id="1018" r:id="rId9"/>
    <p:sldId id="1009" r:id="rId10"/>
    <p:sldId id="1010" r:id="rId11"/>
    <p:sldId id="1011" r:id="rId12"/>
    <p:sldId id="1014" r:id="rId13"/>
    <p:sldId id="1019" r:id="rId14"/>
    <p:sldId id="1020" r:id="rId15"/>
    <p:sldId id="1021" r:id="rId16"/>
    <p:sldId id="1026" r:id="rId17"/>
    <p:sldId id="1022" r:id="rId18"/>
    <p:sldId id="1023" r:id="rId19"/>
    <p:sldId id="1024" r:id="rId20"/>
    <p:sldId id="1025" r:id="rId21"/>
    <p:sldId id="1036" r:id="rId22"/>
    <p:sldId id="1032" r:id="rId23"/>
    <p:sldId id="1035" r:id="rId24"/>
    <p:sldId id="1033" r:id="rId25"/>
    <p:sldId id="1034" r:id="rId26"/>
    <p:sldId id="26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A7B78AC8-D1C8-433B-886D-678C5A6055EB}"/>
    <pc:docChg chg="delSld modSld">
      <pc:chgData name="Marzieh Ayati" userId="719e7aeb-c3b5-48e5-801b-084d43cd09ac" providerId="ADAL" clId="{A7B78AC8-D1C8-433B-886D-678C5A6055EB}" dt="2021-09-09T20:22:37.091" v="2" actId="729"/>
      <pc:docMkLst>
        <pc:docMk/>
      </pc:docMkLst>
      <pc:sldChg chg="mod modShow">
        <pc:chgData name="Marzieh Ayati" userId="719e7aeb-c3b5-48e5-801b-084d43cd09ac" providerId="ADAL" clId="{A7B78AC8-D1C8-433B-886D-678C5A6055EB}" dt="2021-09-09T20:22:37.091" v="2" actId="729"/>
        <pc:sldMkLst>
          <pc:docMk/>
          <pc:sldMk cId="445796178" sldId="260"/>
        </pc:sldMkLst>
      </pc:sldChg>
      <pc:sldChg chg="del">
        <pc:chgData name="Marzieh Ayati" userId="719e7aeb-c3b5-48e5-801b-084d43cd09ac" providerId="ADAL" clId="{A7B78AC8-D1C8-433B-886D-678C5A6055EB}" dt="2021-09-07T20:48:14.026" v="0" actId="47"/>
        <pc:sldMkLst>
          <pc:docMk/>
          <pc:sldMk cId="184995505" sldId="877"/>
        </pc:sldMkLst>
      </pc:sldChg>
      <pc:sldMasterChg chg="delSldLayout">
        <pc:chgData name="Marzieh Ayati" userId="719e7aeb-c3b5-48e5-801b-084d43cd09ac" providerId="ADAL" clId="{A7B78AC8-D1C8-433B-886D-678C5A6055EB}" dt="2021-09-07T20:48:14.026" v="0" actId="47"/>
        <pc:sldMasterMkLst>
          <pc:docMk/>
          <pc:sldMasterMk cId="1922527381" sldId="2147483648"/>
        </pc:sldMasterMkLst>
        <pc:sldLayoutChg chg="del">
          <pc:chgData name="Marzieh Ayati" userId="719e7aeb-c3b5-48e5-801b-084d43cd09ac" providerId="ADAL" clId="{A7B78AC8-D1C8-433B-886D-678C5A6055EB}" dt="2021-09-07T20:48:14.026" v="0" actId="47"/>
          <pc:sldLayoutMkLst>
            <pc:docMk/>
            <pc:sldMasterMk cId="1922527381" sldId="2147483648"/>
            <pc:sldLayoutMk cId="2418343100" sldId="2147483661"/>
          </pc:sldLayoutMkLst>
        </pc:sldLayoutChg>
      </pc:sldMasterChg>
    </pc:docChg>
  </pc:docChgLst>
  <pc:docChgLst>
    <pc:chgData name="Marzieh Ayati" userId="719e7aeb-c3b5-48e5-801b-084d43cd09ac" providerId="ADAL" clId="{F726DE93-2420-4347-8CBA-889655E38558}"/>
    <pc:docChg chg="addSld modSld">
      <pc:chgData name="Marzieh Ayati" userId="719e7aeb-c3b5-48e5-801b-084d43cd09ac" providerId="ADAL" clId="{F726DE93-2420-4347-8CBA-889655E38558}" dt="2023-09-20T19:53:06.120" v="9"/>
      <pc:docMkLst>
        <pc:docMk/>
      </pc:docMkLst>
      <pc:sldChg chg="addSp modSp new mod">
        <pc:chgData name="Marzieh Ayati" userId="719e7aeb-c3b5-48e5-801b-084d43cd09ac" providerId="ADAL" clId="{F726DE93-2420-4347-8CBA-889655E38558}" dt="2023-09-20T19:53:06.120" v="9"/>
        <pc:sldMkLst>
          <pc:docMk/>
          <pc:sldMk cId="775558652" sldId="1036"/>
        </pc:sldMkLst>
        <pc:spChg chg="mod">
          <ac:chgData name="Marzieh Ayati" userId="719e7aeb-c3b5-48e5-801b-084d43cd09ac" providerId="ADAL" clId="{F726DE93-2420-4347-8CBA-889655E38558}" dt="2023-09-20T19:50:41.573" v="1"/>
          <ac:spMkLst>
            <pc:docMk/>
            <pc:sldMk cId="775558652" sldId="1036"/>
            <ac:spMk id="2" creationId="{8E5DDB15-D062-BE90-A984-2C2804139E4D}"/>
          </ac:spMkLst>
        </pc:spChg>
        <pc:spChg chg="mod">
          <ac:chgData name="Marzieh Ayati" userId="719e7aeb-c3b5-48e5-801b-084d43cd09ac" providerId="ADAL" clId="{F726DE93-2420-4347-8CBA-889655E38558}" dt="2023-09-20T19:53:06.120" v="9"/>
          <ac:spMkLst>
            <pc:docMk/>
            <pc:sldMk cId="775558652" sldId="1036"/>
            <ac:spMk id="3" creationId="{D2994E5A-F028-7642-E664-8FF6183F9A8F}"/>
          </ac:spMkLst>
        </pc:spChg>
        <pc:picChg chg="add mod">
          <ac:chgData name="Marzieh Ayati" userId="719e7aeb-c3b5-48e5-801b-084d43cd09ac" providerId="ADAL" clId="{F726DE93-2420-4347-8CBA-889655E38558}" dt="2023-09-20T19:52:02.489" v="5" actId="1076"/>
          <ac:picMkLst>
            <pc:docMk/>
            <pc:sldMk cId="775558652" sldId="1036"/>
            <ac:picMk id="5" creationId="{4837AE33-4BE0-B40D-6FC3-16F0BEC91D2B}"/>
          </ac:picMkLst>
        </pc:picChg>
      </pc:sldChg>
    </pc:docChg>
  </pc:docChgLst>
  <pc:docChgLst>
    <pc:chgData name="Marzieh Ayati" userId="719e7aeb-c3b5-48e5-801b-084d43cd09ac" providerId="ADAL" clId="{A3DB6CE4-0215-4649-BD70-15B0B857B288}"/>
    <pc:docChg chg="modSld">
      <pc:chgData name="Marzieh Ayati" userId="719e7aeb-c3b5-48e5-801b-084d43cd09ac" providerId="ADAL" clId="{A3DB6CE4-0215-4649-BD70-15B0B857B288}" dt="2022-02-07T16:02:50.358" v="63" actId="404"/>
      <pc:docMkLst>
        <pc:docMk/>
      </pc:docMkLst>
      <pc:sldChg chg="addSp modSp mod">
        <pc:chgData name="Marzieh Ayati" userId="719e7aeb-c3b5-48e5-801b-084d43cd09ac" providerId="ADAL" clId="{A3DB6CE4-0215-4649-BD70-15B0B857B288}" dt="2022-02-07T15:48:46.139" v="30" actId="1076"/>
        <pc:sldMkLst>
          <pc:docMk/>
          <pc:sldMk cId="1092035874" sldId="1023"/>
        </pc:sldMkLst>
        <pc:spChg chg="add mod">
          <ac:chgData name="Marzieh Ayati" userId="719e7aeb-c3b5-48e5-801b-084d43cd09ac" providerId="ADAL" clId="{A3DB6CE4-0215-4649-BD70-15B0B857B288}" dt="2022-02-07T15:47:14.908" v="2" actId="208"/>
          <ac:spMkLst>
            <pc:docMk/>
            <pc:sldMk cId="1092035874" sldId="1023"/>
            <ac:spMk id="3" creationId="{896A5ACD-1947-41A4-96E8-E6D9F77BBFED}"/>
          </ac:spMkLst>
        </pc:spChg>
        <pc:spChg chg="add mod">
          <ac:chgData name="Marzieh Ayati" userId="719e7aeb-c3b5-48e5-801b-084d43cd09ac" providerId="ADAL" clId="{A3DB6CE4-0215-4649-BD70-15B0B857B288}" dt="2022-02-07T15:47:27.958" v="4" actId="1076"/>
          <ac:spMkLst>
            <pc:docMk/>
            <pc:sldMk cId="1092035874" sldId="1023"/>
            <ac:spMk id="5" creationId="{080DA48F-E511-4CD6-BBA1-ACD06CE59252}"/>
          </ac:spMkLst>
        </pc:spChg>
        <pc:spChg chg="add mod">
          <ac:chgData name="Marzieh Ayati" userId="719e7aeb-c3b5-48e5-801b-084d43cd09ac" providerId="ADAL" clId="{A3DB6CE4-0215-4649-BD70-15B0B857B288}" dt="2022-02-07T15:47:41.525" v="6" actId="1076"/>
          <ac:spMkLst>
            <pc:docMk/>
            <pc:sldMk cId="1092035874" sldId="1023"/>
            <ac:spMk id="6" creationId="{A532E9D9-4DC8-4208-8524-EE26A0332D33}"/>
          </ac:spMkLst>
        </pc:spChg>
        <pc:spChg chg="add mod">
          <ac:chgData name="Marzieh Ayati" userId="719e7aeb-c3b5-48e5-801b-084d43cd09ac" providerId="ADAL" clId="{A3DB6CE4-0215-4649-BD70-15B0B857B288}" dt="2022-02-07T15:47:52.515" v="12" actId="1076"/>
          <ac:spMkLst>
            <pc:docMk/>
            <pc:sldMk cId="1092035874" sldId="1023"/>
            <ac:spMk id="7" creationId="{2B17819D-E11B-49BF-870D-B2A5109B1F6F}"/>
          </ac:spMkLst>
        </pc:spChg>
        <pc:spChg chg="add mod">
          <ac:chgData name="Marzieh Ayati" userId="719e7aeb-c3b5-48e5-801b-084d43cd09ac" providerId="ADAL" clId="{A3DB6CE4-0215-4649-BD70-15B0B857B288}" dt="2022-02-07T15:47:57.254" v="14" actId="1076"/>
          <ac:spMkLst>
            <pc:docMk/>
            <pc:sldMk cId="1092035874" sldId="1023"/>
            <ac:spMk id="8" creationId="{0957C469-B5C7-4648-A8F9-1D00961F7ABD}"/>
          </ac:spMkLst>
        </pc:spChg>
        <pc:spChg chg="add mod">
          <ac:chgData name="Marzieh Ayati" userId="719e7aeb-c3b5-48e5-801b-084d43cd09ac" providerId="ADAL" clId="{A3DB6CE4-0215-4649-BD70-15B0B857B288}" dt="2022-02-07T15:48:08.876" v="20" actId="1076"/>
          <ac:spMkLst>
            <pc:docMk/>
            <pc:sldMk cId="1092035874" sldId="1023"/>
            <ac:spMk id="9" creationId="{6428CDA0-76F7-46BA-96AF-C4D9AD56A6E5}"/>
          </ac:spMkLst>
        </pc:spChg>
        <pc:spChg chg="add mod">
          <ac:chgData name="Marzieh Ayati" userId="719e7aeb-c3b5-48e5-801b-084d43cd09ac" providerId="ADAL" clId="{A3DB6CE4-0215-4649-BD70-15B0B857B288}" dt="2022-02-07T15:48:15.205" v="22" actId="1076"/>
          <ac:spMkLst>
            <pc:docMk/>
            <pc:sldMk cId="1092035874" sldId="1023"/>
            <ac:spMk id="10" creationId="{D4A0B605-F914-433F-8664-B642887A77B6}"/>
          </ac:spMkLst>
        </pc:spChg>
        <pc:spChg chg="add mod">
          <ac:chgData name="Marzieh Ayati" userId="719e7aeb-c3b5-48e5-801b-084d43cd09ac" providerId="ADAL" clId="{A3DB6CE4-0215-4649-BD70-15B0B857B288}" dt="2022-02-07T15:48:46.139" v="30" actId="1076"/>
          <ac:spMkLst>
            <pc:docMk/>
            <pc:sldMk cId="1092035874" sldId="1023"/>
            <ac:spMk id="11" creationId="{49296CFE-F0A7-4FA3-ADB7-87FC1850B0B5}"/>
          </ac:spMkLst>
        </pc:spChg>
      </pc:sldChg>
      <pc:sldChg chg="modSp mod">
        <pc:chgData name="Marzieh Ayati" userId="719e7aeb-c3b5-48e5-801b-084d43cd09ac" providerId="ADAL" clId="{A3DB6CE4-0215-4649-BD70-15B0B857B288}" dt="2022-02-07T16:02:50.358" v="63" actId="404"/>
        <pc:sldMkLst>
          <pc:docMk/>
          <pc:sldMk cId="2964946274" sldId="1034"/>
        </pc:sldMkLst>
        <pc:spChg chg="mod">
          <ac:chgData name="Marzieh Ayati" userId="719e7aeb-c3b5-48e5-801b-084d43cd09ac" providerId="ADAL" clId="{A3DB6CE4-0215-4649-BD70-15B0B857B288}" dt="2022-02-07T16:02:50.358" v="63" actId="404"/>
          <ac:spMkLst>
            <pc:docMk/>
            <pc:sldMk cId="2964946274" sldId="1034"/>
            <ac:spMk id="2" creationId="{6AF7C46D-5FA0-4BF2-A0DC-415F8B42799E}"/>
          </ac:spMkLst>
        </pc:spChg>
      </pc:sldChg>
    </pc:docChg>
  </pc:docChgLst>
  <pc:docChgLst>
    <pc:chgData name="Marzieh Ayati" userId="719e7aeb-c3b5-48e5-801b-084d43cd09ac" providerId="ADAL" clId="{1370208A-E32B-4CF3-BE57-E1938F0FAB98}"/>
    <pc:docChg chg="modSld">
      <pc:chgData name="Marzieh Ayati" userId="719e7aeb-c3b5-48e5-801b-084d43cd09ac" providerId="ADAL" clId="{1370208A-E32B-4CF3-BE57-E1938F0FAB98}" dt="2022-02-07T21:14:52.799" v="3"/>
      <pc:docMkLst>
        <pc:docMk/>
      </pc:docMkLst>
      <pc:sldChg chg="addSp modSp mod modAnim">
        <pc:chgData name="Marzieh Ayati" userId="719e7aeb-c3b5-48e5-801b-084d43cd09ac" providerId="ADAL" clId="{1370208A-E32B-4CF3-BE57-E1938F0FAB98}" dt="2022-02-07T21:14:52.799" v="3"/>
        <pc:sldMkLst>
          <pc:docMk/>
          <pc:sldMk cId="1679519957" sldId="1032"/>
        </pc:sldMkLst>
        <pc:spChg chg="add mod">
          <ac:chgData name="Marzieh Ayati" userId="719e7aeb-c3b5-48e5-801b-084d43cd09ac" providerId="ADAL" clId="{1370208A-E32B-4CF3-BE57-E1938F0FAB98}" dt="2022-02-07T21:14:47.609" v="2" actId="208"/>
          <ac:spMkLst>
            <pc:docMk/>
            <pc:sldMk cId="1679519957" sldId="1032"/>
            <ac:spMk id="3" creationId="{BEBC9D3B-D2ED-4757-BCE7-2EA04B65591F}"/>
          </ac:spMkLst>
        </pc:spChg>
      </pc:sldChg>
    </pc:docChg>
  </pc:docChgLst>
  <pc:docChgLst>
    <pc:chgData name="Marzieh Ayati" userId="719e7aeb-c3b5-48e5-801b-084d43cd09ac" providerId="ADAL" clId="{2E1468B6-D46E-46A5-8779-06C2D4FEDB24}"/>
    <pc:docChg chg="custSel modSld">
      <pc:chgData name="Marzieh Ayati" userId="719e7aeb-c3b5-48e5-801b-084d43cd09ac" providerId="ADAL" clId="{2E1468B6-D46E-46A5-8779-06C2D4FEDB24}" dt="2020-09-10T19:02:23.618" v="5" actId="1076"/>
      <pc:docMkLst>
        <pc:docMk/>
      </pc:docMkLst>
      <pc:sldChg chg="delSp mod">
        <pc:chgData name="Marzieh Ayati" userId="719e7aeb-c3b5-48e5-801b-084d43cd09ac" providerId="ADAL" clId="{2E1468B6-D46E-46A5-8779-06C2D4FEDB24}" dt="2020-09-08T20:36:48.733" v="1" actId="478"/>
        <pc:sldMkLst>
          <pc:docMk/>
          <pc:sldMk cId="184995505" sldId="877"/>
        </pc:sldMkLst>
        <pc:spChg chg="del">
          <ac:chgData name="Marzieh Ayati" userId="719e7aeb-c3b5-48e5-801b-084d43cd09ac" providerId="ADAL" clId="{2E1468B6-D46E-46A5-8779-06C2D4FEDB24}" dt="2020-09-08T20:36:45.713" v="0" actId="478"/>
          <ac:spMkLst>
            <pc:docMk/>
            <pc:sldMk cId="184995505" sldId="877"/>
            <ac:spMk id="10" creationId="{E9692EBB-B859-7A44-89C8-3CD85FEBF720}"/>
          </ac:spMkLst>
        </pc:spChg>
        <pc:spChg chg="del">
          <ac:chgData name="Marzieh Ayati" userId="719e7aeb-c3b5-48e5-801b-084d43cd09ac" providerId="ADAL" clId="{2E1468B6-D46E-46A5-8779-06C2D4FEDB24}" dt="2020-09-08T20:36:48.733" v="1" actId="478"/>
          <ac:spMkLst>
            <pc:docMk/>
            <pc:sldMk cId="184995505" sldId="877"/>
            <ac:spMk id="11" creationId="{AB4812B6-46B6-5A49-B424-C32A0BDDB3AC}"/>
          </ac:spMkLst>
        </pc:spChg>
      </pc:sldChg>
      <pc:sldChg chg="addSp modSp mod">
        <pc:chgData name="Marzieh Ayati" userId="719e7aeb-c3b5-48e5-801b-084d43cd09ac" providerId="ADAL" clId="{2E1468B6-D46E-46A5-8779-06C2D4FEDB24}" dt="2020-09-10T19:02:23.618" v="5" actId="1076"/>
        <pc:sldMkLst>
          <pc:docMk/>
          <pc:sldMk cId="1607342648" sldId="1026"/>
        </pc:sldMkLst>
        <pc:picChg chg="add mod">
          <ac:chgData name="Marzieh Ayati" userId="719e7aeb-c3b5-48e5-801b-084d43cd09ac" providerId="ADAL" clId="{2E1468B6-D46E-46A5-8779-06C2D4FEDB24}" dt="2020-09-10T19:02:23.618" v="5" actId="1076"/>
          <ac:picMkLst>
            <pc:docMk/>
            <pc:sldMk cId="1607342648" sldId="1026"/>
            <ac:picMk id="7" creationId="{68134959-FA91-4064-AEA0-3CCA4048FDDE}"/>
          </ac:picMkLst>
        </pc:picChg>
      </pc:sldChg>
    </pc:docChg>
  </pc:docChgLst>
  <pc:docChgLst>
    <pc:chgData name="Marzieh Ayati" userId="719e7aeb-c3b5-48e5-801b-084d43cd09ac" providerId="ADAL" clId="{E89CE533-62F8-472C-887A-D3465177EA9B}"/>
    <pc:docChg chg="undo custSel addSld delSld modSld sldOrd">
      <pc:chgData name="Marzieh Ayati" userId="719e7aeb-c3b5-48e5-801b-084d43cd09ac" providerId="ADAL" clId="{E89CE533-62F8-472C-887A-D3465177EA9B}" dt="2020-09-10T16:41:36.356" v="1806"/>
      <pc:docMkLst>
        <pc:docMk/>
      </pc:docMkLst>
      <pc:sldChg chg="del">
        <pc:chgData name="Marzieh Ayati" userId="719e7aeb-c3b5-48e5-801b-084d43cd09ac" providerId="ADAL" clId="{E89CE533-62F8-472C-887A-D3465177EA9B}" dt="2020-09-10T02:56:32.643" v="1650" actId="47"/>
        <pc:sldMkLst>
          <pc:docMk/>
          <pc:sldMk cId="0" sldId="259"/>
        </pc:sldMkLst>
      </pc:sldChg>
      <pc:sldChg chg="ord">
        <pc:chgData name="Marzieh Ayati" userId="719e7aeb-c3b5-48e5-801b-084d43cd09ac" providerId="ADAL" clId="{E89CE533-62F8-472C-887A-D3465177EA9B}" dt="2020-09-10T02:56:18.184" v="1649"/>
        <pc:sldMkLst>
          <pc:docMk/>
          <pc:sldMk cId="445796178" sldId="260"/>
        </pc:sldMkLst>
      </pc:sldChg>
      <pc:sldChg chg="del">
        <pc:chgData name="Marzieh Ayati" userId="719e7aeb-c3b5-48e5-801b-084d43cd09ac" providerId="ADAL" clId="{E89CE533-62F8-472C-887A-D3465177EA9B}" dt="2020-09-10T02:55:08.825" v="1636" actId="47"/>
        <pc:sldMkLst>
          <pc:docMk/>
          <pc:sldMk cId="937937857" sldId="952"/>
        </pc:sldMkLst>
      </pc:sldChg>
      <pc:sldChg chg="modSp mod">
        <pc:chgData name="Marzieh Ayati" userId="719e7aeb-c3b5-48e5-801b-084d43cd09ac" providerId="ADAL" clId="{E89CE533-62F8-472C-887A-D3465177EA9B}" dt="2020-09-10T02:37:15.361" v="1611" actId="20577"/>
        <pc:sldMkLst>
          <pc:docMk/>
          <pc:sldMk cId="665143871" sldId="1014"/>
        </pc:sldMkLst>
        <pc:spChg chg="mod">
          <ac:chgData name="Marzieh Ayati" userId="719e7aeb-c3b5-48e5-801b-084d43cd09ac" providerId="ADAL" clId="{E89CE533-62F8-472C-887A-D3465177EA9B}" dt="2020-09-09T22:33:34.623" v="100" actId="20577"/>
          <ac:spMkLst>
            <pc:docMk/>
            <pc:sldMk cId="665143871" sldId="1014"/>
            <ac:spMk id="2" creationId="{8516D5DD-A57C-4BD4-8044-9E2559CA134A}"/>
          </ac:spMkLst>
        </pc:spChg>
        <pc:spChg chg="mod">
          <ac:chgData name="Marzieh Ayati" userId="719e7aeb-c3b5-48e5-801b-084d43cd09ac" providerId="ADAL" clId="{E89CE533-62F8-472C-887A-D3465177EA9B}" dt="2020-09-10T02:37:15.361" v="1611" actId="20577"/>
          <ac:spMkLst>
            <pc:docMk/>
            <pc:sldMk cId="665143871" sldId="1014"/>
            <ac:spMk id="3" creationId="{B23EA180-6725-456D-ACE4-28AD29A364BC}"/>
          </ac:spMkLst>
        </pc:spChg>
      </pc:sldChg>
      <pc:sldChg chg="new del">
        <pc:chgData name="Marzieh Ayati" userId="719e7aeb-c3b5-48e5-801b-084d43cd09ac" providerId="ADAL" clId="{E89CE533-62F8-472C-887A-D3465177EA9B}" dt="2020-09-09T22:18:41.682" v="4" actId="47"/>
        <pc:sldMkLst>
          <pc:docMk/>
          <pc:sldMk cId="3734329250" sldId="1015"/>
        </pc:sldMkLst>
      </pc:sldChg>
      <pc:sldChg chg="add del">
        <pc:chgData name="Marzieh Ayati" userId="719e7aeb-c3b5-48e5-801b-084d43cd09ac" providerId="ADAL" clId="{E89CE533-62F8-472C-887A-D3465177EA9B}" dt="2020-09-09T22:18:40.904" v="3" actId="47"/>
        <pc:sldMkLst>
          <pc:docMk/>
          <pc:sldMk cId="713596171" sldId="1016"/>
        </pc:sldMkLst>
      </pc:sldChg>
      <pc:sldChg chg="addSp delSp modSp add mod delAnim modAnim">
        <pc:chgData name="Marzieh Ayati" userId="719e7aeb-c3b5-48e5-801b-084d43cd09ac" providerId="ADAL" clId="{E89CE533-62F8-472C-887A-D3465177EA9B}" dt="2020-09-09T22:27:02.356" v="80" actId="20577"/>
        <pc:sldMkLst>
          <pc:docMk/>
          <pc:sldMk cId="1586988282" sldId="1017"/>
        </pc:sldMkLst>
        <pc:spChg chg="mod">
          <ac:chgData name="Marzieh Ayati" userId="719e7aeb-c3b5-48e5-801b-084d43cd09ac" providerId="ADAL" clId="{E89CE533-62F8-472C-887A-D3465177EA9B}" dt="2020-09-09T22:27:02.356" v="80" actId="20577"/>
          <ac:spMkLst>
            <pc:docMk/>
            <pc:sldMk cId="1586988282" sldId="1017"/>
            <ac:spMk id="2" creationId="{03795DBF-0731-45B6-B4AC-25840D4CE801}"/>
          </ac:spMkLst>
        </pc:spChg>
        <pc:spChg chg="mod">
          <ac:chgData name="Marzieh Ayati" userId="719e7aeb-c3b5-48e5-801b-084d43cd09ac" providerId="ADAL" clId="{E89CE533-62F8-472C-887A-D3465177EA9B}" dt="2020-09-09T22:20:24.593" v="29" actId="20577"/>
          <ac:spMkLst>
            <pc:docMk/>
            <pc:sldMk cId="1586988282" sldId="1017"/>
            <ac:spMk id="8" creationId="{0BDD4CB1-736F-443D-A357-647F078DA709}"/>
          </ac:spMkLst>
        </pc:spChg>
        <pc:spChg chg="mod">
          <ac:chgData name="Marzieh Ayati" userId="719e7aeb-c3b5-48e5-801b-084d43cd09ac" providerId="ADAL" clId="{E89CE533-62F8-472C-887A-D3465177EA9B}" dt="2020-09-09T22:21:10.372" v="37" actId="6549"/>
          <ac:spMkLst>
            <pc:docMk/>
            <pc:sldMk cId="1586988282" sldId="1017"/>
            <ac:spMk id="10" creationId="{0E33824C-4A93-49C9-94AF-77BC11183CB4}"/>
          </ac:spMkLst>
        </pc:spChg>
        <pc:picChg chg="add mod">
          <ac:chgData name="Marzieh Ayati" userId="719e7aeb-c3b5-48e5-801b-084d43cd09ac" providerId="ADAL" clId="{E89CE533-62F8-472C-887A-D3465177EA9B}" dt="2020-09-09T22:20:36.816" v="33" actId="1076"/>
          <ac:picMkLst>
            <pc:docMk/>
            <pc:sldMk cId="1586988282" sldId="1017"/>
            <ac:picMk id="3" creationId="{6853CCE4-58F6-4E6F-844F-7936931DC902}"/>
          </ac:picMkLst>
        </pc:picChg>
        <pc:picChg chg="del">
          <ac:chgData name="Marzieh Ayati" userId="719e7aeb-c3b5-48e5-801b-084d43cd09ac" providerId="ADAL" clId="{E89CE533-62F8-472C-887A-D3465177EA9B}" dt="2020-09-09T22:19:56.243" v="10" actId="478"/>
          <ac:picMkLst>
            <pc:docMk/>
            <pc:sldMk cId="1586988282" sldId="1017"/>
            <ac:picMk id="7" creationId="{1A2A938E-EAE5-40AF-AE80-190822B80006}"/>
          </ac:picMkLst>
        </pc:picChg>
        <pc:picChg chg="del">
          <ac:chgData name="Marzieh Ayati" userId="719e7aeb-c3b5-48e5-801b-084d43cd09ac" providerId="ADAL" clId="{E89CE533-62F8-472C-887A-D3465177EA9B}" dt="2020-09-09T22:19:49.875" v="9" actId="478"/>
          <ac:picMkLst>
            <pc:docMk/>
            <pc:sldMk cId="1586988282" sldId="1017"/>
            <ac:picMk id="9" creationId="{7AFC3794-5AD8-4F91-8E7C-3DEC15BC414E}"/>
          </ac:picMkLst>
        </pc:picChg>
        <pc:picChg chg="del">
          <ac:chgData name="Marzieh Ayati" userId="719e7aeb-c3b5-48e5-801b-084d43cd09ac" providerId="ADAL" clId="{E89CE533-62F8-472C-887A-D3465177EA9B}" dt="2020-09-09T22:19:23.299" v="8" actId="478"/>
          <ac:picMkLst>
            <pc:docMk/>
            <pc:sldMk cId="1586988282" sldId="1017"/>
            <ac:picMk id="11" creationId="{2AAEA724-5D30-45EF-B41B-88134BCD31D7}"/>
          </ac:picMkLst>
        </pc:picChg>
        <pc:picChg chg="del">
          <ac:chgData name="Marzieh Ayati" userId="719e7aeb-c3b5-48e5-801b-084d43cd09ac" providerId="ADAL" clId="{E89CE533-62F8-472C-887A-D3465177EA9B}" dt="2020-09-09T22:19:22.355" v="7" actId="478"/>
          <ac:picMkLst>
            <pc:docMk/>
            <pc:sldMk cId="1586988282" sldId="1017"/>
            <ac:picMk id="12" creationId="{E605649B-FAE5-46FB-B37D-6D18EAADAEE6}"/>
          </ac:picMkLst>
        </pc:picChg>
        <pc:picChg chg="del">
          <ac:chgData name="Marzieh Ayati" userId="719e7aeb-c3b5-48e5-801b-084d43cd09ac" providerId="ADAL" clId="{E89CE533-62F8-472C-887A-D3465177EA9B}" dt="2020-09-09T22:19:14.483" v="6" actId="478"/>
          <ac:picMkLst>
            <pc:docMk/>
            <pc:sldMk cId="1586988282" sldId="1017"/>
            <ac:picMk id="13" creationId="{6EB4B3BC-4FB4-4271-91D9-0C2FD8BA8035}"/>
          </ac:picMkLst>
        </pc:picChg>
        <pc:picChg chg="del">
          <ac:chgData name="Marzieh Ayati" userId="719e7aeb-c3b5-48e5-801b-084d43cd09ac" providerId="ADAL" clId="{E89CE533-62F8-472C-887A-D3465177EA9B}" dt="2020-09-09T22:19:10.726" v="5" actId="478"/>
          <ac:picMkLst>
            <pc:docMk/>
            <pc:sldMk cId="1586988282" sldId="1017"/>
            <ac:picMk id="14" creationId="{71F973E8-75A4-495A-86DD-574E709DE463}"/>
          </ac:picMkLst>
        </pc:picChg>
        <pc:picChg chg="del">
          <ac:chgData name="Marzieh Ayati" userId="719e7aeb-c3b5-48e5-801b-084d43cd09ac" providerId="ADAL" clId="{E89CE533-62F8-472C-887A-D3465177EA9B}" dt="2020-09-09T22:21:53.875" v="41" actId="478"/>
          <ac:picMkLst>
            <pc:docMk/>
            <pc:sldMk cId="1586988282" sldId="1017"/>
            <ac:picMk id="15" creationId="{789473B5-97F0-4EFD-ABC9-9B40DF9C4102}"/>
          </ac:picMkLst>
        </pc:picChg>
        <pc:picChg chg="add mod">
          <ac:chgData name="Marzieh Ayati" userId="719e7aeb-c3b5-48e5-801b-084d43cd09ac" providerId="ADAL" clId="{E89CE533-62F8-472C-887A-D3465177EA9B}" dt="2020-09-09T22:22:13.721" v="47" actId="1076"/>
          <ac:picMkLst>
            <pc:docMk/>
            <pc:sldMk cId="1586988282" sldId="1017"/>
            <ac:picMk id="16" creationId="{4A5BF9E9-C4E4-4B34-BA05-AEA1A991E133}"/>
          </ac:picMkLst>
        </pc:picChg>
        <pc:picChg chg="add mod">
          <ac:chgData name="Marzieh Ayati" userId="719e7aeb-c3b5-48e5-801b-084d43cd09ac" providerId="ADAL" clId="{E89CE533-62F8-472C-887A-D3465177EA9B}" dt="2020-09-09T22:23:08.912" v="54" actId="14100"/>
          <ac:picMkLst>
            <pc:docMk/>
            <pc:sldMk cId="1586988282" sldId="1017"/>
            <ac:picMk id="17" creationId="{1F4CE4F9-E388-45FD-93C5-FD447D457164}"/>
          </ac:picMkLst>
        </pc:picChg>
        <pc:picChg chg="add mod">
          <ac:chgData name="Marzieh Ayati" userId="719e7aeb-c3b5-48e5-801b-084d43cd09ac" providerId="ADAL" clId="{E89CE533-62F8-472C-887A-D3465177EA9B}" dt="2020-09-09T22:23:46.600" v="60" actId="14100"/>
          <ac:picMkLst>
            <pc:docMk/>
            <pc:sldMk cId="1586988282" sldId="1017"/>
            <ac:picMk id="18" creationId="{4FC9DA54-727E-4546-9DAB-03802201204C}"/>
          </ac:picMkLst>
        </pc:picChg>
        <pc:picChg chg="add mod">
          <ac:chgData name="Marzieh Ayati" userId="719e7aeb-c3b5-48e5-801b-084d43cd09ac" providerId="ADAL" clId="{E89CE533-62F8-472C-887A-D3465177EA9B}" dt="2020-09-09T22:24:26.136" v="67" actId="14100"/>
          <ac:picMkLst>
            <pc:docMk/>
            <pc:sldMk cId="1586988282" sldId="1017"/>
            <ac:picMk id="19" creationId="{4AE200EA-3E99-41F1-A25A-8A441C01DE82}"/>
          </ac:picMkLst>
        </pc:picChg>
      </pc:sldChg>
      <pc:sldChg chg="addSp new">
        <pc:chgData name="Marzieh Ayati" userId="719e7aeb-c3b5-48e5-801b-084d43cd09ac" providerId="ADAL" clId="{E89CE533-62F8-472C-887A-D3465177EA9B}" dt="2020-09-09T22:24:52.724" v="71"/>
        <pc:sldMkLst>
          <pc:docMk/>
          <pc:sldMk cId="3163615425" sldId="1018"/>
        </pc:sldMkLst>
        <pc:picChg chg="add">
          <ac:chgData name="Marzieh Ayati" userId="719e7aeb-c3b5-48e5-801b-084d43cd09ac" providerId="ADAL" clId="{E89CE533-62F8-472C-887A-D3465177EA9B}" dt="2020-09-09T22:24:52.724" v="71"/>
          <ac:picMkLst>
            <pc:docMk/>
            <pc:sldMk cId="3163615425" sldId="1018"/>
            <ac:picMk id="4" creationId="{B8D70F3A-C645-48D4-AA39-AA71B2B79470}"/>
          </ac:picMkLst>
        </pc:picChg>
      </pc:sldChg>
      <pc:sldChg chg="addSp delSp modSp new mod delAnim modAnim">
        <pc:chgData name="Marzieh Ayati" userId="719e7aeb-c3b5-48e5-801b-084d43cd09ac" providerId="ADAL" clId="{E89CE533-62F8-472C-887A-D3465177EA9B}" dt="2020-09-09T22:58:27.693" v="373" actId="1076"/>
        <pc:sldMkLst>
          <pc:docMk/>
          <pc:sldMk cId="2752374956" sldId="1019"/>
        </pc:sldMkLst>
        <pc:spChg chg="mod">
          <ac:chgData name="Marzieh Ayati" userId="719e7aeb-c3b5-48e5-801b-084d43cd09ac" providerId="ADAL" clId="{E89CE533-62F8-472C-887A-D3465177EA9B}" dt="2020-09-09T22:39:37.919" v="278" actId="1076"/>
          <ac:spMkLst>
            <pc:docMk/>
            <pc:sldMk cId="2752374956" sldId="1019"/>
            <ac:spMk id="2" creationId="{FD5B2B44-40A1-40C4-BFF5-6F125CF2B0DE}"/>
          </ac:spMkLst>
        </pc:spChg>
        <pc:spChg chg="mod">
          <ac:chgData name="Marzieh Ayati" userId="719e7aeb-c3b5-48e5-801b-084d43cd09ac" providerId="ADAL" clId="{E89CE533-62F8-472C-887A-D3465177EA9B}" dt="2020-09-09T22:57:10.705" v="353" actId="27636"/>
          <ac:spMkLst>
            <pc:docMk/>
            <pc:sldMk cId="2752374956" sldId="1019"/>
            <ac:spMk id="3" creationId="{00300A0A-A3CA-46A0-9153-AC23015DADDD}"/>
          </ac:spMkLst>
        </pc:spChg>
        <pc:picChg chg="add del mod">
          <ac:chgData name="Marzieh Ayati" userId="719e7aeb-c3b5-48e5-801b-084d43cd09ac" providerId="ADAL" clId="{E89CE533-62F8-472C-887A-D3465177EA9B}" dt="2020-09-09T22:57:32.296" v="357" actId="21"/>
          <ac:picMkLst>
            <pc:docMk/>
            <pc:sldMk cId="2752374956" sldId="1019"/>
            <ac:picMk id="4" creationId="{D85C9232-FA62-41F7-8DC7-45791171D022}"/>
          </ac:picMkLst>
        </pc:picChg>
        <pc:picChg chg="add mod">
          <ac:chgData name="Marzieh Ayati" userId="719e7aeb-c3b5-48e5-801b-084d43cd09ac" providerId="ADAL" clId="{E89CE533-62F8-472C-887A-D3465177EA9B}" dt="2020-09-09T22:57:46.605" v="362" actId="1076"/>
          <ac:picMkLst>
            <pc:docMk/>
            <pc:sldMk cId="2752374956" sldId="1019"/>
            <ac:picMk id="5" creationId="{E92686FC-65C0-4472-BB79-9CF26D1E1185}"/>
          </ac:picMkLst>
        </pc:picChg>
        <pc:picChg chg="add mod">
          <ac:chgData name="Marzieh Ayati" userId="719e7aeb-c3b5-48e5-801b-084d43cd09ac" providerId="ADAL" clId="{E89CE533-62F8-472C-887A-D3465177EA9B}" dt="2020-09-09T22:57:48.654" v="363" actId="1076"/>
          <ac:picMkLst>
            <pc:docMk/>
            <pc:sldMk cId="2752374956" sldId="1019"/>
            <ac:picMk id="6" creationId="{DEAD20CA-7209-4602-9A02-BF58A02674F7}"/>
          </ac:picMkLst>
        </pc:picChg>
        <pc:picChg chg="add mod">
          <ac:chgData name="Marzieh Ayati" userId="719e7aeb-c3b5-48e5-801b-084d43cd09ac" providerId="ADAL" clId="{E89CE533-62F8-472C-887A-D3465177EA9B}" dt="2020-09-09T22:57:20.037" v="354" actId="1076"/>
          <ac:picMkLst>
            <pc:docMk/>
            <pc:sldMk cId="2752374956" sldId="1019"/>
            <ac:picMk id="7" creationId="{07847151-DBAD-4A1A-B765-7A116EA09E93}"/>
          </ac:picMkLst>
        </pc:picChg>
        <pc:picChg chg="add del mod">
          <ac:chgData name="Marzieh Ayati" userId="719e7aeb-c3b5-48e5-801b-084d43cd09ac" providerId="ADAL" clId="{E89CE533-62F8-472C-887A-D3465177EA9B}" dt="2020-09-09T22:58:10.352" v="369" actId="478"/>
          <ac:picMkLst>
            <pc:docMk/>
            <pc:sldMk cId="2752374956" sldId="1019"/>
            <ac:picMk id="8" creationId="{90C4782E-F23A-4732-ACE9-EEE3C7190CC1}"/>
          </ac:picMkLst>
        </pc:picChg>
        <pc:picChg chg="add mod">
          <ac:chgData name="Marzieh Ayati" userId="719e7aeb-c3b5-48e5-801b-084d43cd09ac" providerId="ADAL" clId="{E89CE533-62F8-472C-887A-D3465177EA9B}" dt="2020-09-09T22:58:27.693" v="373" actId="1076"/>
          <ac:picMkLst>
            <pc:docMk/>
            <pc:sldMk cId="2752374956" sldId="1019"/>
            <ac:picMk id="9" creationId="{0F2BD09B-13C7-4E70-8D67-D9CA1D93B235}"/>
          </ac:picMkLst>
        </pc:picChg>
      </pc:sldChg>
      <pc:sldChg chg="addSp delSp modSp new mod">
        <pc:chgData name="Marzieh Ayati" userId="719e7aeb-c3b5-48e5-801b-084d43cd09ac" providerId="ADAL" clId="{E89CE533-62F8-472C-887A-D3465177EA9B}" dt="2020-09-09T23:50:36.603" v="384" actId="1076"/>
        <pc:sldMkLst>
          <pc:docMk/>
          <pc:sldMk cId="619790503" sldId="1020"/>
        </pc:sldMkLst>
        <pc:spChg chg="del">
          <ac:chgData name="Marzieh Ayati" userId="719e7aeb-c3b5-48e5-801b-084d43cd09ac" providerId="ADAL" clId="{E89CE533-62F8-472C-887A-D3465177EA9B}" dt="2020-09-09T22:53:09.039" v="293" actId="478"/>
          <ac:spMkLst>
            <pc:docMk/>
            <pc:sldMk cId="619790503" sldId="1020"/>
            <ac:spMk id="2" creationId="{416D2069-3AED-446B-BE50-446AFAF65AE2}"/>
          </ac:spMkLst>
        </pc:spChg>
        <pc:spChg chg="mod">
          <ac:chgData name="Marzieh Ayati" userId="719e7aeb-c3b5-48e5-801b-084d43cd09ac" providerId="ADAL" clId="{E89CE533-62F8-472C-887A-D3465177EA9B}" dt="2020-09-09T23:50:36.603" v="384" actId="1076"/>
          <ac:spMkLst>
            <pc:docMk/>
            <pc:sldMk cId="619790503" sldId="1020"/>
            <ac:spMk id="3" creationId="{2B1732A6-3BCE-458A-BA24-A6EF3861BC6E}"/>
          </ac:spMkLst>
        </pc:spChg>
        <pc:spChg chg="add mod">
          <ac:chgData name="Marzieh Ayati" userId="719e7aeb-c3b5-48e5-801b-084d43cd09ac" providerId="ADAL" clId="{E89CE533-62F8-472C-887A-D3465177EA9B}" dt="2020-09-09T23:50:25.490" v="381" actId="1076"/>
          <ac:spMkLst>
            <pc:docMk/>
            <pc:sldMk cId="619790503" sldId="1020"/>
            <ac:spMk id="6" creationId="{47484766-3047-4A1B-9E25-2AD3B4A03391}"/>
          </ac:spMkLst>
        </pc:spChg>
        <pc:picChg chg="add mod">
          <ac:chgData name="Marzieh Ayati" userId="719e7aeb-c3b5-48e5-801b-084d43cd09ac" providerId="ADAL" clId="{E89CE533-62F8-472C-887A-D3465177EA9B}" dt="2020-09-09T22:58:08.206" v="368" actId="1076"/>
          <ac:picMkLst>
            <pc:docMk/>
            <pc:sldMk cId="619790503" sldId="1020"/>
            <ac:picMk id="4" creationId="{D04AD07C-15EF-48EE-AE8A-271D37017BDB}"/>
          </ac:picMkLst>
        </pc:picChg>
        <pc:picChg chg="add mod">
          <ac:chgData name="Marzieh Ayati" userId="719e7aeb-c3b5-48e5-801b-084d43cd09ac" providerId="ADAL" clId="{E89CE533-62F8-472C-887A-D3465177EA9B}" dt="2020-09-09T23:50:08.507" v="378" actId="1076"/>
          <ac:picMkLst>
            <pc:docMk/>
            <pc:sldMk cId="619790503" sldId="1020"/>
            <ac:picMk id="5" creationId="{C2E6B34F-4028-44E8-9C7A-093F0074E16E}"/>
          </ac:picMkLst>
        </pc:picChg>
      </pc:sldChg>
      <pc:sldChg chg="addSp delSp modSp new mod">
        <pc:chgData name="Marzieh Ayati" userId="719e7aeb-c3b5-48e5-801b-084d43cd09ac" providerId="ADAL" clId="{E89CE533-62F8-472C-887A-D3465177EA9B}" dt="2020-09-09T23:52:08.018" v="395" actId="1076"/>
        <pc:sldMkLst>
          <pc:docMk/>
          <pc:sldMk cId="1958004969" sldId="1021"/>
        </pc:sldMkLst>
        <pc:spChg chg="mod">
          <ac:chgData name="Marzieh Ayati" userId="719e7aeb-c3b5-48e5-801b-084d43cd09ac" providerId="ADAL" clId="{E89CE533-62F8-472C-887A-D3465177EA9B}" dt="2020-09-09T23:52:08.018" v="395" actId="1076"/>
          <ac:spMkLst>
            <pc:docMk/>
            <pc:sldMk cId="1958004969" sldId="1021"/>
            <ac:spMk id="2" creationId="{8C337E20-96C0-4B22-B95C-76E3A2A2827A}"/>
          </ac:spMkLst>
        </pc:spChg>
        <pc:spChg chg="del">
          <ac:chgData name="Marzieh Ayati" userId="719e7aeb-c3b5-48e5-801b-084d43cd09ac" providerId="ADAL" clId="{E89CE533-62F8-472C-887A-D3465177EA9B}" dt="2020-09-09T23:52:03.387" v="393" actId="478"/>
          <ac:spMkLst>
            <pc:docMk/>
            <pc:sldMk cId="1958004969" sldId="1021"/>
            <ac:spMk id="3" creationId="{9A7D3F17-082B-4A8F-A810-6CD16B22354F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4" creationId="{DEB888BE-4D83-424D-9E2E-36058FDF390B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5" creationId="{92641146-EAE5-4DD0-A643-A8D3F7D7CA32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6" creationId="{06DB3048-AA21-45D8-9C09-37B800065C06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0" creationId="{1CE263C3-8A2D-49E3-864E-3C8DD4F2FF61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1" creationId="{07179017-760D-4334-B03B-7C6D3DC2129B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2" creationId="{7E891F42-0115-4945-8E46-BC7B2BF48FF1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3" creationId="{6C917DC4-959D-4915-9630-B7EED7147F6E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4" creationId="{972E2900-E9F2-4AEB-A9C5-8929823EE773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5" creationId="{FE42FF66-E7D0-45D5-9204-F353542E7C26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16" creationId="{2AA82037-9AEF-47AE-9F0A-967BD7721212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0" creationId="{F6E58705-C458-42F0-AF10-A67CC826952E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1" creationId="{BE66EAE4-FCB5-4422-A042-8CE15C3A2340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2" creationId="{57D67F3A-A605-45FA-BCDE-259726D2E78D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4" creationId="{E521B9B9-FC30-4AC3-B393-CC3AE7F02236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5" creationId="{C08938B5-4C30-40F6-A585-8AEBB169A02D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6" creationId="{13404391-F7CC-4F64-9C0A-2237D272057F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7" creationId="{AF5EEF59-0783-44F9-9C38-919CCB0A4DE1}"/>
          </ac:spMkLst>
        </pc:spChg>
        <pc:spChg chg="add del">
          <ac:chgData name="Marzieh Ayati" userId="719e7aeb-c3b5-48e5-801b-084d43cd09ac" providerId="ADAL" clId="{E89CE533-62F8-472C-887A-D3465177EA9B}" dt="2020-09-09T23:51:20.095" v="387"/>
          <ac:spMkLst>
            <pc:docMk/>
            <pc:sldMk cId="1958004969" sldId="1021"/>
            <ac:spMk id="28" creationId="{DCFE1000-A028-4DE8-A483-B0315B132232}"/>
          </ac:spMkLst>
        </pc:spChg>
        <pc:grpChg chg="add del">
          <ac:chgData name="Marzieh Ayati" userId="719e7aeb-c3b5-48e5-801b-084d43cd09ac" providerId="ADAL" clId="{E89CE533-62F8-472C-887A-D3465177EA9B}" dt="2020-09-09T23:51:20.095" v="387"/>
          <ac:grpSpMkLst>
            <pc:docMk/>
            <pc:sldMk cId="1958004969" sldId="1021"/>
            <ac:grpSpMk id="7" creationId="{E376C00A-748A-4177-B718-165ABC1D1E02}"/>
          </ac:grpSpMkLst>
        </pc:grpChg>
        <pc:grpChg chg="add del">
          <ac:chgData name="Marzieh Ayati" userId="719e7aeb-c3b5-48e5-801b-084d43cd09ac" providerId="ADAL" clId="{E89CE533-62F8-472C-887A-D3465177EA9B}" dt="2020-09-09T23:51:20.095" v="387"/>
          <ac:grpSpMkLst>
            <pc:docMk/>
            <pc:sldMk cId="1958004969" sldId="1021"/>
            <ac:grpSpMk id="17" creationId="{8440B742-C9F7-4035-8647-F65B7DCD21AB}"/>
          </ac:grpSpMkLst>
        </pc:grpChg>
        <pc:graphicFrameChg chg="add del">
          <ac:chgData name="Marzieh Ayati" userId="719e7aeb-c3b5-48e5-801b-084d43cd09ac" providerId="ADAL" clId="{E89CE533-62F8-472C-887A-D3465177EA9B}" dt="2020-09-09T23:51:20.095" v="387"/>
          <ac:graphicFrameMkLst>
            <pc:docMk/>
            <pc:sldMk cId="1958004969" sldId="1021"/>
            <ac:graphicFrameMk id="23" creationId="{4F65B253-44EA-4070-93B8-7636B2685BF5}"/>
          </ac:graphicFrameMkLst>
        </pc:graphicFrameChg>
        <pc:picChg chg="add mod">
          <ac:chgData name="Marzieh Ayati" userId="719e7aeb-c3b5-48e5-801b-084d43cd09ac" providerId="ADAL" clId="{E89CE533-62F8-472C-887A-D3465177EA9B}" dt="2020-09-09T23:52:05.466" v="394" actId="1076"/>
          <ac:picMkLst>
            <pc:docMk/>
            <pc:sldMk cId="1958004969" sldId="1021"/>
            <ac:picMk id="29" creationId="{18A45B18-353F-45B9-B8B0-57CC52067EBD}"/>
          </ac:picMkLst>
        </pc:picChg>
      </pc:sldChg>
      <pc:sldChg chg="addSp modSp new mod">
        <pc:chgData name="Marzieh Ayati" userId="719e7aeb-c3b5-48e5-801b-084d43cd09ac" providerId="ADAL" clId="{E89CE533-62F8-472C-887A-D3465177EA9B}" dt="2020-09-10T00:26:53.362" v="453" actId="167"/>
        <pc:sldMkLst>
          <pc:docMk/>
          <pc:sldMk cId="2501361930" sldId="1022"/>
        </pc:sldMkLst>
        <pc:spChg chg="mod">
          <ac:chgData name="Marzieh Ayati" userId="719e7aeb-c3b5-48e5-801b-084d43cd09ac" providerId="ADAL" clId="{E89CE533-62F8-472C-887A-D3465177EA9B}" dt="2020-09-09T23:53:13.683" v="415" actId="1076"/>
          <ac:spMkLst>
            <pc:docMk/>
            <pc:sldMk cId="2501361930" sldId="1022"/>
            <ac:spMk id="2" creationId="{C9250F40-61A3-4846-9DD9-0877B873AD4E}"/>
          </ac:spMkLst>
        </pc:spChg>
        <pc:spChg chg="mod">
          <ac:chgData name="Marzieh Ayati" userId="719e7aeb-c3b5-48e5-801b-084d43cd09ac" providerId="ADAL" clId="{E89CE533-62F8-472C-887A-D3465177EA9B}" dt="2020-09-10T00:26:35.482" v="451" actId="113"/>
          <ac:spMkLst>
            <pc:docMk/>
            <pc:sldMk cId="2501361930" sldId="1022"/>
            <ac:spMk id="3" creationId="{7C7F497F-B32B-4E49-91FA-E7A5C0E96784}"/>
          </ac:spMkLst>
        </pc:spChg>
        <pc:picChg chg="add mod">
          <ac:chgData name="Marzieh Ayati" userId="719e7aeb-c3b5-48e5-801b-084d43cd09ac" providerId="ADAL" clId="{E89CE533-62F8-472C-887A-D3465177EA9B}" dt="2020-09-10T00:13:14.369" v="445" actId="1076"/>
          <ac:picMkLst>
            <pc:docMk/>
            <pc:sldMk cId="2501361930" sldId="1022"/>
            <ac:picMk id="4" creationId="{F5CFE1E6-DAF4-41F8-8F0D-E2EE654E74F1}"/>
          </ac:picMkLst>
        </pc:picChg>
        <pc:picChg chg="add mod ord">
          <ac:chgData name="Marzieh Ayati" userId="719e7aeb-c3b5-48e5-801b-084d43cd09ac" providerId="ADAL" clId="{E89CE533-62F8-472C-887A-D3465177EA9B}" dt="2020-09-10T00:26:53.362" v="453" actId="167"/>
          <ac:picMkLst>
            <pc:docMk/>
            <pc:sldMk cId="2501361930" sldId="1022"/>
            <ac:picMk id="5" creationId="{47E584A6-F254-4E49-9EA7-42152A6C1CD5}"/>
          </ac:picMkLst>
        </pc:picChg>
      </pc:sldChg>
      <pc:sldChg chg="addSp delSp modSp new mod">
        <pc:chgData name="Marzieh Ayati" userId="719e7aeb-c3b5-48e5-801b-084d43cd09ac" providerId="ADAL" clId="{E89CE533-62F8-472C-887A-D3465177EA9B}" dt="2020-09-10T00:28:22.016" v="466" actId="1076"/>
        <pc:sldMkLst>
          <pc:docMk/>
          <pc:sldMk cId="1092035874" sldId="1023"/>
        </pc:sldMkLst>
        <pc:spChg chg="mod">
          <ac:chgData name="Marzieh Ayati" userId="719e7aeb-c3b5-48e5-801b-084d43cd09ac" providerId="ADAL" clId="{E89CE533-62F8-472C-887A-D3465177EA9B}" dt="2020-09-10T00:28:01.456" v="462" actId="1076"/>
          <ac:spMkLst>
            <pc:docMk/>
            <pc:sldMk cId="1092035874" sldId="1023"/>
            <ac:spMk id="2" creationId="{FDD84CAC-FE6E-46C2-8F7E-8BDF340B466D}"/>
          </ac:spMkLst>
        </pc:spChg>
        <pc:spChg chg="del">
          <ac:chgData name="Marzieh Ayati" userId="719e7aeb-c3b5-48e5-801b-084d43cd09ac" providerId="ADAL" clId="{E89CE533-62F8-472C-887A-D3465177EA9B}" dt="2020-09-10T00:28:04.665" v="463" actId="478"/>
          <ac:spMkLst>
            <pc:docMk/>
            <pc:sldMk cId="1092035874" sldId="1023"/>
            <ac:spMk id="3" creationId="{84E2EB1E-6AAD-428C-85D8-B2393C1C9F8E}"/>
          </ac:spMkLst>
        </pc:spChg>
        <pc:picChg chg="add mod">
          <ac:chgData name="Marzieh Ayati" userId="719e7aeb-c3b5-48e5-801b-084d43cd09ac" providerId="ADAL" clId="{E89CE533-62F8-472C-887A-D3465177EA9B}" dt="2020-09-10T00:28:22.016" v="466" actId="1076"/>
          <ac:picMkLst>
            <pc:docMk/>
            <pc:sldMk cId="1092035874" sldId="1023"/>
            <ac:picMk id="4" creationId="{472FAF48-80ED-41DA-9358-8974B7E8D11C}"/>
          </ac:picMkLst>
        </pc:picChg>
      </pc:sldChg>
      <pc:sldChg chg="addSp delSp modSp new mod modAnim">
        <pc:chgData name="Marzieh Ayati" userId="719e7aeb-c3b5-48e5-801b-084d43cd09ac" providerId="ADAL" clId="{E89CE533-62F8-472C-887A-D3465177EA9B}" dt="2020-09-10T00:46:43.087" v="686"/>
        <pc:sldMkLst>
          <pc:docMk/>
          <pc:sldMk cId="1071189001" sldId="1024"/>
        </pc:sldMkLst>
        <pc:spChg chg="mod">
          <ac:chgData name="Marzieh Ayati" userId="719e7aeb-c3b5-48e5-801b-084d43cd09ac" providerId="ADAL" clId="{E89CE533-62F8-472C-887A-D3465177EA9B}" dt="2020-09-10T00:29:00.105" v="490" actId="1076"/>
          <ac:spMkLst>
            <pc:docMk/>
            <pc:sldMk cId="1071189001" sldId="1024"/>
            <ac:spMk id="2" creationId="{D02AAE94-5022-4B88-9249-2DE14A5FE289}"/>
          </ac:spMkLst>
        </pc:spChg>
        <pc:spChg chg="del">
          <ac:chgData name="Marzieh Ayati" userId="719e7aeb-c3b5-48e5-801b-084d43cd09ac" providerId="ADAL" clId="{E89CE533-62F8-472C-887A-D3465177EA9B}" dt="2020-09-10T00:36:14.360" v="589" actId="478"/>
          <ac:spMkLst>
            <pc:docMk/>
            <pc:sldMk cId="1071189001" sldId="1024"/>
            <ac:spMk id="3" creationId="{0DDAB9B8-7891-434F-930F-EB032FF8B4C6}"/>
          </ac:spMkLst>
        </pc:spChg>
        <pc:spChg chg="add mod">
          <ac:chgData name="Marzieh Ayati" userId="719e7aeb-c3b5-48e5-801b-084d43cd09ac" providerId="ADAL" clId="{E89CE533-62F8-472C-887A-D3465177EA9B}" dt="2020-09-10T00:46:36.744" v="683" actId="14100"/>
          <ac:spMkLst>
            <pc:docMk/>
            <pc:sldMk cId="1071189001" sldId="1024"/>
            <ac:spMk id="20" creationId="{ED53ADFB-E010-4424-9948-8AAEA55924AB}"/>
          </ac:spMkLst>
        </pc:spChg>
        <pc:picChg chg="add mod">
          <ac:chgData name="Marzieh Ayati" userId="719e7aeb-c3b5-48e5-801b-084d43cd09ac" providerId="ADAL" clId="{E89CE533-62F8-472C-887A-D3465177EA9B}" dt="2020-09-10T00:37:24.775" v="602" actId="1076"/>
          <ac:picMkLst>
            <pc:docMk/>
            <pc:sldMk cId="1071189001" sldId="1024"/>
            <ac:picMk id="4" creationId="{AFDE547B-0B6D-4975-8D61-42592611C7EA}"/>
          </ac:picMkLst>
        </pc:picChg>
        <pc:picChg chg="add mod">
          <ac:chgData name="Marzieh Ayati" userId="719e7aeb-c3b5-48e5-801b-084d43cd09ac" providerId="ADAL" clId="{E89CE533-62F8-472C-887A-D3465177EA9B}" dt="2020-09-10T00:37:25.271" v="603" actId="1076"/>
          <ac:picMkLst>
            <pc:docMk/>
            <pc:sldMk cId="1071189001" sldId="1024"/>
            <ac:picMk id="5" creationId="{51A9EBE2-E144-4A23-899C-5FEBA5D7AA18}"/>
          </ac:picMkLst>
        </pc:picChg>
        <pc:picChg chg="add mod">
          <ac:chgData name="Marzieh Ayati" userId="719e7aeb-c3b5-48e5-801b-084d43cd09ac" providerId="ADAL" clId="{E89CE533-62F8-472C-887A-D3465177EA9B}" dt="2020-09-10T00:37:35.304" v="605" actId="1076"/>
          <ac:picMkLst>
            <pc:docMk/>
            <pc:sldMk cId="1071189001" sldId="1024"/>
            <ac:picMk id="6" creationId="{CD506684-2D07-4A37-A36C-8A9C3E73B302}"/>
          </ac:picMkLst>
        </pc:picChg>
        <pc:picChg chg="add mod">
          <ac:chgData name="Marzieh Ayati" userId="719e7aeb-c3b5-48e5-801b-084d43cd09ac" providerId="ADAL" clId="{E89CE533-62F8-472C-887A-D3465177EA9B}" dt="2020-09-10T00:38:00.616" v="610" actId="14100"/>
          <ac:picMkLst>
            <pc:docMk/>
            <pc:sldMk cId="1071189001" sldId="1024"/>
            <ac:picMk id="7" creationId="{A1D6A3A9-C2FC-419E-9093-161A6F15D47B}"/>
          </ac:picMkLst>
        </pc:picChg>
        <pc:picChg chg="add mod">
          <ac:chgData name="Marzieh Ayati" userId="719e7aeb-c3b5-48e5-801b-084d43cd09ac" providerId="ADAL" clId="{E89CE533-62F8-472C-887A-D3465177EA9B}" dt="2020-09-10T00:38:55.696" v="614" actId="1076"/>
          <ac:picMkLst>
            <pc:docMk/>
            <pc:sldMk cId="1071189001" sldId="1024"/>
            <ac:picMk id="8" creationId="{3A409A88-88E7-4CEB-9FB2-8AF4CF07445A}"/>
          </ac:picMkLst>
        </pc:picChg>
        <pc:picChg chg="add mod">
          <ac:chgData name="Marzieh Ayati" userId="719e7aeb-c3b5-48e5-801b-084d43cd09ac" providerId="ADAL" clId="{E89CE533-62F8-472C-887A-D3465177EA9B}" dt="2020-09-10T00:39:38.552" v="618" actId="1076"/>
          <ac:picMkLst>
            <pc:docMk/>
            <pc:sldMk cId="1071189001" sldId="1024"/>
            <ac:picMk id="9" creationId="{62A0B6B1-6857-40BF-93F9-87727D768F09}"/>
          </ac:picMkLst>
        </pc:picChg>
        <pc:picChg chg="add mod">
          <ac:chgData name="Marzieh Ayati" userId="719e7aeb-c3b5-48e5-801b-084d43cd09ac" providerId="ADAL" clId="{E89CE533-62F8-472C-887A-D3465177EA9B}" dt="2020-09-10T00:40:15.584" v="622" actId="1076"/>
          <ac:picMkLst>
            <pc:docMk/>
            <pc:sldMk cId="1071189001" sldId="1024"/>
            <ac:picMk id="10" creationId="{AE7A6DDF-1B6F-4E74-991D-29F345ED0E46}"/>
          </ac:picMkLst>
        </pc:picChg>
        <pc:picChg chg="add mod">
          <ac:chgData name="Marzieh Ayati" userId="719e7aeb-c3b5-48e5-801b-084d43cd09ac" providerId="ADAL" clId="{E89CE533-62F8-472C-887A-D3465177EA9B}" dt="2020-09-10T00:40:41.631" v="627" actId="14100"/>
          <ac:picMkLst>
            <pc:docMk/>
            <pc:sldMk cId="1071189001" sldId="1024"/>
            <ac:picMk id="11" creationId="{22FBBBB6-146A-43F4-918A-F90142621754}"/>
          </ac:picMkLst>
        </pc:picChg>
        <pc:picChg chg="add mod">
          <ac:chgData name="Marzieh Ayati" userId="719e7aeb-c3b5-48e5-801b-084d43cd09ac" providerId="ADAL" clId="{E89CE533-62F8-472C-887A-D3465177EA9B}" dt="2020-09-10T00:41:14.064" v="632" actId="14100"/>
          <ac:picMkLst>
            <pc:docMk/>
            <pc:sldMk cId="1071189001" sldId="1024"/>
            <ac:picMk id="12" creationId="{8C0B5760-6DAF-469D-B5E4-2446343E03F2}"/>
          </ac:picMkLst>
        </pc:picChg>
        <pc:picChg chg="add mod">
          <ac:chgData name="Marzieh Ayati" userId="719e7aeb-c3b5-48e5-801b-084d43cd09ac" providerId="ADAL" clId="{E89CE533-62F8-472C-887A-D3465177EA9B}" dt="2020-09-10T00:41:43.968" v="637" actId="14100"/>
          <ac:picMkLst>
            <pc:docMk/>
            <pc:sldMk cId="1071189001" sldId="1024"/>
            <ac:picMk id="13" creationId="{DA869167-F004-4B19-AC5E-223CB6922C66}"/>
          </ac:picMkLst>
        </pc:picChg>
        <pc:picChg chg="add mod">
          <ac:chgData name="Marzieh Ayati" userId="719e7aeb-c3b5-48e5-801b-084d43cd09ac" providerId="ADAL" clId="{E89CE533-62F8-472C-887A-D3465177EA9B}" dt="2020-09-10T00:42:13.952" v="641" actId="1076"/>
          <ac:picMkLst>
            <pc:docMk/>
            <pc:sldMk cId="1071189001" sldId="1024"/>
            <ac:picMk id="14" creationId="{6CAFE8F5-A6BC-43FF-A678-9006CAD53EFA}"/>
          </ac:picMkLst>
        </pc:picChg>
        <pc:picChg chg="add mod">
          <ac:chgData name="Marzieh Ayati" userId="719e7aeb-c3b5-48e5-801b-084d43cd09ac" providerId="ADAL" clId="{E89CE533-62F8-472C-887A-D3465177EA9B}" dt="2020-09-10T00:42:41.551" v="645" actId="1076"/>
          <ac:picMkLst>
            <pc:docMk/>
            <pc:sldMk cId="1071189001" sldId="1024"/>
            <ac:picMk id="15" creationId="{A771B98B-AC3B-44A4-B942-34EECC8F8B1A}"/>
          </ac:picMkLst>
        </pc:picChg>
        <pc:picChg chg="add mod">
          <ac:chgData name="Marzieh Ayati" userId="719e7aeb-c3b5-48e5-801b-084d43cd09ac" providerId="ADAL" clId="{E89CE533-62F8-472C-887A-D3465177EA9B}" dt="2020-09-10T00:43:13.439" v="651" actId="1076"/>
          <ac:picMkLst>
            <pc:docMk/>
            <pc:sldMk cId="1071189001" sldId="1024"/>
            <ac:picMk id="16" creationId="{DD778520-5F71-4822-AEA6-99F68F0BB73A}"/>
          </ac:picMkLst>
        </pc:picChg>
        <pc:picChg chg="add mod">
          <ac:chgData name="Marzieh Ayati" userId="719e7aeb-c3b5-48e5-801b-084d43cd09ac" providerId="ADAL" clId="{E89CE533-62F8-472C-887A-D3465177EA9B}" dt="2020-09-10T00:43:48.655" v="660" actId="14100"/>
          <ac:picMkLst>
            <pc:docMk/>
            <pc:sldMk cId="1071189001" sldId="1024"/>
            <ac:picMk id="17" creationId="{967B2EC6-1003-47ED-ABFD-F45F86EF6816}"/>
          </ac:picMkLst>
        </pc:picChg>
        <pc:picChg chg="add mod">
          <ac:chgData name="Marzieh Ayati" userId="719e7aeb-c3b5-48e5-801b-084d43cd09ac" providerId="ADAL" clId="{E89CE533-62F8-472C-887A-D3465177EA9B}" dt="2020-09-10T00:44:23.496" v="662" actId="1076"/>
          <ac:picMkLst>
            <pc:docMk/>
            <pc:sldMk cId="1071189001" sldId="1024"/>
            <ac:picMk id="18" creationId="{C2AB214A-B5E0-4B15-A93C-B2FCA435657E}"/>
          </ac:picMkLst>
        </pc:picChg>
        <pc:picChg chg="add mod">
          <ac:chgData name="Marzieh Ayati" userId="719e7aeb-c3b5-48e5-801b-084d43cd09ac" providerId="ADAL" clId="{E89CE533-62F8-472C-887A-D3465177EA9B}" dt="2020-09-10T00:44:54.400" v="666" actId="1076"/>
          <ac:picMkLst>
            <pc:docMk/>
            <pc:sldMk cId="1071189001" sldId="1024"/>
            <ac:picMk id="19" creationId="{FC2BE49D-07C9-4D94-87CD-34F712D9B5C1}"/>
          </ac:picMkLst>
        </pc:picChg>
        <pc:picChg chg="add mod">
          <ac:chgData name="Marzieh Ayati" userId="719e7aeb-c3b5-48e5-801b-084d43cd09ac" providerId="ADAL" clId="{E89CE533-62F8-472C-887A-D3465177EA9B}" dt="2020-09-10T00:46:28.624" v="679" actId="1076"/>
          <ac:picMkLst>
            <pc:docMk/>
            <pc:sldMk cId="1071189001" sldId="1024"/>
            <ac:picMk id="21" creationId="{2EE6E924-7221-4E07-881F-0E8E52309974}"/>
          </ac:picMkLst>
        </pc:picChg>
      </pc:sldChg>
      <pc:sldChg chg="addSp delSp modSp new mod">
        <pc:chgData name="Marzieh Ayati" userId="719e7aeb-c3b5-48e5-801b-084d43cd09ac" providerId="ADAL" clId="{E89CE533-62F8-472C-887A-D3465177EA9B}" dt="2020-09-10T00:32:10.648" v="506" actId="14100"/>
        <pc:sldMkLst>
          <pc:docMk/>
          <pc:sldMk cId="3622984470" sldId="1025"/>
        </pc:sldMkLst>
        <pc:spChg chg="mod">
          <ac:chgData name="Marzieh Ayati" userId="719e7aeb-c3b5-48e5-801b-084d43cd09ac" providerId="ADAL" clId="{E89CE533-62F8-472C-887A-D3465177EA9B}" dt="2020-09-10T00:32:04.722" v="503" actId="1076"/>
          <ac:spMkLst>
            <pc:docMk/>
            <pc:sldMk cId="3622984470" sldId="1025"/>
            <ac:spMk id="2" creationId="{77D1BFB3-72E6-45A4-B24A-1334AA8614E4}"/>
          </ac:spMkLst>
        </pc:spChg>
        <pc:spChg chg="del">
          <ac:chgData name="Marzieh Ayati" userId="719e7aeb-c3b5-48e5-801b-084d43cd09ac" providerId="ADAL" clId="{E89CE533-62F8-472C-887A-D3465177EA9B}" dt="2020-09-10T00:32:07.112" v="504" actId="478"/>
          <ac:spMkLst>
            <pc:docMk/>
            <pc:sldMk cId="3622984470" sldId="1025"/>
            <ac:spMk id="3" creationId="{78945AD8-9414-4552-8A97-55F47CE46FE8}"/>
          </ac:spMkLst>
        </pc:spChg>
        <pc:picChg chg="add mod">
          <ac:chgData name="Marzieh Ayati" userId="719e7aeb-c3b5-48e5-801b-084d43cd09ac" providerId="ADAL" clId="{E89CE533-62F8-472C-887A-D3465177EA9B}" dt="2020-09-10T00:32:10.648" v="506" actId="14100"/>
          <ac:picMkLst>
            <pc:docMk/>
            <pc:sldMk cId="3622984470" sldId="1025"/>
            <ac:picMk id="4" creationId="{1659BA5E-2AC5-40E3-99F5-EC5ADF0AF349}"/>
          </ac:picMkLst>
        </pc:picChg>
      </pc:sldChg>
      <pc:sldChg chg="addSp delSp modSp new mod">
        <pc:chgData name="Marzieh Ayati" userId="719e7aeb-c3b5-48e5-801b-084d43cd09ac" providerId="ADAL" clId="{E89CE533-62F8-472C-887A-D3465177EA9B}" dt="2020-09-10T01:14:03.366" v="873" actId="1076"/>
        <pc:sldMkLst>
          <pc:docMk/>
          <pc:sldMk cId="1607342648" sldId="1026"/>
        </pc:sldMkLst>
        <pc:spChg chg="mod">
          <ac:chgData name="Marzieh Ayati" userId="719e7aeb-c3b5-48e5-801b-084d43cd09ac" providerId="ADAL" clId="{E89CE533-62F8-472C-887A-D3465177EA9B}" dt="2020-09-10T01:03:16.758" v="725" actId="1076"/>
          <ac:spMkLst>
            <pc:docMk/>
            <pc:sldMk cId="1607342648" sldId="1026"/>
            <ac:spMk id="2" creationId="{3471BFC2-58DA-4A91-8B28-74982CAD8EE1}"/>
          </ac:spMkLst>
        </pc:spChg>
        <pc:spChg chg="mod">
          <ac:chgData name="Marzieh Ayati" userId="719e7aeb-c3b5-48e5-801b-084d43cd09ac" providerId="ADAL" clId="{E89CE533-62F8-472C-887A-D3465177EA9B}" dt="2020-09-10T01:13:59.782" v="872" actId="20577"/>
          <ac:spMkLst>
            <pc:docMk/>
            <pc:sldMk cId="1607342648" sldId="1026"/>
            <ac:spMk id="3" creationId="{3539E3F6-5DB4-40A5-9B60-48AC36EC7333}"/>
          </ac:spMkLst>
        </pc:spChg>
        <pc:picChg chg="add mod">
          <ac:chgData name="Marzieh Ayati" userId="719e7aeb-c3b5-48e5-801b-084d43cd09ac" providerId="ADAL" clId="{E89CE533-62F8-472C-887A-D3465177EA9B}" dt="2020-09-10T01:14:03.366" v="873" actId="1076"/>
          <ac:picMkLst>
            <pc:docMk/>
            <pc:sldMk cId="1607342648" sldId="1026"/>
            <ac:picMk id="4" creationId="{3F9D13A3-F1E6-4BD0-9980-A4F178F5B1D7}"/>
          </ac:picMkLst>
        </pc:picChg>
        <pc:picChg chg="add del mod">
          <ac:chgData name="Marzieh Ayati" userId="719e7aeb-c3b5-48e5-801b-084d43cd09ac" providerId="ADAL" clId="{E89CE533-62F8-472C-887A-D3465177EA9B}" dt="2020-09-10T01:12:27.605" v="820" actId="478"/>
          <ac:picMkLst>
            <pc:docMk/>
            <pc:sldMk cId="1607342648" sldId="1026"/>
            <ac:picMk id="5" creationId="{6A4CD8B1-B134-488C-B094-C83861F4209C}"/>
          </ac:picMkLst>
        </pc:picChg>
      </pc:sldChg>
      <pc:sldChg chg="delSp modSp new mod ord">
        <pc:chgData name="Marzieh Ayati" userId="719e7aeb-c3b5-48e5-801b-084d43cd09ac" providerId="ADAL" clId="{E89CE533-62F8-472C-887A-D3465177EA9B}" dt="2020-09-10T01:18:00.877" v="922" actId="1076"/>
        <pc:sldMkLst>
          <pc:docMk/>
          <pc:sldMk cId="1207149812" sldId="1027"/>
        </pc:sldMkLst>
        <pc:spChg chg="mod">
          <ac:chgData name="Marzieh Ayati" userId="719e7aeb-c3b5-48e5-801b-084d43cd09ac" providerId="ADAL" clId="{E89CE533-62F8-472C-887A-D3465177EA9B}" dt="2020-09-10T01:18:00.877" v="922" actId="1076"/>
          <ac:spMkLst>
            <pc:docMk/>
            <pc:sldMk cId="1207149812" sldId="1027"/>
            <ac:spMk id="2" creationId="{CBD35157-B0B1-4FA8-8A50-336E8EAB9593}"/>
          </ac:spMkLst>
        </pc:spChg>
        <pc:spChg chg="del">
          <ac:chgData name="Marzieh Ayati" userId="719e7aeb-c3b5-48e5-801b-084d43cd09ac" providerId="ADAL" clId="{E89CE533-62F8-472C-887A-D3465177EA9B}" dt="2020-09-10T01:17:56.408" v="921" actId="478"/>
          <ac:spMkLst>
            <pc:docMk/>
            <pc:sldMk cId="1207149812" sldId="1027"/>
            <ac:spMk id="3" creationId="{9E905A7A-17B9-442F-A68A-FE0EA786ECD1}"/>
          </ac:spMkLst>
        </pc:spChg>
      </pc:sldChg>
      <pc:sldChg chg="addSp delSp modSp add mod modAnim">
        <pc:chgData name="Marzieh Ayati" userId="719e7aeb-c3b5-48e5-801b-084d43cd09ac" providerId="ADAL" clId="{E89CE533-62F8-472C-887A-D3465177EA9B}" dt="2020-09-10T16:41:36.356" v="1806"/>
        <pc:sldMkLst>
          <pc:docMk/>
          <pc:sldMk cId="1047265256" sldId="1028"/>
        </pc:sldMkLst>
        <pc:spChg chg="mod">
          <ac:chgData name="Marzieh Ayati" userId="719e7aeb-c3b5-48e5-801b-084d43cd09ac" providerId="ADAL" clId="{E89CE533-62F8-472C-887A-D3465177EA9B}" dt="2020-09-10T16:37:18.443" v="1678" actId="1076"/>
          <ac:spMkLst>
            <pc:docMk/>
            <pc:sldMk cId="1047265256" sldId="1028"/>
            <ac:spMk id="8" creationId="{30A9F821-F172-49E3-B223-ED895D2B66AF}"/>
          </ac:spMkLst>
        </pc:spChg>
        <pc:picChg chg="mod">
          <ac:chgData name="Marzieh Ayati" userId="719e7aeb-c3b5-48e5-801b-084d43cd09ac" providerId="ADAL" clId="{E89CE533-62F8-472C-887A-D3465177EA9B}" dt="2020-09-10T16:39:50.443" v="1788" actId="1076"/>
          <ac:picMkLst>
            <pc:docMk/>
            <pc:sldMk cId="1047265256" sldId="1028"/>
            <ac:picMk id="4" creationId="{5BEDF3D7-8971-40F8-9E83-51B049D79CC9}"/>
          </ac:picMkLst>
        </pc:picChg>
        <pc:picChg chg="mod">
          <ac:chgData name="Marzieh Ayati" userId="719e7aeb-c3b5-48e5-801b-084d43cd09ac" providerId="ADAL" clId="{E89CE533-62F8-472C-887A-D3465177EA9B}" dt="2020-09-10T16:39:53.615" v="1789" actId="1076"/>
          <ac:picMkLst>
            <pc:docMk/>
            <pc:sldMk cId="1047265256" sldId="1028"/>
            <ac:picMk id="5" creationId="{D8BA49E5-1ECB-4720-A7C7-40B85F200F61}"/>
          </ac:picMkLst>
        </pc:picChg>
        <pc:picChg chg="mod">
          <ac:chgData name="Marzieh Ayati" userId="719e7aeb-c3b5-48e5-801b-084d43cd09ac" providerId="ADAL" clId="{E89CE533-62F8-472C-887A-D3465177EA9B}" dt="2020-09-10T16:37:22.009" v="1679" actId="1076"/>
          <ac:picMkLst>
            <pc:docMk/>
            <pc:sldMk cId="1047265256" sldId="1028"/>
            <ac:picMk id="7" creationId="{3EE45A05-6A58-4D9D-8A1A-B4D7F4D65BDB}"/>
          </ac:picMkLst>
        </pc:picChg>
        <pc:picChg chg="add mod">
          <ac:chgData name="Marzieh Ayati" userId="719e7aeb-c3b5-48e5-801b-084d43cd09ac" providerId="ADAL" clId="{E89CE533-62F8-472C-887A-D3465177EA9B}" dt="2020-09-10T16:37:25.267" v="1680" actId="1076"/>
          <ac:picMkLst>
            <pc:docMk/>
            <pc:sldMk cId="1047265256" sldId="1028"/>
            <ac:picMk id="12" creationId="{EA893147-92FE-41F3-9D1B-4F61FED80510}"/>
          </ac:picMkLst>
        </pc:picChg>
        <pc:picChg chg="add del">
          <ac:chgData name="Marzieh Ayati" userId="719e7aeb-c3b5-48e5-801b-084d43cd09ac" providerId="ADAL" clId="{E89CE533-62F8-472C-887A-D3465177EA9B}" dt="2020-09-10T16:38:59.744" v="1682"/>
          <ac:picMkLst>
            <pc:docMk/>
            <pc:sldMk cId="1047265256" sldId="1028"/>
            <ac:picMk id="13" creationId="{CC2EB96B-8213-4BA3-BC4E-A30AD9ED2D74}"/>
          </ac:picMkLst>
        </pc:picChg>
        <pc:picChg chg="add mod">
          <ac:chgData name="Marzieh Ayati" userId="719e7aeb-c3b5-48e5-801b-084d43cd09ac" providerId="ADAL" clId="{E89CE533-62F8-472C-887A-D3465177EA9B}" dt="2020-09-10T16:39:17.053" v="1684" actId="1076"/>
          <ac:picMkLst>
            <pc:docMk/>
            <pc:sldMk cId="1047265256" sldId="1028"/>
            <ac:picMk id="14" creationId="{D9491536-3CB9-4E4A-8425-5208D5CD53CC}"/>
          </ac:picMkLst>
        </pc:picChg>
        <pc:picChg chg="add mod">
          <ac:chgData name="Marzieh Ayati" userId="719e7aeb-c3b5-48e5-801b-084d43cd09ac" providerId="ADAL" clId="{E89CE533-62F8-472C-887A-D3465177EA9B}" dt="2020-09-10T16:39:43.651" v="1786" actId="1038"/>
          <ac:picMkLst>
            <pc:docMk/>
            <pc:sldMk cId="1047265256" sldId="1028"/>
            <ac:picMk id="15" creationId="{2B092934-3EDE-42BB-891E-88B335EB0B1D}"/>
          </ac:picMkLst>
        </pc:picChg>
        <pc:picChg chg="add mod">
          <ac:chgData name="Marzieh Ayati" userId="719e7aeb-c3b5-48e5-801b-084d43cd09ac" providerId="ADAL" clId="{E89CE533-62F8-472C-887A-D3465177EA9B}" dt="2020-09-10T16:40:29.819" v="1795" actId="1076"/>
          <ac:picMkLst>
            <pc:docMk/>
            <pc:sldMk cId="1047265256" sldId="1028"/>
            <ac:picMk id="16" creationId="{340B3C6F-D361-4C3E-9DD8-CCE7CD0B0DC4}"/>
          </ac:picMkLst>
        </pc:picChg>
      </pc:sldChg>
      <pc:sldChg chg="addSp modSp new del mod modAnim">
        <pc:chgData name="Marzieh Ayati" userId="719e7aeb-c3b5-48e5-801b-084d43cd09ac" providerId="ADAL" clId="{E89CE533-62F8-472C-887A-D3465177EA9B}" dt="2020-09-10T16:26:21.191" v="1673" actId="2696"/>
        <pc:sldMkLst>
          <pc:docMk/>
          <pc:sldMk cId="3631803457" sldId="1028"/>
        </pc:sldMkLst>
        <pc:spChg chg="mod">
          <ac:chgData name="Marzieh Ayati" userId="719e7aeb-c3b5-48e5-801b-084d43cd09ac" providerId="ADAL" clId="{E89CE533-62F8-472C-887A-D3465177EA9B}" dt="2020-09-10T01:34:29.788" v="1248" actId="1076"/>
          <ac:spMkLst>
            <pc:docMk/>
            <pc:sldMk cId="3631803457" sldId="1028"/>
            <ac:spMk id="2" creationId="{CEFFE194-78E9-4031-BF98-A77631635BE2}"/>
          </ac:spMkLst>
        </pc:spChg>
        <pc:spChg chg="mod">
          <ac:chgData name="Marzieh Ayati" userId="719e7aeb-c3b5-48e5-801b-084d43cd09ac" providerId="ADAL" clId="{E89CE533-62F8-472C-887A-D3465177EA9B}" dt="2020-09-10T01:34:32.901" v="1249" actId="1076"/>
          <ac:spMkLst>
            <pc:docMk/>
            <pc:sldMk cId="3631803457" sldId="1028"/>
            <ac:spMk id="3" creationId="{7E2175E4-6E0B-4FFC-99E6-8D105519442F}"/>
          </ac:spMkLst>
        </pc:spChg>
        <pc:spChg chg="add mod">
          <ac:chgData name="Marzieh Ayati" userId="719e7aeb-c3b5-48e5-801b-084d43cd09ac" providerId="ADAL" clId="{E89CE533-62F8-472C-887A-D3465177EA9B}" dt="2020-09-10T01:32:43.372" v="1162" actId="1076"/>
          <ac:spMkLst>
            <pc:docMk/>
            <pc:sldMk cId="3631803457" sldId="1028"/>
            <ac:spMk id="8" creationId="{30A9F821-F172-49E3-B223-ED895D2B66AF}"/>
          </ac:spMkLst>
        </pc:spChg>
        <pc:spChg chg="add mod">
          <ac:chgData name="Marzieh Ayati" userId="719e7aeb-c3b5-48e5-801b-084d43cd09ac" providerId="ADAL" clId="{E89CE533-62F8-472C-887A-D3465177EA9B}" dt="2020-09-10T01:33:17.492" v="1190" actId="1076"/>
          <ac:spMkLst>
            <pc:docMk/>
            <pc:sldMk cId="3631803457" sldId="1028"/>
            <ac:spMk id="9" creationId="{E0670693-1DA4-44B0-B6B5-7B2426FBE241}"/>
          </ac:spMkLst>
        </pc:spChg>
        <pc:spChg chg="add mod">
          <ac:chgData name="Marzieh Ayati" userId="719e7aeb-c3b5-48e5-801b-084d43cd09ac" providerId="ADAL" clId="{E89CE533-62F8-472C-887A-D3465177EA9B}" dt="2020-09-10T01:33:33.924" v="1214" actId="1076"/>
          <ac:spMkLst>
            <pc:docMk/>
            <pc:sldMk cId="3631803457" sldId="1028"/>
            <ac:spMk id="10" creationId="{E845483D-DAAF-4BC3-AEF8-08A3E5EF6E69}"/>
          </ac:spMkLst>
        </pc:spChg>
        <pc:spChg chg="add mod">
          <ac:chgData name="Marzieh Ayati" userId="719e7aeb-c3b5-48e5-801b-084d43cd09ac" providerId="ADAL" clId="{E89CE533-62F8-472C-887A-D3465177EA9B}" dt="2020-09-10T01:33:59.348" v="1240" actId="1076"/>
          <ac:spMkLst>
            <pc:docMk/>
            <pc:sldMk cId="3631803457" sldId="1028"/>
            <ac:spMk id="11" creationId="{A4A28FC1-1C24-45F1-AB10-889330B85B57}"/>
          </ac:spMkLst>
        </pc:spChg>
        <pc:picChg chg="add mod">
          <ac:chgData name="Marzieh Ayati" userId="719e7aeb-c3b5-48e5-801b-084d43cd09ac" providerId="ADAL" clId="{E89CE533-62F8-472C-887A-D3465177EA9B}" dt="2020-09-10T01:32:25.341" v="1137" actId="1076"/>
          <ac:picMkLst>
            <pc:docMk/>
            <pc:sldMk cId="3631803457" sldId="1028"/>
            <ac:picMk id="4" creationId="{5BEDF3D7-8971-40F8-9E83-51B049D79CC9}"/>
          </ac:picMkLst>
        </pc:picChg>
        <pc:picChg chg="add mod">
          <ac:chgData name="Marzieh Ayati" userId="719e7aeb-c3b5-48e5-801b-084d43cd09ac" providerId="ADAL" clId="{E89CE533-62F8-472C-887A-D3465177EA9B}" dt="2020-09-10T01:32:32.037" v="1141" actId="1076"/>
          <ac:picMkLst>
            <pc:docMk/>
            <pc:sldMk cId="3631803457" sldId="1028"/>
            <ac:picMk id="5" creationId="{D8BA49E5-1ECB-4720-A7C7-40B85F200F61}"/>
          </ac:picMkLst>
        </pc:picChg>
        <pc:picChg chg="add mod">
          <ac:chgData name="Marzieh Ayati" userId="719e7aeb-c3b5-48e5-801b-084d43cd09ac" providerId="ADAL" clId="{E89CE533-62F8-472C-887A-D3465177EA9B}" dt="2020-09-10T01:32:16.340" v="1134" actId="14100"/>
          <ac:picMkLst>
            <pc:docMk/>
            <pc:sldMk cId="3631803457" sldId="1028"/>
            <ac:picMk id="6" creationId="{69B119C0-69CE-47E3-844A-EA990999D157}"/>
          </ac:picMkLst>
        </pc:picChg>
        <pc:picChg chg="add mod">
          <ac:chgData name="Marzieh Ayati" userId="719e7aeb-c3b5-48e5-801b-084d43cd09ac" providerId="ADAL" clId="{E89CE533-62F8-472C-887A-D3465177EA9B}" dt="2020-09-10T01:32:29.460" v="1140" actId="1076"/>
          <ac:picMkLst>
            <pc:docMk/>
            <pc:sldMk cId="3631803457" sldId="1028"/>
            <ac:picMk id="7" creationId="{3EE45A05-6A58-4D9D-8A1A-B4D7F4D65BDB}"/>
          </ac:picMkLst>
        </pc:picChg>
      </pc:sldChg>
      <pc:sldChg chg="add">
        <pc:chgData name="Marzieh Ayati" userId="719e7aeb-c3b5-48e5-801b-084d43cd09ac" providerId="ADAL" clId="{E89CE533-62F8-472C-887A-D3465177EA9B}" dt="2020-09-10T16:26:25.280" v="1674"/>
        <pc:sldMkLst>
          <pc:docMk/>
          <pc:sldMk cId="2908224801" sldId="1029"/>
        </pc:sldMkLst>
      </pc:sldChg>
      <pc:sldChg chg="addSp delSp modSp new del mod">
        <pc:chgData name="Marzieh Ayati" userId="719e7aeb-c3b5-48e5-801b-084d43cd09ac" providerId="ADAL" clId="{E89CE533-62F8-472C-887A-D3465177EA9B}" dt="2020-09-10T16:26:21.191" v="1673" actId="2696"/>
        <pc:sldMkLst>
          <pc:docMk/>
          <pc:sldMk cId="4166284488" sldId="1029"/>
        </pc:sldMkLst>
        <pc:spChg chg="mod">
          <ac:chgData name="Marzieh Ayati" userId="719e7aeb-c3b5-48e5-801b-084d43cd09ac" providerId="ADAL" clId="{E89CE533-62F8-472C-887A-D3465177EA9B}" dt="2020-09-10T01:34:53.355" v="1251"/>
          <ac:spMkLst>
            <pc:docMk/>
            <pc:sldMk cId="4166284488" sldId="1029"/>
            <ac:spMk id="2" creationId="{DE8A1993-FF8B-42BD-A9A7-F48854B29537}"/>
          </ac:spMkLst>
        </pc:spChg>
        <pc:spChg chg="mod">
          <ac:chgData name="Marzieh Ayati" userId="719e7aeb-c3b5-48e5-801b-084d43cd09ac" providerId="ADAL" clId="{E89CE533-62F8-472C-887A-D3465177EA9B}" dt="2020-09-10T01:35:59.797" v="1323" actId="6549"/>
          <ac:spMkLst>
            <pc:docMk/>
            <pc:sldMk cId="4166284488" sldId="1029"/>
            <ac:spMk id="3" creationId="{A15082E7-82D5-4E87-AF04-31A4845C25C6}"/>
          </ac:spMkLst>
        </pc:spChg>
        <pc:picChg chg="add del mod">
          <ac:chgData name="Marzieh Ayati" userId="719e7aeb-c3b5-48e5-801b-084d43cd09ac" providerId="ADAL" clId="{E89CE533-62F8-472C-887A-D3465177EA9B}" dt="2020-09-10T01:37:49.636" v="1333" actId="478"/>
          <ac:picMkLst>
            <pc:docMk/>
            <pc:sldMk cId="4166284488" sldId="1029"/>
            <ac:picMk id="4" creationId="{3035FB43-1415-473C-8DA4-5346B9E45785}"/>
          </ac:picMkLst>
        </pc:picChg>
        <pc:picChg chg="add del mod">
          <ac:chgData name="Marzieh Ayati" userId="719e7aeb-c3b5-48e5-801b-084d43cd09ac" providerId="ADAL" clId="{E89CE533-62F8-472C-887A-D3465177EA9B}" dt="2020-09-10T01:37:51.716" v="1334" actId="478"/>
          <ac:picMkLst>
            <pc:docMk/>
            <pc:sldMk cId="4166284488" sldId="1029"/>
            <ac:picMk id="5" creationId="{532B5406-E55F-4427-8359-7324C15BEA1B}"/>
          </ac:picMkLst>
        </pc:picChg>
        <pc:picChg chg="add del mod">
          <ac:chgData name="Marzieh Ayati" userId="719e7aeb-c3b5-48e5-801b-084d43cd09ac" providerId="ADAL" clId="{E89CE533-62F8-472C-887A-D3465177EA9B}" dt="2020-09-10T01:37:53.652" v="1335" actId="478"/>
          <ac:picMkLst>
            <pc:docMk/>
            <pc:sldMk cId="4166284488" sldId="1029"/>
            <ac:picMk id="6" creationId="{CF0C8599-9518-457A-AEB9-794D24866E14}"/>
          </ac:picMkLst>
        </pc:picChg>
        <pc:picChg chg="add del mod">
          <ac:chgData name="Marzieh Ayati" userId="719e7aeb-c3b5-48e5-801b-084d43cd09ac" providerId="ADAL" clId="{E89CE533-62F8-472C-887A-D3465177EA9B}" dt="2020-09-10T01:37:55.316" v="1336" actId="478"/>
          <ac:picMkLst>
            <pc:docMk/>
            <pc:sldMk cId="4166284488" sldId="1029"/>
            <ac:picMk id="7" creationId="{19A53338-28F1-4F31-B160-D30FA09BB446}"/>
          </ac:picMkLst>
        </pc:picChg>
        <pc:picChg chg="add mod">
          <ac:chgData name="Marzieh Ayati" userId="719e7aeb-c3b5-48e5-801b-084d43cd09ac" providerId="ADAL" clId="{E89CE533-62F8-472C-887A-D3465177EA9B}" dt="2020-09-10T01:38:13.004" v="1340" actId="1076"/>
          <ac:picMkLst>
            <pc:docMk/>
            <pc:sldMk cId="4166284488" sldId="1029"/>
            <ac:picMk id="8" creationId="{4AADE3E8-6D94-4E49-9D8E-65C92AC5D4C1}"/>
          </ac:picMkLst>
        </pc:picChg>
      </pc:sldChg>
      <pc:sldChg chg="addSp modSp new del mod">
        <pc:chgData name="Marzieh Ayati" userId="719e7aeb-c3b5-48e5-801b-084d43cd09ac" providerId="ADAL" clId="{E89CE533-62F8-472C-887A-D3465177EA9B}" dt="2020-09-10T16:26:21.191" v="1673" actId="2696"/>
        <pc:sldMkLst>
          <pc:docMk/>
          <pc:sldMk cId="1060107976" sldId="1030"/>
        </pc:sldMkLst>
        <pc:spChg chg="mod">
          <ac:chgData name="Marzieh Ayati" userId="719e7aeb-c3b5-48e5-801b-084d43cd09ac" providerId="ADAL" clId="{E89CE533-62F8-472C-887A-D3465177EA9B}" dt="2020-09-10T01:38:46.357" v="1361" actId="20577"/>
          <ac:spMkLst>
            <pc:docMk/>
            <pc:sldMk cId="1060107976" sldId="1030"/>
            <ac:spMk id="2" creationId="{349EA69C-E1EF-48AA-9159-B0A01B27E10C}"/>
          </ac:spMkLst>
        </pc:spChg>
        <pc:spChg chg="mod">
          <ac:chgData name="Marzieh Ayati" userId="719e7aeb-c3b5-48e5-801b-084d43cd09ac" providerId="ADAL" clId="{E89CE533-62F8-472C-887A-D3465177EA9B}" dt="2020-09-10T01:39:13.476" v="1403" actId="20577"/>
          <ac:spMkLst>
            <pc:docMk/>
            <pc:sldMk cId="1060107976" sldId="1030"/>
            <ac:spMk id="3" creationId="{99E83481-B0A0-4F8F-B19D-7346AA4A2470}"/>
          </ac:spMkLst>
        </pc:spChg>
        <pc:picChg chg="add mod">
          <ac:chgData name="Marzieh Ayati" userId="719e7aeb-c3b5-48e5-801b-084d43cd09ac" providerId="ADAL" clId="{E89CE533-62F8-472C-887A-D3465177EA9B}" dt="2020-09-10T01:39:29.908" v="1405" actId="1076"/>
          <ac:picMkLst>
            <pc:docMk/>
            <pc:sldMk cId="1060107976" sldId="1030"/>
            <ac:picMk id="4" creationId="{9627E680-E353-42F4-A302-B3054822EBAB}"/>
          </ac:picMkLst>
        </pc:picChg>
      </pc:sldChg>
      <pc:sldChg chg="add">
        <pc:chgData name="Marzieh Ayati" userId="719e7aeb-c3b5-48e5-801b-084d43cd09ac" providerId="ADAL" clId="{E89CE533-62F8-472C-887A-D3465177EA9B}" dt="2020-09-10T16:26:25.280" v="1674"/>
        <pc:sldMkLst>
          <pc:docMk/>
          <pc:sldMk cId="1474234203" sldId="1030"/>
        </pc:sldMkLst>
      </pc:sldChg>
      <pc:sldChg chg="modSp add mod">
        <pc:chgData name="Marzieh Ayati" userId="719e7aeb-c3b5-48e5-801b-084d43cd09ac" providerId="ADAL" clId="{E89CE533-62F8-472C-887A-D3465177EA9B}" dt="2020-09-10T16:26:41.607" v="1675" actId="6549"/>
        <pc:sldMkLst>
          <pc:docMk/>
          <pc:sldMk cId="1448147620" sldId="1031"/>
        </pc:sldMkLst>
        <pc:spChg chg="mod">
          <ac:chgData name="Marzieh Ayati" userId="719e7aeb-c3b5-48e5-801b-084d43cd09ac" providerId="ADAL" clId="{E89CE533-62F8-472C-887A-D3465177EA9B}" dt="2020-09-10T16:26:41.607" v="1675" actId="6549"/>
          <ac:spMkLst>
            <pc:docMk/>
            <pc:sldMk cId="1448147620" sldId="1031"/>
            <ac:spMk id="3" creationId="{20EE44EA-1185-471A-843E-6D9F6332D5A7}"/>
          </ac:spMkLst>
        </pc:spChg>
      </pc:sldChg>
      <pc:sldChg chg="modSp new del mod">
        <pc:chgData name="Marzieh Ayati" userId="719e7aeb-c3b5-48e5-801b-084d43cd09ac" providerId="ADAL" clId="{E89CE533-62F8-472C-887A-D3465177EA9B}" dt="2020-09-10T16:26:21.191" v="1673" actId="2696"/>
        <pc:sldMkLst>
          <pc:docMk/>
          <pc:sldMk cId="3273071215" sldId="1031"/>
        </pc:sldMkLst>
        <pc:spChg chg="mod">
          <ac:chgData name="Marzieh Ayati" userId="719e7aeb-c3b5-48e5-801b-084d43cd09ac" providerId="ADAL" clId="{E89CE533-62F8-472C-887A-D3465177EA9B}" dt="2020-09-10T01:39:39.332" v="1426" actId="20577"/>
          <ac:spMkLst>
            <pc:docMk/>
            <pc:sldMk cId="3273071215" sldId="1031"/>
            <ac:spMk id="2" creationId="{FFB98DF7-2A51-41BD-B681-2F1164C8B12F}"/>
          </ac:spMkLst>
        </pc:spChg>
        <pc:spChg chg="mod">
          <ac:chgData name="Marzieh Ayati" userId="719e7aeb-c3b5-48e5-801b-084d43cd09ac" providerId="ADAL" clId="{E89CE533-62F8-472C-887A-D3465177EA9B}" dt="2020-09-10T02:29:29.032" v="1565" actId="6549"/>
          <ac:spMkLst>
            <pc:docMk/>
            <pc:sldMk cId="3273071215" sldId="1031"/>
            <ac:spMk id="3" creationId="{20EE44EA-1185-471A-843E-6D9F6332D5A7}"/>
          </ac:spMkLst>
        </pc:spChg>
      </pc:sldChg>
      <pc:sldChg chg="addSp delSp modSp new mod">
        <pc:chgData name="Marzieh Ayati" userId="719e7aeb-c3b5-48e5-801b-084d43cd09ac" providerId="ADAL" clId="{E89CE533-62F8-472C-887A-D3465177EA9B}" dt="2020-09-10T02:57:29.568" v="1672" actId="1076"/>
        <pc:sldMkLst>
          <pc:docMk/>
          <pc:sldMk cId="1679519957" sldId="1032"/>
        </pc:sldMkLst>
        <pc:spChg chg="mod">
          <ac:chgData name="Marzieh Ayati" userId="719e7aeb-c3b5-48e5-801b-084d43cd09ac" providerId="ADAL" clId="{E89CE533-62F8-472C-887A-D3465177EA9B}" dt="2020-09-10T02:31:19.497" v="1598" actId="1076"/>
          <ac:spMkLst>
            <pc:docMk/>
            <pc:sldMk cId="1679519957" sldId="1032"/>
            <ac:spMk id="2" creationId="{7F3ADD0B-01A4-4FC7-9ACE-24CC24DB16F6}"/>
          </ac:spMkLst>
        </pc:spChg>
        <pc:spChg chg="del">
          <ac:chgData name="Marzieh Ayati" userId="719e7aeb-c3b5-48e5-801b-084d43cd09ac" providerId="ADAL" clId="{E89CE533-62F8-472C-887A-D3465177EA9B}" dt="2020-09-10T02:31:11.139" v="1594" actId="478"/>
          <ac:spMkLst>
            <pc:docMk/>
            <pc:sldMk cId="1679519957" sldId="1032"/>
            <ac:spMk id="3" creationId="{BA8E67A8-42B7-47D4-9DB0-8A5DA7790AB9}"/>
          </ac:spMkLst>
        </pc:spChg>
        <pc:spChg chg="add mod">
          <ac:chgData name="Marzieh Ayati" userId="719e7aeb-c3b5-48e5-801b-084d43cd09ac" providerId="ADAL" clId="{E89CE533-62F8-472C-887A-D3465177EA9B}" dt="2020-09-10T02:57:29.568" v="1672" actId="1076"/>
          <ac:spMkLst>
            <pc:docMk/>
            <pc:sldMk cId="1679519957" sldId="1032"/>
            <ac:spMk id="4" creationId="{0C7C9A93-381E-4EE7-B438-48DCFA38AA24}"/>
          </ac:spMkLst>
        </pc:spChg>
        <pc:picChg chg="add mod">
          <ac:chgData name="Marzieh Ayati" userId="719e7aeb-c3b5-48e5-801b-084d43cd09ac" providerId="ADAL" clId="{E89CE533-62F8-472C-887A-D3465177EA9B}" dt="2020-09-10T02:32:22.449" v="1603" actId="1076"/>
          <ac:picMkLst>
            <pc:docMk/>
            <pc:sldMk cId="1679519957" sldId="1032"/>
            <ac:picMk id="1026" creationId="{0534231D-9C57-4B49-A119-6E601A83AC4F}"/>
          </ac:picMkLst>
        </pc:picChg>
        <pc:picChg chg="add del mod">
          <ac:chgData name="Marzieh Ayati" userId="719e7aeb-c3b5-48e5-801b-084d43cd09ac" providerId="ADAL" clId="{E89CE533-62F8-472C-887A-D3465177EA9B}" dt="2020-09-10T02:32:19.504" v="1602" actId="478"/>
          <ac:picMkLst>
            <pc:docMk/>
            <pc:sldMk cId="1679519957" sldId="1032"/>
            <ac:picMk id="1028" creationId="{8654A683-0422-4D41-AAEF-8812B3489002}"/>
          </ac:picMkLst>
        </pc:picChg>
      </pc:sldChg>
      <pc:sldChg chg="modSp new mod">
        <pc:chgData name="Marzieh Ayati" userId="719e7aeb-c3b5-48e5-801b-084d43cd09ac" providerId="ADAL" clId="{E89CE533-62F8-472C-887A-D3465177EA9B}" dt="2020-09-10T02:55:06.208" v="1635" actId="20577"/>
        <pc:sldMkLst>
          <pc:docMk/>
          <pc:sldMk cId="2037974927" sldId="1033"/>
        </pc:sldMkLst>
        <pc:spChg chg="mod">
          <ac:chgData name="Marzieh Ayati" userId="719e7aeb-c3b5-48e5-801b-084d43cd09ac" providerId="ADAL" clId="{E89CE533-62F8-472C-887A-D3465177EA9B}" dt="2020-09-10T02:55:06.208" v="1635" actId="20577"/>
          <ac:spMkLst>
            <pc:docMk/>
            <pc:sldMk cId="2037974927" sldId="1033"/>
            <ac:spMk id="2" creationId="{38AB9FF3-BCCC-404E-B6C9-AE9444B2FD10}"/>
          </ac:spMkLst>
        </pc:spChg>
      </pc:sldChg>
      <pc:sldChg chg="modSp new mod">
        <pc:chgData name="Marzieh Ayati" userId="719e7aeb-c3b5-48e5-801b-084d43cd09ac" providerId="ADAL" clId="{E89CE533-62F8-472C-887A-D3465177EA9B}" dt="2020-09-10T02:56:00.822" v="1647" actId="6549"/>
        <pc:sldMkLst>
          <pc:docMk/>
          <pc:sldMk cId="2964946274" sldId="1034"/>
        </pc:sldMkLst>
        <pc:spChg chg="mod">
          <ac:chgData name="Marzieh Ayati" userId="719e7aeb-c3b5-48e5-801b-084d43cd09ac" providerId="ADAL" clId="{E89CE533-62F8-472C-887A-D3465177EA9B}" dt="2020-09-10T02:55:42.791" v="1643" actId="1076"/>
          <ac:spMkLst>
            <pc:docMk/>
            <pc:sldMk cId="2964946274" sldId="1034"/>
            <ac:spMk id="2" creationId="{6AF7C46D-5FA0-4BF2-A0DC-415F8B42799E}"/>
          </ac:spMkLst>
        </pc:spChg>
        <pc:spChg chg="mod">
          <ac:chgData name="Marzieh Ayati" userId="719e7aeb-c3b5-48e5-801b-084d43cd09ac" providerId="ADAL" clId="{E89CE533-62F8-472C-887A-D3465177EA9B}" dt="2020-09-10T02:56:00.822" v="1647" actId="6549"/>
          <ac:spMkLst>
            <pc:docMk/>
            <pc:sldMk cId="2964946274" sldId="1034"/>
            <ac:spMk id="3" creationId="{81CEA931-5E1C-454E-85AC-8123FF1B2EA0}"/>
          </ac:spMkLst>
        </pc:spChg>
      </pc:sldChg>
      <pc:sldChg chg="modSp new mod">
        <pc:chgData name="Marzieh Ayati" userId="719e7aeb-c3b5-48e5-801b-084d43cd09ac" providerId="ADAL" clId="{E89CE533-62F8-472C-887A-D3465177EA9B}" dt="2020-09-10T02:56:55.920" v="1662" actId="20577"/>
        <pc:sldMkLst>
          <pc:docMk/>
          <pc:sldMk cId="3779560839" sldId="1035"/>
        </pc:sldMkLst>
        <pc:spChg chg="mod">
          <ac:chgData name="Marzieh Ayati" userId="719e7aeb-c3b5-48e5-801b-084d43cd09ac" providerId="ADAL" clId="{E89CE533-62F8-472C-887A-D3465177EA9B}" dt="2020-09-10T02:56:55.920" v="1662" actId="20577"/>
          <ac:spMkLst>
            <pc:docMk/>
            <pc:sldMk cId="3779560839" sldId="1035"/>
            <ac:spMk id="3" creationId="{A9D48421-8BD4-48D4-B183-F921470B7767}"/>
          </ac:spMkLst>
        </pc:spChg>
      </pc:sldChg>
      <pc:sldMasterChg chg="delSldLayout">
        <pc:chgData name="Marzieh Ayati" userId="719e7aeb-c3b5-48e5-801b-084d43cd09ac" providerId="ADAL" clId="{E89CE533-62F8-472C-887A-D3465177EA9B}" dt="2020-09-10T02:55:08.825" v="1636" actId="47"/>
        <pc:sldMasterMkLst>
          <pc:docMk/>
          <pc:sldMasterMk cId="1922527381" sldId="2147483648"/>
        </pc:sldMasterMkLst>
        <pc:sldLayoutChg chg="del">
          <pc:chgData name="Marzieh Ayati" userId="719e7aeb-c3b5-48e5-801b-084d43cd09ac" providerId="ADAL" clId="{E89CE533-62F8-472C-887A-D3465177EA9B}" dt="2020-09-10T02:55:08.825" v="1636" actId="47"/>
          <pc:sldLayoutMkLst>
            <pc:docMk/>
            <pc:sldMasterMk cId="1922527381" sldId="2147483648"/>
            <pc:sldLayoutMk cId="2957548409" sldId="2147483660"/>
          </pc:sldLayoutMkLst>
        </pc:sldLayoutChg>
      </pc:sldMasterChg>
    </pc:docChg>
  </pc:docChgLst>
  <pc:docChgLst>
    <pc:chgData name="Marzieh Ayati" userId="719e7aeb-c3b5-48e5-801b-084d43cd09ac" providerId="ADAL" clId="{A6F05AB8-9E04-4D4A-84F8-C7A7584A6986}"/>
    <pc:docChg chg="delSld">
      <pc:chgData name="Marzieh Ayati" userId="719e7aeb-c3b5-48e5-801b-084d43cd09ac" providerId="ADAL" clId="{A6F05AB8-9E04-4D4A-84F8-C7A7584A6986}" dt="2023-02-06T16:23:16.396" v="0" actId="47"/>
      <pc:docMkLst>
        <pc:docMk/>
      </pc:docMkLst>
      <pc:sldChg chg="del">
        <pc:chgData name="Marzieh Ayati" userId="719e7aeb-c3b5-48e5-801b-084d43cd09ac" providerId="ADAL" clId="{A6F05AB8-9E04-4D4A-84F8-C7A7584A6986}" dt="2023-02-06T16:23:16.396" v="0" actId="47"/>
        <pc:sldMkLst>
          <pc:docMk/>
          <pc:sldMk cId="1448147620" sldId="10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76482-2B18-4830-A699-AC26F6DB76CD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B5686-4A50-48A0-82A8-CB994213D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4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BDDE-049D-48DC-B01B-003302571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70388-34CE-45C9-8EE9-F7119AD6A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06907-406C-48AE-96D9-8F1DEF02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2DD80-09E3-44A4-B635-179A1888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6FD52-3F3F-4422-A602-E105D81E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0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DAA6-1311-4736-B14B-DB25941F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8F96F-4207-4FE7-8A4C-7AE3215C1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DE8D-DF8E-44E2-B9F8-9F572774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6FBB-6A1C-4B48-A3F8-C0CD360D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336DA-A9C6-476F-9C0E-8A727217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5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BF18-860A-4ACB-B65A-6B70C01D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7DE04-3F19-4A8B-AFCC-FFE4315B6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47483-FF55-4394-BC7B-05CE76C0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B5CF-6D49-4DD0-9A76-2A8B1510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41331-2196-4DA0-9EFF-E426F69B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8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32F3-875F-4F9A-8F88-7A7C08E6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992DA-1FD8-4219-B29F-0CBA9067D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57F94-34BB-4AFC-9447-47A5730C3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F1F2A-5E65-434C-B6B4-6C1CEF307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8FC0A-4C5E-4DE4-853A-5B87D7BF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CFE3C-6BF9-4576-A5E9-00882480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3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DA06-8D98-4CE2-B312-FB3E2F25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CD336-0CF3-48C2-81F2-13228AA4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77107-5AF0-47FE-B479-FE8F087EE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ECF5-45E6-45F6-97FA-DF81E8E8C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A7C75-CB34-4FA8-9E8F-DCA31737D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4B9D77-CA2C-40F0-9F7B-AC361FCA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FC449-230B-4F91-A13F-189164F5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1D2B5-79E4-4D25-B0B2-586E47F1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8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2B8B-6EF7-4DB9-83D9-048FE66B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5445A-2D59-4F09-9A5C-37BFD244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FF9A1-97D6-428C-9BEF-C05A9DD4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8563C-F03A-49EB-B496-8BF5331B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5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535E8-F18B-493B-B939-C39B8A5A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F44F8-4D5C-43A6-B810-7EA9D47A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608F7-2D61-447C-A228-9533A3E0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19A1-1666-47AC-9A8C-F1B473433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68DC-17C7-41F7-B0CC-C228C05F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31AC7-EE24-4A83-A529-1A2508D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37EA3-490C-42C4-9FCF-8FE7A06D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38E1A-223D-4DE2-B8A2-892B2785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3242C-B0CD-40A4-BF6E-06974E57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7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FD78-FF8C-457B-B56C-69020C80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600664-5279-456B-8345-C7FE48527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966E6-BFD6-4915-BA17-9A983646B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78FF2-862D-4E60-9488-239D4768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BAD86-1F8D-48C0-8FD1-4CEDBB30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BFD6A-D976-4697-8F98-33A56B85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653F-72C2-4198-9F9B-840DFAD8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7181F-52BF-4ABF-90DD-EC7E36E69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F29A1-D0A1-4467-84CC-49E428AF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4FBB8-F9D8-4E4B-836D-DE9A2567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11B22-19AF-4205-9D59-FE14D45E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88766E-E05F-4A7E-BAF1-111E54E6C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F474F-1789-424E-A6AA-BE4A38CE3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369E3-F939-40A4-81C0-9F58E768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A17B8-2E23-4A63-9FEB-AA04D908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53FAB-AEBF-4968-9519-6FC5DECE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6A9E3-064B-4309-A08C-3ACF1048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582D0-8C5C-4A75-81BE-DA62A93CA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0041B-16BC-4867-B71A-41E032274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1D6BE-03BD-4054-B718-6080119DD1D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14F87-EC1D-4EA0-88A6-26E969399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3CEF7-141B-423C-8819-D9F1E06FA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58F88-0353-4038-8EA7-47FA1DF0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2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5157-B0B1-4FA8-8A50-336E8EAB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956" y="2193925"/>
            <a:ext cx="10515600" cy="1325563"/>
          </a:xfrm>
        </p:spPr>
        <p:txBody>
          <a:bodyPr/>
          <a:lstStyle/>
          <a:p>
            <a:r>
              <a:rPr lang="en-US"/>
              <a:t>Data Distribution and Data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20714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E194-78E9-4031-BF98-A7763163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47" y="99143"/>
            <a:ext cx="10515600" cy="1325563"/>
          </a:xfrm>
        </p:spPr>
        <p:txBody>
          <a:bodyPr/>
          <a:lstStyle/>
          <a:p>
            <a:r>
              <a:rPr lang="en-US"/>
              <a:t>What is the distribution of a given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75E4-6E0B-4FFC-99E6-8D1055194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253" y="1646791"/>
            <a:ext cx="10515600" cy="4351338"/>
          </a:xfrm>
        </p:spPr>
        <p:txBody>
          <a:bodyPr/>
          <a:lstStyle/>
          <a:p>
            <a:r>
              <a:rPr lang="en-US"/>
              <a:t>We have to use the given data to identify the parameters for different probability density functions of different distributions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DF3D7-8971-40F8-9E83-51B049D79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756" y="4565097"/>
            <a:ext cx="3147552" cy="1433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BA49E5-1ECB-4720-A7C7-40B85F200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532" y="2585913"/>
            <a:ext cx="2769238" cy="1433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B119C0-69CE-47E3-844A-EA990999D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228" y="5387975"/>
            <a:ext cx="1998000" cy="1188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45A05-6A58-4D9D-8A1A-B4D7F4D65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610" y="2769675"/>
            <a:ext cx="2815908" cy="1651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A9F821-F172-49E3-B223-ED895D2B66AF}"/>
              </a:ext>
            </a:extLst>
          </p:cNvPr>
          <p:cNvSpPr txBox="1"/>
          <p:nvPr/>
        </p:nvSpPr>
        <p:spPr>
          <a:xfrm>
            <a:off x="369230" y="2832885"/>
            <a:ext cx="2046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Normal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70693-1DA4-44B0-B6B5-7B2426FBE241}"/>
              </a:ext>
            </a:extLst>
          </p:cNvPr>
          <p:cNvSpPr txBox="1"/>
          <p:nvPr/>
        </p:nvSpPr>
        <p:spPr>
          <a:xfrm>
            <a:off x="5352176" y="3239636"/>
            <a:ext cx="245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Exponential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5483D-DAAF-4BC3-AEF8-08A3E5EF6E69}"/>
              </a:ext>
            </a:extLst>
          </p:cNvPr>
          <p:cNvSpPr txBox="1"/>
          <p:nvPr/>
        </p:nvSpPr>
        <p:spPr>
          <a:xfrm>
            <a:off x="422247" y="5164540"/>
            <a:ext cx="21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Uniform Distribution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A28FC1-1C24-45F1-AB10-889330B85B57}"/>
              </a:ext>
            </a:extLst>
          </p:cNvPr>
          <p:cNvSpPr txBox="1"/>
          <p:nvPr/>
        </p:nvSpPr>
        <p:spPr>
          <a:xfrm>
            <a:off x="5178781" y="4890782"/>
            <a:ext cx="2365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Power Law Distribution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893147-92FE-41F3-9D1B-4F61FED80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18" y="4117318"/>
            <a:ext cx="2628900" cy="733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491536-3CB9-4E4A-8425-5208D5CD53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71" y="5902351"/>
            <a:ext cx="2047875" cy="819150"/>
          </a:xfrm>
          <a:prstGeom prst="rect">
            <a:avLst/>
          </a:prstGeom>
        </p:spPr>
      </p:pic>
      <p:pic>
        <p:nvPicPr>
          <p:cNvPr id="15" name="Google Shape;376;p55">
            <a:extLst>
              <a:ext uri="{FF2B5EF4-FFF2-40B4-BE49-F238E27FC236}">
                <a16:creationId xmlns:a16="http://schemas.microsoft.com/office/drawing/2014/main" id="{2B092934-3EDE-42BB-891E-88B335EB0B1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24201" y="5933118"/>
            <a:ext cx="6433167" cy="931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62;p54">
            <a:extLst>
              <a:ext uri="{FF2B5EF4-FFF2-40B4-BE49-F238E27FC236}">
                <a16:creationId xmlns:a16="http://schemas.microsoft.com/office/drawing/2014/main" id="{340B3C6F-D361-4C3E-9DD8-CCE7CD0B0DC4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6000" y="3698375"/>
            <a:ext cx="2628901" cy="73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726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1993-FF8B-42BD-A9A7-F48854B2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distribution of a given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082E7-82D5-4E87-AF04-31A4845C2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Plot histogram of your data</a:t>
            </a:r>
          </a:p>
          <a:p>
            <a:r>
              <a:rPr lang="en-US"/>
              <a:t>Plot the hypothetical distribution 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ADE3E8-6D94-4E49-9D8E-65C92AC5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22" y="3023137"/>
            <a:ext cx="7327756" cy="346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2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A69C-E1EF-48AA-9159-B0A01B27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Further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83481-B0A0-4F8F-B19D-7346AA4A2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Check the cumulative distribution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7E680-E353-42F4-A302-B3054822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73" y="2530475"/>
            <a:ext cx="85439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3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4DA8-C893-4EF2-8033-30F5D87B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Quantile-Quantile Plot (Q-Q Plot)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2A1F-F9EF-439A-8821-0B9078573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Quantile-quantile plots allow us to compare the quantiles of two sets of numbers</a:t>
            </a:r>
          </a:p>
          <a:p>
            <a:endParaRPr lang="en-US"/>
          </a:p>
          <a:p>
            <a:r>
              <a:rPr lang="en-US"/>
              <a:t>It helps to answer if a data comes from a specific distribution</a:t>
            </a:r>
          </a:p>
          <a:p>
            <a:endParaRPr lang="en-US"/>
          </a:p>
          <a:p>
            <a:r>
              <a:rPr lang="en-US"/>
              <a:t>This kind of comparison is much more detailed than a simple comparison of means or medians</a:t>
            </a:r>
          </a:p>
          <a:p>
            <a:endParaRPr lang="en-US"/>
          </a:p>
          <a:p>
            <a:r>
              <a:rPr lang="en-US"/>
              <a:t>The sample sizes do not need to be equal.</a:t>
            </a:r>
          </a:p>
        </p:txBody>
      </p:sp>
    </p:spTree>
    <p:extLst>
      <p:ext uri="{BB962C8B-B14F-4D97-AF65-F5344CB8AC3E}">
        <p14:creationId xmlns:p14="http://schemas.microsoft.com/office/powerpoint/2010/main" val="249384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5DBF-0731-45B6-B4AC-25840D4C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/>
              <a:t>Is this data normally distributed?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745C-7E57-4005-8C62-90B384A8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" y="1343818"/>
            <a:ext cx="3079721" cy="5369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D0B3D4-3B4D-438A-9E4E-0595F330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532" y="1460042"/>
            <a:ext cx="4381746" cy="5253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8E514-9C91-4EE5-8A73-B71B6A82B52D}"/>
              </a:ext>
            </a:extLst>
          </p:cNvPr>
          <p:cNvSpPr txBox="1"/>
          <p:nvPr/>
        </p:nvSpPr>
        <p:spPr>
          <a:xfrm>
            <a:off x="995308" y="1090709"/>
            <a:ext cx="390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1: Give each point its own quantile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2A938E-EAE5-40AF-AE80-190822B80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824" y="1343818"/>
            <a:ext cx="4600575" cy="2543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DD4CB1-736F-443D-A357-647F078DA709}"/>
              </a:ext>
            </a:extLst>
          </p:cNvPr>
          <p:cNvSpPr txBox="1"/>
          <p:nvPr/>
        </p:nvSpPr>
        <p:spPr>
          <a:xfrm>
            <a:off x="5336820" y="1090709"/>
            <a:ext cx="268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2: Get a normal curve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FC3794-5AD8-4F91-8E7C-3DEC15BC4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663" y="1477168"/>
            <a:ext cx="4495800" cy="2409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33824C-4A93-49C9-94AF-77BC11183CB4}"/>
              </a:ext>
            </a:extLst>
          </p:cNvPr>
          <p:cNvSpPr txBox="1"/>
          <p:nvPr/>
        </p:nvSpPr>
        <p:spPr>
          <a:xfrm>
            <a:off x="8151474" y="1460041"/>
            <a:ext cx="42510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Step 3: Add the same number of quantiles to the curve</a:t>
            </a:r>
          </a:p>
          <a:p>
            <a:r>
              <a:rPr lang="en-US"/>
              <a:t>Equal sized group in normal curve means equal probability observing a value</a:t>
            </a:r>
          </a:p>
          <a:p>
            <a:r>
              <a:rPr lang="en-US"/>
              <a:t>Within each group (narrower group in the middle, wider group on the edge)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AEA724-5D30-45EF-B41B-88134BCD3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14825"/>
            <a:ext cx="12165858" cy="56275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05649B-FAE5-46FB-B37D-6D18EAADA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42" y="1214825"/>
            <a:ext cx="11837942" cy="5623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B4B3BC-4FB4-4271-91D9-0C2FD8BA80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42" y="1057455"/>
            <a:ext cx="12001853" cy="5849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F973E8-75A4-495A-86DD-574E709DE4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42" y="1078501"/>
            <a:ext cx="11685959" cy="57271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9473B5-97F0-4EFD-ABC9-9B40DF9C41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664" y="3250522"/>
            <a:ext cx="4381746" cy="365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6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5DBF-0731-45B6-B4AC-25840D4C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/>
              <a:t>Is this data Uniformly distributed?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745C-7E57-4005-8C62-90B384A8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" y="1343818"/>
            <a:ext cx="3079721" cy="5369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D0B3D4-3B4D-438A-9E4E-0595F330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532" y="1460042"/>
            <a:ext cx="4381746" cy="5253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8E514-9C91-4EE5-8A73-B71B6A82B52D}"/>
              </a:ext>
            </a:extLst>
          </p:cNvPr>
          <p:cNvSpPr txBox="1"/>
          <p:nvPr/>
        </p:nvSpPr>
        <p:spPr>
          <a:xfrm>
            <a:off x="995308" y="1090709"/>
            <a:ext cx="390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1: Give each point its own quantile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D4CB1-736F-443D-A357-647F078DA709}"/>
              </a:ext>
            </a:extLst>
          </p:cNvPr>
          <p:cNvSpPr txBox="1"/>
          <p:nvPr/>
        </p:nvSpPr>
        <p:spPr>
          <a:xfrm>
            <a:off x="5336820" y="1090709"/>
            <a:ext cx="3331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2: Get a uniform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3824C-4A93-49C9-94AF-77BC11183CB4}"/>
              </a:ext>
            </a:extLst>
          </p:cNvPr>
          <p:cNvSpPr txBox="1"/>
          <p:nvPr/>
        </p:nvSpPr>
        <p:spPr>
          <a:xfrm>
            <a:off x="8151474" y="1460041"/>
            <a:ext cx="4251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Step 3: Add the same number of quantiles to the curve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3CCE4-58F6-4E6F-844F-7936931DC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679" y="1423886"/>
            <a:ext cx="3149795" cy="1714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5BF9E9-C4E4-4B34-BA05-AEA1A991E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641" y="1496196"/>
            <a:ext cx="3149795" cy="17998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4CE4F9-E388-45FD-93C5-FD447D457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42" y="910913"/>
            <a:ext cx="12139716" cy="57899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C9DA54-727E-4546-9DAB-0380220120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65" y="910913"/>
            <a:ext cx="11768359" cy="58169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E200EA-3E99-41F1-A25A-8A441C01D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328" y="3295261"/>
            <a:ext cx="5222496" cy="344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8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72140-9AD4-4A92-B4BF-B4F00079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9FF86-CF5F-4205-A232-EDA177D67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70F3A-C645-48D4-AA39-AA71B2B79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28587"/>
            <a:ext cx="11153775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15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4CE0D2-67F5-406A-A3F4-E46D1A583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773" y="681037"/>
            <a:ext cx="7664681" cy="2438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D65982-3E54-42ED-B0B5-BB7082D8B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98" y="3586172"/>
            <a:ext cx="4947779" cy="2590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1F036-B9EC-4F37-8D1C-55D09DBEF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349" y="3539457"/>
            <a:ext cx="5703651" cy="295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96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B40042-3DC0-4EED-912A-12A9C56B9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93" y="284433"/>
            <a:ext cx="5974708" cy="2962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4E1F69-4A57-4979-8650-53E092F83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72" y="3429000"/>
            <a:ext cx="6120217" cy="323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5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1619-8BAC-4A46-A130-03AF8707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en-US"/>
              <a:t>Q-Q Plot: Comparing two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0612-79B2-42C7-83BA-1D4B3F1FB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3225F-7B86-407E-84A3-5BC24375B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70" y="1670050"/>
            <a:ext cx="4109389" cy="4822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C47F51-58D5-43E2-98DC-7531DBE70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94" y="1648593"/>
            <a:ext cx="4179466" cy="5102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CB83D0-B09A-4FC0-9263-9AD4062D1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01094"/>
            <a:ext cx="4619625" cy="3933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9A4DE5-5DF6-4883-B189-ECA3771AF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4" y="2324893"/>
            <a:ext cx="429577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4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D5DD-A57C-4BD4-8044-9E2559CA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8255"/>
            <a:ext cx="10515600" cy="1325563"/>
          </a:xfrm>
        </p:spPr>
        <p:txBody>
          <a:bodyPr/>
          <a:lstStyle/>
          <a:p>
            <a:r>
              <a:rPr lang="en-US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EA180-6725-456D-ACE4-28AD29A36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Discretization/quantization</a:t>
            </a:r>
          </a:p>
          <a:p>
            <a:r>
              <a:rPr lang="en-US" sz="3600"/>
              <a:t>Normalization</a:t>
            </a:r>
          </a:p>
          <a:p>
            <a:pPr lvl="1"/>
            <a:r>
              <a:rPr lang="en-US" sz="3200"/>
              <a:t>Centering , Scaling, …</a:t>
            </a:r>
          </a:p>
          <a:p>
            <a:r>
              <a:rPr lang="en-US" sz="3600"/>
              <a:t>Other transformation</a:t>
            </a:r>
          </a:p>
          <a:p>
            <a:pPr lvl="1"/>
            <a:r>
              <a:rPr lang="en-US" sz="3200"/>
              <a:t>Logarithmic</a:t>
            </a:r>
          </a:p>
          <a:p>
            <a:pPr lvl="1"/>
            <a:r>
              <a:rPr lang="en-US" sz="3200"/>
              <a:t>Used to change the shape of distribution</a:t>
            </a:r>
          </a:p>
        </p:txBody>
      </p:sp>
    </p:spTree>
    <p:extLst>
      <p:ext uri="{BB962C8B-B14F-4D97-AF65-F5344CB8AC3E}">
        <p14:creationId xmlns:p14="http://schemas.microsoft.com/office/powerpoint/2010/main" val="665143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2B44-40A1-40C4-BFF5-6F125CF2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0515600" cy="1325563"/>
          </a:xfrm>
        </p:spPr>
        <p:txBody>
          <a:bodyPr/>
          <a:lstStyle/>
          <a:p>
            <a:r>
              <a:rPr lang="en-US"/>
              <a:t>Discretization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00A0A-A3CA-46A0-9153-AC23015DA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" y="1220787"/>
            <a:ext cx="10906125" cy="5532437"/>
          </a:xfrm>
        </p:spPr>
        <p:txBody>
          <a:bodyPr>
            <a:normAutofit/>
          </a:bodyPr>
          <a:lstStyle/>
          <a:p>
            <a:r>
              <a:rPr lang="en-US" sz="2000" i="1" spc="-15">
                <a:latin typeface="Arial"/>
                <a:cs typeface="Arial"/>
              </a:rPr>
              <a:t>Discretization</a:t>
            </a:r>
            <a:r>
              <a:rPr lang="en-US" sz="2000" spc="-15">
                <a:latin typeface="Arial"/>
                <a:cs typeface="Arial"/>
              </a:rPr>
              <a:t>, </a:t>
            </a:r>
            <a:r>
              <a:rPr lang="en-US" sz="2000" spc="-50">
                <a:latin typeface="Arial"/>
                <a:cs typeface="Arial"/>
              </a:rPr>
              <a:t>also </a:t>
            </a:r>
            <a:r>
              <a:rPr lang="en-US" sz="2000" spc="-35">
                <a:latin typeface="Arial"/>
                <a:cs typeface="Arial"/>
              </a:rPr>
              <a:t>called </a:t>
            </a:r>
            <a:r>
              <a:rPr lang="en-US" sz="2000" i="1" spc="-15">
                <a:latin typeface="Arial"/>
                <a:cs typeface="Arial"/>
              </a:rPr>
              <a:t>binning</a:t>
            </a:r>
            <a:r>
              <a:rPr lang="en-US" sz="2000" spc="-15">
                <a:latin typeface="Arial"/>
                <a:cs typeface="Arial"/>
              </a:rPr>
              <a:t>, </a:t>
            </a:r>
            <a:r>
              <a:rPr lang="en-US" sz="2000" spc="-30">
                <a:latin typeface="Arial"/>
                <a:cs typeface="Arial"/>
              </a:rPr>
              <a:t>converts </a:t>
            </a:r>
            <a:r>
              <a:rPr lang="en-US" sz="2000" spc="-25">
                <a:latin typeface="Arial"/>
                <a:cs typeface="Arial"/>
              </a:rPr>
              <a:t>numeric </a:t>
            </a:r>
            <a:r>
              <a:rPr lang="en-US" sz="2000" spc="-5">
                <a:latin typeface="Arial"/>
                <a:cs typeface="Arial"/>
              </a:rPr>
              <a:t>attributes </a:t>
            </a:r>
            <a:r>
              <a:rPr lang="en-US" sz="2000" spc="5">
                <a:latin typeface="Arial"/>
                <a:cs typeface="Arial"/>
              </a:rPr>
              <a:t>into </a:t>
            </a:r>
            <a:r>
              <a:rPr lang="en-US" sz="2000" spc="-25">
                <a:latin typeface="Arial"/>
                <a:cs typeface="Arial"/>
              </a:rPr>
              <a:t>categorical</a:t>
            </a:r>
            <a:r>
              <a:rPr lang="en-US" sz="2000" spc="-130">
                <a:latin typeface="Arial"/>
                <a:cs typeface="Arial"/>
              </a:rPr>
              <a:t> </a:t>
            </a:r>
            <a:r>
              <a:rPr lang="en-US" sz="2000" spc="-55">
                <a:latin typeface="Arial"/>
                <a:cs typeface="Arial"/>
              </a:rPr>
              <a:t>ones.</a:t>
            </a:r>
            <a:endParaRPr lang="en-US" sz="2000">
              <a:latin typeface="Arial"/>
              <a:cs typeface="Arial"/>
            </a:endParaRPr>
          </a:p>
          <a:p>
            <a:endParaRPr lang="en-US" sz="2000"/>
          </a:p>
          <a:p>
            <a:pPr marL="76200" marR="373380" indent="-635">
              <a:lnSpc>
                <a:spcPct val="101499"/>
              </a:lnSpc>
              <a:spcBef>
                <a:spcPts val="595"/>
              </a:spcBef>
            </a:pPr>
            <a:r>
              <a:rPr lang="en-US" sz="2000" b="1" i="1" spc="-10">
                <a:latin typeface="Arial"/>
                <a:cs typeface="Arial"/>
              </a:rPr>
              <a:t>Equal-Width </a:t>
            </a:r>
            <a:r>
              <a:rPr lang="en-US" sz="2000" b="1" i="1" spc="-20">
                <a:latin typeface="Arial"/>
                <a:cs typeface="Arial"/>
              </a:rPr>
              <a:t>Intervals</a:t>
            </a:r>
            <a:r>
              <a:rPr lang="en-US" sz="2000" spc="-20">
                <a:latin typeface="Arial"/>
                <a:cs typeface="Arial"/>
              </a:rPr>
              <a:t>: </a:t>
            </a:r>
            <a:r>
              <a:rPr lang="en-US" sz="2000">
                <a:latin typeface="Arial"/>
                <a:cs typeface="Arial"/>
              </a:rPr>
              <a:t>Partition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40">
                <a:latin typeface="Arial"/>
                <a:cs typeface="Arial"/>
              </a:rPr>
              <a:t>range </a:t>
            </a:r>
            <a:r>
              <a:rPr lang="en-US" sz="2000" spc="-5">
                <a:latin typeface="Arial"/>
                <a:cs typeface="Arial"/>
              </a:rPr>
              <a:t>of </a:t>
            </a:r>
            <a:r>
              <a:rPr lang="en-US" sz="2000" i="1" spc="10">
                <a:latin typeface="Arial"/>
                <a:cs typeface="Arial"/>
              </a:rPr>
              <a:t>X </a:t>
            </a:r>
            <a:r>
              <a:rPr lang="en-US" sz="2000" spc="5">
                <a:latin typeface="Arial"/>
                <a:cs typeface="Arial"/>
              </a:rPr>
              <a:t>into </a:t>
            </a:r>
            <a:r>
              <a:rPr lang="en-US" sz="2000" i="1">
                <a:latin typeface="Arial"/>
                <a:cs typeface="Arial"/>
              </a:rPr>
              <a:t>k </a:t>
            </a:r>
            <a:r>
              <a:rPr lang="en-US" sz="2000" i="1" spc="-15">
                <a:latin typeface="Arial"/>
                <a:cs typeface="Arial"/>
              </a:rPr>
              <a:t>equal-width </a:t>
            </a:r>
            <a:r>
              <a:rPr lang="en-US" sz="2000" spc="-20">
                <a:latin typeface="Arial"/>
                <a:cs typeface="Arial"/>
              </a:rPr>
              <a:t>intervals. </a:t>
            </a:r>
            <a:r>
              <a:rPr lang="en-US" sz="2000" spc="-15">
                <a:latin typeface="Arial"/>
                <a:cs typeface="Arial"/>
              </a:rPr>
              <a:t>The  </a:t>
            </a:r>
            <a:r>
              <a:rPr lang="en-US" sz="2000" spc="-10">
                <a:latin typeface="Arial"/>
                <a:cs typeface="Arial"/>
              </a:rPr>
              <a:t>interval </a:t>
            </a:r>
            <a:r>
              <a:rPr lang="en-US" sz="2000">
                <a:latin typeface="Arial"/>
                <a:cs typeface="Arial"/>
              </a:rPr>
              <a:t>width </a:t>
            </a:r>
            <a:r>
              <a:rPr lang="en-US" sz="2000" spc="-45">
                <a:latin typeface="Arial"/>
                <a:cs typeface="Arial"/>
              </a:rPr>
              <a:t>is </a:t>
            </a:r>
            <a:r>
              <a:rPr lang="en-US" sz="2000" spc="-25">
                <a:latin typeface="Arial"/>
                <a:cs typeface="Arial"/>
              </a:rPr>
              <a:t>simply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40">
                <a:latin typeface="Arial"/>
                <a:cs typeface="Arial"/>
              </a:rPr>
              <a:t>range </a:t>
            </a:r>
            <a:r>
              <a:rPr lang="en-US" sz="2000" spc="-5">
                <a:latin typeface="Arial"/>
                <a:cs typeface="Arial"/>
              </a:rPr>
              <a:t>of </a:t>
            </a:r>
            <a:r>
              <a:rPr lang="en-US" sz="2000" i="1" spc="10">
                <a:latin typeface="Arial"/>
                <a:cs typeface="Arial"/>
              </a:rPr>
              <a:t>X </a:t>
            </a:r>
            <a:r>
              <a:rPr lang="en-US" sz="2000" spc="-25">
                <a:latin typeface="Arial"/>
                <a:cs typeface="Arial"/>
              </a:rPr>
              <a:t>divided </a:t>
            </a:r>
            <a:r>
              <a:rPr lang="en-US" sz="2000" spc="-40">
                <a:latin typeface="Arial"/>
                <a:cs typeface="Arial"/>
              </a:rPr>
              <a:t>by</a:t>
            </a:r>
            <a:r>
              <a:rPr lang="en-US" sz="2000" spc="135">
                <a:latin typeface="Arial"/>
                <a:cs typeface="Arial"/>
              </a:rPr>
              <a:t> </a:t>
            </a:r>
            <a:r>
              <a:rPr lang="en-US" sz="2000" i="1" spc="35">
                <a:latin typeface="Arial"/>
                <a:cs typeface="Arial"/>
              </a:rPr>
              <a:t>k</a:t>
            </a:r>
            <a:r>
              <a:rPr lang="en-US" sz="2000" spc="35">
                <a:latin typeface="Arial"/>
                <a:cs typeface="Arial"/>
              </a:rPr>
              <a:t>:</a:t>
            </a:r>
          </a:p>
          <a:p>
            <a:pPr marL="75565" marR="373380" indent="0">
              <a:lnSpc>
                <a:spcPct val="101499"/>
              </a:lnSpc>
              <a:spcBef>
                <a:spcPts val="595"/>
              </a:spcBef>
              <a:buNone/>
            </a:pPr>
            <a:endParaRPr lang="en-US" sz="20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509"/>
              </a:spcBef>
            </a:pPr>
            <a:r>
              <a:rPr lang="en-US" sz="2000" spc="-15">
                <a:latin typeface="Arial"/>
                <a:cs typeface="Arial"/>
              </a:rPr>
              <a:t>Thus, the </a:t>
            </a:r>
            <a:r>
              <a:rPr lang="en-US" sz="2000" i="1" spc="15" err="1">
                <a:latin typeface="Arial"/>
                <a:cs typeface="Arial"/>
              </a:rPr>
              <a:t>i</a:t>
            </a:r>
            <a:r>
              <a:rPr lang="en-US" sz="2000" i="1" spc="15">
                <a:latin typeface="Arial"/>
                <a:cs typeface="Arial"/>
              </a:rPr>
              <a:t> </a:t>
            </a:r>
            <a:r>
              <a:rPr lang="en-US" sz="2000" spc="25" err="1">
                <a:latin typeface="Arial"/>
                <a:cs typeface="Arial"/>
              </a:rPr>
              <a:t>th</a:t>
            </a:r>
            <a:r>
              <a:rPr lang="en-US" sz="2000" spc="25">
                <a:latin typeface="Arial"/>
                <a:cs typeface="Arial"/>
              </a:rPr>
              <a:t> </a:t>
            </a:r>
            <a:r>
              <a:rPr lang="en-US" sz="2000" spc="-10">
                <a:latin typeface="Arial"/>
                <a:cs typeface="Arial"/>
              </a:rPr>
              <a:t>interval </a:t>
            </a:r>
            <a:r>
              <a:rPr lang="en-US" sz="2000" spc="-30">
                <a:latin typeface="Arial"/>
                <a:cs typeface="Arial"/>
              </a:rPr>
              <a:t>boundary </a:t>
            </a:r>
            <a:r>
              <a:rPr lang="en-US" sz="2000" spc="-45">
                <a:latin typeface="Arial"/>
                <a:cs typeface="Arial"/>
              </a:rPr>
              <a:t>is </a:t>
            </a:r>
            <a:r>
              <a:rPr lang="en-US" sz="2000" spc="-35">
                <a:latin typeface="Arial"/>
                <a:cs typeface="Arial"/>
              </a:rPr>
              <a:t>given</a:t>
            </a:r>
            <a:r>
              <a:rPr lang="en-US" sz="2000" spc="-135">
                <a:latin typeface="Arial"/>
                <a:cs typeface="Arial"/>
              </a:rPr>
              <a:t> </a:t>
            </a:r>
            <a:r>
              <a:rPr lang="en-US" sz="2000" spc="-80">
                <a:latin typeface="Arial"/>
                <a:cs typeface="Arial"/>
              </a:rPr>
              <a:t>as</a:t>
            </a:r>
            <a:endParaRPr lang="en-US"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600">
              <a:latin typeface="Arial"/>
              <a:cs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4000">
              <a:latin typeface="Arial"/>
              <a:cs typeface="Arial"/>
            </a:endParaRPr>
          </a:p>
          <a:p>
            <a:pPr marL="76200" marR="72390">
              <a:lnSpc>
                <a:spcPct val="101499"/>
              </a:lnSpc>
            </a:pPr>
            <a:r>
              <a:rPr lang="en-US" sz="2000" b="1" i="1" spc="-35">
                <a:latin typeface="Arial"/>
                <a:cs typeface="Arial"/>
              </a:rPr>
              <a:t>Equal-Frequency </a:t>
            </a:r>
            <a:r>
              <a:rPr lang="en-US" sz="2000" b="1" i="1" spc="-20">
                <a:latin typeface="Arial"/>
                <a:cs typeface="Arial"/>
              </a:rPr>
              <a:t>Intervals</a:t>
            </a:r>
            <a:r>
              <a:rPr lang="en-US" sz="2000" spc="-20">
                <a:latin typeface="Arial"/>
                <a:cs typeface="Arial"/>
              </a:rPr>
              <a:t>: </a:t>
            </a:r>
            <a:r>
              <a:rPr lang="en-US" sz="2000" spc="-50">
                <a:latin typeface="Arial"/>
                <a:cs typeface="Arial"/>
              </a:rPr>
              <a:t>We </a:t>
            </a:r>
            <a:r>
              <a:rPr lang="en-US" sz="2000" spc="-25">
                <a:latin typeface="Arial"/>
                <a:cs typeface="Arial"/>
              </a:rPr>
              <a:t>divide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40">
                <a:latin typeface="Arial"/>
                <a:cs typeface="Arial"/>
              </a:rPr>
              <a:t>range </a:t>
            </a:r>
            <a:r>
              <a:rPr lang="en-US" sz="2000" spc="-5">
                <a:latin typeface="Arial"/>
                <a:cs typeface="Arial"/>
              </a:rPr>
              <a:t>of </a:t>
            </a:r>
            <a:r>
              <a:rPr lang="en-US" sz="2000" i="1" spc="10">
                <a:latin typeface="Arial"/>
                <a:cs typeface="Arial"/>
              </a:rPr>
              <a:t>X </a:t>
            </a:r>
            <a:r>
              <a:rPr lang="en-US" sz="2000" spc="5">
                <a:latin typeface="Arial"/>
                <a:cs typeface="Arial"/>
              </a:rPr>
              <a:t>into </a:t>
            </a:r>
            <a:r>
              <a:rPr lang="en-US" sz="2000" spc="-20">
                <a:latin typeface="Arial"/>
                <a:cs typeface="Arial"/>
              </a:rPr>
              <a:t>intervals </a:t>
            </a:r>
            <a:r>
              <a:rPr lang="en-US" sz="2000" spc="20">
                <a:latin typeface="Arial"/>
                <a:cs typeface="Arial"/>
              </a:rPr>
              <a:t>that </a:t>
            </a:r>
            <a:r>
              <a:rPr lang="en-US" sz="2000" spc="-15">
                <a:latin typeface="Arial"/>
                <a:cs typeface="Arial"/>
              </a:rPr>
              <a:t>contain  (approximately) </a:t>
            </a:r>
            <a:r>
              <a:rPr lang="en-US" sz="2000" spc="-40">
                <a:latin typeface="Arial"/>
                <a:cs typeface="Arial"/>
              </a:rPr>
              <a:t>equal </a:t>
            </a:r>
            <a:r>
              <a:rPr lang="en-US" sz="2000" spc="-25">
                <a:latin typeface="Arial"/>
                <a:cs typeface="Arial"/>
              </a:rPr>
              <a:t>number </a:t>
            </a:r>
            <a:r>
              <a:rPr lang="en-US" sz="2000" spc="-5">
                <a:latin typeface="Arial"/>
                <a:cs typeface="Arial"/>
              </a:rPr>
              <a:t>of </a:t>
            </a:r>
            <a:r>
              <a:rPr lang="en-US" sz="2000" spc="-10">
                <a:latin typeface="Arial"/>
                <a:cs typeface="Arial"/>
              </a:rPr>
              <a:t>points.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20">
                <a:latin typeface="Arial"/>
                <a:cs typeface="Arial"/>
              </a:rPr>
              <a:t>intervals </a:t>
            </a:r>
            <a:r>
              <a:rPr lang="en-US" sz="2000" spc="-55">
                <a:latin typeface="Arial"/>
                <a:cs typeface="Arial"/>
              </a:rPr>
              <a:t>are </a:t>
            </a:r>
            <a:r>
              <a:rPr lang="en-US" sz="2000" spc="-25">
                <a:latin typeface="Arial"/>
                <a:cs typeface="Arial"/>
              </a:rPr>
              <a:t>computed </a:t>
            </a:r>
            <a:r>
              <a:rPr lang="en-US" sz="2000" spc="-5">
                <a:latin typeface="Arial"/>
                <a:cs typeface="Arial"/>
              </a:rPr>
              <a:t>from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20">
                <a:latin typeface="Arial"/>
                <a:cs typeface="Arial"/>
              </a:rPr>
              <a:t>empirical  </a:t>
            </a:r>
            <a:r>
              <a:rPr lang="en-US" sz="2000" spc="-15">
                <a:latin typeface="Arial"/>
                <a:cs typeface="Arial"/>
              </a:rPr>
              <a:t>quantile </a:t>
            </a:r>
            <a:r>
              <a:rPr lang="en-US" sz="2000" spc="-30">
                <a:latin typeface="Arial"/>
                <a:cs typeface="Arial"/>
              </a:rPr>
              <a:t>or </a:t>
            </a:r>
            <a:r>
              <a:rPr lang="en-US" sz="2000" spc="-45">
                <a:latin typeface="Arial"/>
                <a:cs typeface="Arial"/>
              </a:rPr>
              <a:t>inverse </a:t>
            </a:r>
            <a:r>
              <a:rPr lang="en-US" sz="2000" spc="-20">
                <a:latin typeface="Arial"/>
                <a:cs typeface="Arial"/>
              </a:rPr>
              <a:t>cumulative </a:t>
            </a:r>
            <a:r>
              <a:rPr lang="en-US" sz="2000" spc="-5">
                <a:latin typeface="Arial"/>
                <a:cs typeface="Arial"/>
              </a:rPr>
              <a:t>distribution</a:t>
            </a:r>
            <a:r>
              <a:rPr lang="en-US" sz="2000" spc="-40">
                <a:latin typeface="Arial"/>
                <a:cs typeface="Arial"/>
              </a:rPr>
              <a:t> </a:t>
            </a:r>
            <a:r>
              <a:rPr lang="en-US" sz="2000" spc="-5">
                <a:latin typeface="Arial"/>
                <a:cs typeface="Arial"/>
              </a:rPr>
              <a:t>function</a:t>
            </a:r>
            <a:endParaRPr lang="en-US"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600">
              <a:latin typeface="Arial"/>
              <a:cs typeface="Arial"/>
            </a:endParaRPr>
          </a:p>
          <a:p>
            <a:pPr marL="75565" marR="43180">
              <a:lnSpc>
                <a:spcPct val="101499"/>
              </a:lnSpc>
              <a:spcBef>
                <a:spcPts val="840"/>
              </a:spcBef>
            </a:pPr>
            <a:r>
              <a:rPr lang="en-US" sz="2000" spc="-50">
                <a:latin typeface="Arial"/>
                <a:cs typeface="Arial"/>
              </a:rPr>
              <a:t>We </a:t>
            </a:r>
            <a:r>
              <a:rPr lang="en-US" sz="2000" spc="-30">
                <a:latin typeface="Arial"/>
                <a:cs typeface="Arial"/>
              </a:rPr>
              <a:t>require </a:t>
            </a:r>
            <a:r>
              <a:rPr lang="en-US" sz="2000" spc="20">
                <a:latin typeface="Arial"/>
                <a:cs typeface="Arial"/>
              </a:rPr>
              <a:t>that </a:t>
            </a:r>
            <a:r>
              <a:rPr lang="en-US" sz="2000" spc="-55">
                <a:latin typeface="Arial"/>
                <a:cs typeface="Arial"/>
              </a:rPr>
              <a:t>each </a:t>
            </a:r>
            <a:r>
              <a:rPr lang="en-US" sz="2000" spc="-10">
                <a:latin typeface="Arial"/>
                <a:cs typeface="Arial"/>
              </a:rPr>
              <a:t>interval </a:t>
            </a:r>
            <a:r>
              <a:rPr lang="en-US" sz="2000" spc="-15">
                <a:latin typeface="Arial"/>
                <a:cs typeface="Arial"/>
              </a:rPr>
              <a:t>contain </a:t>
            </a:r>
            <a:r>
              <a:rPr lang="en-US" sz="2000" spc="-20">
                <a:latin typeface="Arial"/>
                <a:cs typeface="Arial"/>
              </a:rPr>
              <a:t>1</a:t>
            </a:r>
            <a:r>
              <a:rPr lang="en-US" sz="2000" spc="-20">
                <a:latin typeface="Lucida Sans Unicode"/>
                <a:cs typeface="Lucida Sans Unicode"/>
              </a:rPr>
              <a:t>/</a:t>
            </a:r>
            <a:r>
              <a:rPr lang="en-US" sz="2000" i="1" spc="-20">
                <a:latin typeface="Arial"/>
                <a:cs typeface="Arial"/>
              </a:rPr>
              <a:t>k </a:t>
            </a:r>
            <a:r>
              <a:rPr lang="en-US" sz="2000" spc="-5">
                <a:latin typeface="Arial"/>
                <a:cs typeface="Arial"/>
              </a:rPr>
              <a:t>of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10">
                <a:latin typeface="Arial"/>
                <a:cs typeface="Arial"/>
              </a:rPr>
              <a:t>probability </a:t>
            </a:r>
            <a:r>
              <a:rPr lang="en-US" sz="2000" spc="-60">
                <a:latin typeface="Arial"/>
                <a:cs typeface="Arial"/>
              </a:rPr>
              <a:t>mass; </a:t>
            </a:r>
            <a:r>
              <a:rPr lang="en-US" sz="2000" spc="-25">
                <a:latin typeface="Arial"/>
                <a:cs typeface="Arial"/>
              </a:rPr>
              <a:t>therefore, </a:t>
            </a:r>
            <a:r>
              <a:rPr lang="en-US" sz="2000" spc="-15">
                <a:latin typeface="Arial"/>
                <a:cs typeface="Arial"/>
              </a:rPr>
              <a:t>the </a:t>
            </a:r>
            <a:r>
              <a:rPr lang="en-US" sz="2000" spc="-10">
                <a:latin typeface="Arial"/>
                <a:cs typeface="Arial"/>
              </a:rPr>
              <a:t>interval  </a:t>
            </a:r>
            <a:r>
              <a:rPr lang="en-US" sz="2000" spc="-40">
                <a:latin typeface="Arial"/>
                <a:cs typeface="Arial"/>
              </a:rPr>
              <a:t>boundaries </a:t>
            </a:r>
            <a:r>
              <a:rPr lang="en-US" sz="2000" spc="-55">
                <a:latin typeface="Arial"/>
                <a:cs typeface="Arial"/>
              </a:rPr>
              <a:t>are </a:t>
            </a:r>
            <a:r>
              <a:rPr lang="en-US" sz="2000" spc="-35">
                <a:latin typeface="Arial"/>
                <a:cs typeface="Arial"/>
              </a:rPr>
              <a:t>given </a:t>
            </a:r>
            <a:r>
              <a:rPr lang="en-US" sz="2000" spc="-80">
                <a:latin typeface="Arial"/>
                <a:cs typeface="Arial"/>
              </a:rPr>
              <a:t>as</a:t>
            </a:r>
            <a:r>
              <a:rPr lang="en-US" sz="2000" spc="-20">
                <a:latin typeface="Arial"/>
                <a:cs typeface="Arial"/>
              </a:rPr>
              <a:t> </a:t>
            </a:r>
            <a:r>
              <a:rPr lang="en-US" sz="2000" spc="-25">
                <a:latin typeface="Arial"/>
                <a:cs typeface="Arial"/>
              </a:rPr>
              <a:t>follows:</a:t>
            </a:r>
            <a:endParaRPr lang="en-US" sz="600">
              <a:latin typeface="Franklin Gothic Medium"/>
              <a:cs typeface="Franklin Gothic Medium"/>
            </a:endParaRP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686FC-65C0-4472-BB79-9CF26D1E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045" y="2291556"/>
            <a:ext cx="2530156" cy="973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AD20CA-7209-4602-9A02-BF58A0267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225202"/>
            <a:ext cx="4471244" cy="674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847151-DBAD-4A1A-B765-7A116EA09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012" y="4911327"/>
            <a:ext cx="3533775" cy="57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2BD09B-13C7-4E70-8D67-D9CA1D93B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738" y="5974952"/>
            <a:ext cx="4384322" cy="72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74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732A6-3BCE-458A-BA24-A6EF3861B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798841"/>
            <a:ext cx="10515600" cy="1217614"/>
          </a:xfrm>
        </p:spPr>
        <p:txBody>
          <a:bodyPr>
            <a:normAutofit/>
          </a:bodyPr>
          <a:lstStyle/>
          <a:p>
            <a:r>
              <a:rPr lang="en-US" sz="1800" b="1" i="1" spc="-10">
                <a:latin typeface="Arial"/>
                <a:cs typeface="Arial"/>
              </a:rPr>
              <a:t>Equal-Width </a:t>
            </a:r>
            <a:r>
              <a:rPr lang="en-US" sz="1800" b="1" i="1" spc="-20">
                <a:latin typeface="Arial"/>
                <a:cs typeface="Arial"/>
              </a:rPr>
              <a:t>Intervals</a:t>
            </a:r>
            <a:r>
              <a:rPr lang="en-US" sz="1800" spc="-20">
                <a:latin typeface="Arial"/>
                <a:cs typeface="Arial"/>
              </a:rPr>
              <a:t>: </a:t>
            </a:r>
            <a:r>
              <a:rPr lang="en-US" sz="1800">
                <a:latin typeface="Arial"/>
                <a:cs typeface="Arial"/>
              </a:rPr>
              <a:t>Partition </a:t>
            </a:r>
            <a:r>
              <a:rPr lang="en-US" sz="1800" spc="-15">
                <a:latin typeface="Arial"/>
                <a:cs typeface="Arial"/>
              </a:rPr>
              <a:t>the </a:t>
            </a:r>
            <a:r>
              <a:rPr lang="en-US" sz="1800" spc="-40">
                <a:latin typeface="Arial"/>
                <a:cs typeface="Arial"/>
              </a:rPr>
              <a:t>range </a:t>
            </a:r>
            <a:r>
              <a:rPr lang="en-US" sz="1800" spc="-5">
                <a:latin typeface="Arial"/>
                <a:cs typeface="Arial"/>
              </a:rPr>
              <a:t>of </a:t>
            </a:r>
            <a:r>
              <a:rPr lang="en-US" sz="1800" i="1" spc="10">
                <a:latin typeface="Arial"/>
                <a:cs typeface="Arial"/>
              </a:rPr>
              <a:t>X </a:t>
            </a:r>
            <a:r>
              <a:rPr lang="en-US" sz="1800" spc="5">
                <a:latin typeface="Arial"/>
                <a:cs typeface="Arial"/>
              </a:rPr>
              <a:t>into </a:t>
            </a:r>
            <a:r>
              <a:rPr lang="en-US" sz="1800" i="1">
                <a:latin typeface="Arial"/>
                <a:cs typeface="Arial"/>
              </a:rPr>
              <a:t>k </a:t>
            </a:r>
            <a:r>
              <a:rPr lang="en-US" sz="1800" i="1" spc="-15">
                <a:latin typeface="Arial"/>
                <a:cs typeface="Arial"/>
              </a:rPr>
              <a:t>equal-width </a:t>
            </a:r>
            <a:r>
              <a:rPr lang="en-US" sz="1800" spc="-20">
                <a:latin typeface="Arial"/>
                <a:cs typeface="Arial"/>
              </a:rPr>
              <a:t>intervals. </a:t>
            </a:r>
            <a:r>
              <a:rPr lang="en-US" sz="1800" spc="-15">
                <a:latin typeface="Arial"/>
                <a:cs typeface="Arial"/>
              </a:rPr>
              <a:t>The  </a:t>
            </a:r>
            <a:r>
              <a:rPr lang="en-US" sz="1800" spc="-10">
                <a:latin typeface="Arial"/>
                <a:cs typeface="Arial"/>
              </a:rPr>
              <a:t>interval </a:t>
            </a:r>
            <a:r>
              <a:rPr lang="en-US" sz="1800">
                <a:latin typeface="Arial"/>
                <a:cs typeface="Arial"/>
              </a:rPr>
              <a:t>width </a:t>
            </a:r>
            <a:r>
              <a:rPr lang="en-US" sz="1800" spc="-45">
                <a:latin typeface="Arial"/>
                <a:cs typeface="Arial"/>
              </a:rPr>
              <a:t>is </a:t>
            </a:r>
            <a:r>
              <a:rPr lang="en-US" sz="1800" spc="-25">
                <a:latin typeface="Arial"/>
                <a:cs typeface="Arial"/>
              </a:rPr>
              <a:t>simply </a:t>
            </a:r>
            <a:r>
              <a:rPr lang="en-US" sz="1800" spc="-15">
                <a:latin typeface="Arial"/>
                <a:cs typeface="Arial"/>
              </a:rPr>
              <a:t>the </a:t>
            </a:r>
            <a:r>
              <a:rPr lang="en-US" sz="1800" spc="-40">
                <a:latin typeface="Arial"/>
                <a:cs typeface="Arial"/>
              </a:rPr>
              <a:t>range </a:t>
            </a:r>
            <a:r>
              <a:rPr lang="en-US" sz="1800" spc="-5">
                <a:latin typeface="Arial"/>
                <a:cs typeface="Arial"/>
              </a:rPr>
              <a:t>of </a:t>
            </a:r>
            <a:r>
              <a:rPr lang="en-US" sz="1800" i="1" spc="10">
                <a:latin typeface="Arial"/>
                <a:cs typeface="Arial"/>
              </a:rPr>
              <a:t>X </a:t>
            </a:r>
            <a:r>
              <a:rPr lang="en-US" sz="1800" spc="-25">
                <a:latin typeface="Arial"/>
                <a:cs typeface="Arial"/>
              </a:rPr>
              <a:t>divided </a:t>
            </a:r>
            <a:r>
              <a:rPr lang="en-US" sz="1800" spc="-40">
                <a:latin typeface="Arial"/>
                <a:cs typeface="Arial"/>
              </a:rPr>
              <a:t>by</a:t>
            </a:r>
            <a:r>
              <a:rPr lang="en-US" sz="1800" spc="135">
                <a:latin typeface="Arial"/>
                <a:cs typeface="Arial"/>
              </a:rPr>
              <a:t> </a:t>
            </a:r>
            <a:r>
              <a:rPr lang="en-US" sz="1800" i="1" spc="35">
                <a:latin typeface="Arial"/>
                <a:cs typeface="Arial"/>
              </a:rPr>
              <a:t>k</a:t>
            </a:r>
            <a:r>
              <a:rPr lang="en-US" sz="1800" spc="35">
                <a:latin typeface="Arial"/>
                <a:cs typeface="Arial"/>
              </a:rPr>
              <a:t>:</a:t>
            </a:r>
            <a:endParaRPr lang="en-US" sz="1800">
              <a:latin typeface="Arial"/>
              <a:cs typeface="Arial"/>
            </a:endParaRPr>
          </a:p>
          <a:p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AD07C-15EF-48EE-AE8A-271D37017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2022308"/>
            <a:ext cx="9846584" cy="13114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6B34F-4028-44E8-9C7A-093F0074E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5413901"/>
            <a:ext cx="9846584" cy="9597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484766-3047-4A1B-9E25-2AD3B4A03391}"/>
              </a:ext>
            </a:extLst>
          </p:cNvPr>
          <p:cNvSpPr/>
          <p:nvPr/>
        </p:nvSpPr>
        <p:spPr>
          <a:xfrm>
            <a:off x="400050" y="394841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spc="-35">
                <a:latin typeface="Arial"/>
                <a:cs typeface="Arial"/>
              </a:rPr>
              <a:t>Equal-Frequency </a:t>
            </a:r>
            <a:r>
              <a:rPr lang="en-US" b="1" i="1" spc="-20">
                <a:latin typeface="Arial"/>
                <a:cs typeface="Arial"/>
              </a:rPr>
              <a:t>Intervals</a:t>
            </a:r>
            <a:r>
              <a:rPr lang="en-US" spc="-20">
                <a:latin typeface="Arial"/>
                <a:cs typeface="Arial"/>
              </a:rPr>
              <a:t>: </a:t>
            </a:r>
            <a:r>
              <a:rPr lang="en-US" spc="-50">
                <a:latin typeface="Arial"/>
                <a:cs typeface="Arial"/>
              </a:rPr>
              <a:t>We </a:t>
            </a:r>
            <a:r>
              <a:rPr lang="en-US" spc="-25">
                <a:latin typeface="Arial"/>
                <a:cs typeface="Arial"/>
              </a:rPr>
              <a:t>divide </a:t>
            </a:r>
            <a:r>
              <a:rPr lang="en-US" spc="-15">
                <a:latin typeface="Arial"/>
                <a:cs typeface="Arial"/>
              </a:rPr>
              <a:t>the </a:t>
            </a:r>
            <a:r>
              <a:rPr lang="en-US" spc="-40">
                <a:latin typeface="Arial"/>
                <a:cs typeface="Arial"/>
              </a:rPr>
              <a:t>range </a:t>
            </a:r>
            <a:r>
              <a:rPr lang="en-US" spc="-5">
                <a:latin typeface="Arial"/>
                <a:cs typeface="Arial"/>
              </a:rPr>
              <a:t>of </a:t>
            </a:r>
            <a:r>
              <a:rPr lang="en-US" i="1" spc="10">
                <a:latin typeface="Arial"/>
                <a:cs typeface="Arial"/>
              </a:rPr>
              <a:t>X </a:t>
            </a:r>
            <a:r>
              <a:rPr lang="en-US" spc="5">
                <a:latin typeface="Arial"/>
                <a:cs typeface="Arial"/>
              </a:rPr>
              <a:t>into </a:t>
            </a:r>
            <a:r>
              <a:rPr lang="en-US" spc="-20">
                <a:latin typeface="Arial"/>
                <a:cs typeface="Arial"/>
              </a:rPr>
              <a:t>intervals </a:t>
            </a:r>
            <a:r>
              <a:rPr lang="en-US" spc="20">
                <a:latin typeface="Arial"/>
                <a:cs typeface="Arial"/>
              </a:rPr>
              <a:t>that </a:t>
            </a:r>
            <a:r>
              <a:rPr lang="en-US" spc="-15">
                <a:latin typeface="Arial"/>
                <a:cs typeface="Arial"/>
              </a:rPr>
              <a:t>contain  (approximately) </a:t>
            </a:r>
            <a:r>
              <a:rPr lang="en-US" spc="-40">
                <a:latin typeface="Arial"/>
                <a:cs typeface="Arial"/>
              </a:rPr>
              <a:t>equal </a:t>
            </a:r>
            <a:r>
              <a:rPr lang="en-US" spc="-25">
                <a:latin typeface="Arial"/>
                <a:cs typeface="Arial"/>
              </a:rPr>
              <a:t>number </a:t>
            </a:r>
            <a:r>
              <a:rPr lang="en-US" spc="-5">
                <a:latin typeface="Arial"/>
                <a:cs typeface="Arial"/>
              </a:rPr>
              <a:t>of </a:t>
            </a:r>
            <a:r>
              <a:rPr lang="en-US" spc="-10">
                <a:latin typeface="Arial"/>
                <a:cs typeface="Arial"/>
              </a:rPr>
              <a:t>points.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9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7E20-96C0-4B22-B95C-76E3A2A2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spc="-60"/>
              <a:t>Equal-Frequency </a:t>
            </a:r>
            <a:r>
              <a:rPr lang="en-US" sz="3600" spc="-45"/>
              <a:t>Discretization: </a:t>
            </a:r>
            <a:r>
              <a:rPr lang="en-US" sz="3600" spc="55">
                <a:latin typeface="Arial"/>
                <a:cs typeface="Arial"/>
              </a:rPr>
              <a:t>sepal </a:t>
            </a:r>
            <a:r>
              <a:rPr lang="en-US" sz="3600" spc="90">
                <a:latin typeface="Arial"/>
                <a:cs typeface="Arial"/>
              </a:rPr>
              <a:t>length </a:t>
            </a:r>
            <a:r>
              <a:rPr lang="en-US" sz="3600" spc="-45"/>
              <a:t>(4</a:t>
            </a:r>
            <a:r>
              <a:rPr lang="en-US" sz="3600" spc="-229"/>
              <a:t> </a:t>
            </a:r>
            <a:r>
              <a:rPr lang="en-US" sz="3600" spc="-55"/>
              <a:t>bins)</a:t>
            </a:r>
            <a:endParaRPr lang="en-US" sz="360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8A45B18-353F-45B9-B8B0-57CC52067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438275"/>
            <a:ext cx="89344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4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BFC2-58DA-4A91-8B28-74982CAD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60" y="114301"/>
            <a:ext cx="10515600" cy="1325563"/>
          </a:xfrm>
        </p:spPr>
        <p:txBody>
          <a:bodyPr/>
          <a:lstStyle/>
          <a:p>
            <a:r>
              <a:rPr lang="en-US"/>
              <a:t>Why Data Normalization?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9E3F6-5DB4-40A5-9B60-48AC36EC7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164" y="1253331"/>
            <a:ext cx="10515600" cy="4351338"/>
          </a:xfrm>
        </p:spPr>
        <p:txBody>
          <a:bodyPr/>
          <a:lstStyle/>
          <a:p>
            <a:r>
              <a:rPr lang="en-US"/>
              <a:t>Every feature has a unit and magnitude</a:t>
            </a:r>
          </a:p>
          <a:p>
            <a:r>
              <a:rPr lang="en-US"/>
              <a:t>To account for technical differences between experiments</a:t>
            </a:r>
          </a:p>
          <a:p>
            <a:r>
              <a:rPr lang="en-US"/>
              <a:t>To have a fair comparison</a:t>
            </a:r>
          </a:p>
          <a:p>
            <a:r>
              <a:rPr lang="en-US"/>
              <a:t>Using machine learning algorithm specially if they are based on Euclidean distance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9D13A3-F1E6-4BD0-9980-A4F178F5B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132" y="3429000"/>
            <a:ext cx="5820114" cy="3257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134959-FA91-4064-AEA0-3CCA4048F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000" y="3645236"/>
            <a:ext cx="2377165" cy="315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4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E584A6-F254-4E49-9EA7-42152A6C1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596" y="4689475"/>
            <a:ext cx="2282279" cy="1149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250F40-61A3-4846-9DD9-0877B873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18255"/>
            <a:ext cx="10515600" cy="1325563"/>
          </a:xfrm>
        </p:spPr>
        <p:txBody>
          <a:bodyPr/>
          <a:lstStyle/>
          <a:p>
            <a:r>
              <a:rPr lang="en-US"/>
              <a:t>Data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F497F-B32B-4E49-91FA-E7A5C0E96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435099"/>
            <a:ext cx="11087100" cy="5404645"/>
          </a:xfrm>
        </p:spPr>
        <p:txBody>
          <a:bodyPr>
            <a:normAutofit/>
          </a:bodyPr>
          <a:lstStyle/>
          <a:p>
            <a:pPr marL="38100" marR="429259" algn="just">
              <a:lnSpc>
                <a:spcPct val="100000"/>
              </a:lnSpc>
              <a:spcBef>
                <a:spcPts val="95"/>
              </a:spcBef>
            </a:pPr>
            <a:r>
              <a:rPr lang="en-US" sz="1800" spc="-60">
                <a:latin typeface="Tahoma"/>
                <a:cs typeface="Tahoma"/>
              </a:rPr>
              <a:t>If </a:t>
            </a:r>
            <a:r>
              <a:rPr lang="en-US" sz="1800" spc="-35">
                <a:latin typeface="Tahoma"/>
                <a:cs typeface="Tahoma"/>
              </a:rPr>
              <a:t>the </a:t>
            </a:r>
            <a:r>
              <a:rPr lang="en-US" sz="1800" spc="-20">
                <a:latin typeface="Tahoma"/>
                <a:cs typeface="Tahoma"/>
              </a:rPr>
              <a:t>attribute </a:t>
            </a:r>
            <a:r>
              <a:rPr lang="en-US" sz="1800" spc="-50">
                <a:latin typeface="Tahoma"/>
                <a:cs typeface="Tahoma"/>
              </a:rPr>
              <a:t>values </a:t>
            </a:r>
            <a:r>
              <a:rPr lang="en-US" sz="1800" spc="-65">
                <a:latin typeface="Tahoma"/>
                <a:cs typeface="Tahoma"/>
              </a:rPr>
              <a:t>are </a:t>
            </a:r>
            <a:r>
              <a:rPr lang="en-US" sz="1800" spc="-20">
                <a:latin typeface="Tahoma"/>
                <a:cs typeface="Tahoma"/>
              </a:rPr>
              <a:t>in </a:t>
            </a:r>
            <a:r>
              <a:rPr lang="en-US" sz="1800" spc="-30">
                <a:latin typeface="Tahoma"/>
                <a:cs typeface="Tahoma"/>
              </a:rPr>
              <a:t>vastly </a:t>
            </a:r>
            <a:r>
              <a:rPr lang="en-US" sz="1800" spc="-35">
                <a:latin typeface="Tahoma"/>
                <a:cs typeface="Tahoma"/>
              </a:rPr>
              <a:t>different </a:t>
            </a:r>
            <a:r>
              <a:rPr lang="en-US" sz="1800" spc="-45">
                <a:latin typeface="Tahoma"/>
                <a:cs typeface="Tahoma"/>
              </a:rPr>
              <a:t>scales, </a:t>
            </a:r>
            <a:r>
              <a:rPr lang="en-US" sz="1800" spc="-40">
                <a:latin typeface="Tahoma"/>
                <a:cs typeface="Tahoma"/>
              </a:rPr>
              <a:t>then </a:t>
            </a:r>
            <a:r>
              <a:rPr lang="en-US" sz="1800" spc="10">
                <a:latin typeface="Tahoma"/>
                <a:cs typeface="Tahoma"/>
              </a:rPr>
              <a:t>it </a:t>
            </a:r>
            <a:r>
              <a:rPr lang="en-US" sz="1800" spc="-35">
                <a:latin typeface="Tahoma"/>
                <a:cs typeface="Tahoma"/>
              </a:rPr>
              <a:t>is </a:t>
            </a:r>
            <a:r>
              <a:rPr lang="en-US" sz="1800" spc="-60">
                <a:latin typeface="Tahoma"/>
                <a:cs typeface="Tahoma"/>
              </a:rPr>
              <a:t>necessary </a:t>
            </a:r>
            <a:r>
              <a:rPr lang="en-US" sz="1800" spc="-10">
                <a:latin typeface="Tahoma"/>
                <a:cs typeface="Tahoma"/>
              </a:rPr>
              <a:t>to  </a:t>
            </a:r>
            <a:r>
              <a:rPr lang="en-US" sz="1800" spc="-40">
                <a:latin typeface="Tahoma"/>
                <a:cs typeface="Tahoma"/>
              </a:rPr>
              <a:t>normalize</a:t>
            </a:r>
            <a:r>
              <a:rPr lang="en-US" sz="1800" spc="15">
                <a:latin typeface="Tahoma"/>
                <a:cs typeface="Tahoma"/>
              </a:rPr>
              <a:t> </a:t>
            </a:r>
            <a:r>
              <a:rPr lang="en-US" sz="1800" spc="-40">
                <a:latin typeface="Tahoma"/>
                <a:cs typeface="Tahoma"/>
              </a:rPr>
              <a:t>them.</a:t>
            </a:r>
          </a:p>
          <a:p>
            <a:pPr marL="0" marR="429259" indent="0" algn="just">
              <a:lnSpc>
                <a:spcPct val="100000"/>
              </a:lnSpc>
              <a:spcBef>
                <a:spcPts val="95"/>
              </a:spcBef>
              <a:buNone/>
            </a:pPr>
            <a:endParaRPr lang="en-US" sz="180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r>
              <a:rPr lang="en-US" sz="1800" b="1" spc="-30">
                <a:latin typeface="Lucida Sans Unicode"/>
                <a:cs typeface="Lucida Sans Unicode"/>
              </a:rPr>
              <a:t>Range </a:t>
            </a:r>
            <a:r>
              <a:rPr lang="en-US" sz="1800" b="1" spc="-40">
                <a:latin typeface="Lucida Sans Unicode"/>
                <a:cs typeface="Lucida Sans Unicode"/>
              </a:rPr>
              <a:t>Normalization</a:t>
            </a:r>
            <a:r>
              <a:rPr lang="en-US" sz="1800" spc="-40">
                <a:latin typeface="Lucida Sans Unicode"/>
                <a:cs typeface="Lucida Sans Unicode"/>
              </a:rPr>
              <a:t>: </a:t>
            </a:r>
            <a:r>
              <a:rPr lang="en-US" sz="1800" spc="-10">
                <a:latin typeface="Tahoma"/>
                <a:cs typeface="Tahoma"/>
              </a:rPr>
              <a:t>Let </a:t>
            </a:r>
            <a:r>
              <a:rPr lang="en-US" sz="1800" i="1" spc="-5">
                <a:latin typeface="Arial"/>
                <a:cs typeface="Arial"/>
              </a:rPr>
              <a:t>X </a:t>
            </a:r>
            <a:r>
              <a:rPr lang="en-US" sz="1800" spc="-50">
                <a:latin typeface="Tahoma"/>
                <a:cs typeface="Tahoma"/>
              </a:rPr>
              <a:t>be </a:t>
            </a:r>
            <a:r>
              <a:rPr lang="en-US" sz="1800" spc="-45">
                <a:latin typeface="Tahoma"/>
                <a:cs typeface="Tahoma"/>
              </a:rPr>
              <a:t>an </a:t>
            </a:r>
            <a:r>
              <a:rPr lang="en-US" sz="1800" spc="-20">
                <a:latin typeface="Tahoma"/>
                <a:cs typeface="Tahoma"/>
              </a:rPr>
              <a:t>attribute </a:t>
            </a:r>
            <a:r>
              <a:rPr lang="en-US" sz="1800" spc="-45">
                <a:latin typeface="Tahoma"/>
                <a:cs typeface="Tahoma"/>
              </a:rPr>
              <a:t>and </a:t>
            </a:r>
            <a:r>
              <a:rPr lang="en-US" sz="1800" spc="-20">
                <a:latin typeface="Tahoma"/>
                <a:cs typeface="Tahoma"/>
              </a:rPr>
              <a:t>let </a:t>
            </a:r>
            <a:r>
              <a:rPr lang="en-US" sz="1800" i="1" spc="-5">
                <a:latin typeface="Arial"/>
                <a:cs typeface="Arial"/>
              </a:rPr>
              <a:t>x</a:t>
            </a:r>
            <a:r>
              <a:rPr lang="en-US" sz="1800" spc="-7" baseline="-11904">
                <a:latin typeface="Arial"/>
                <a:cs typeface="Arial"/>
              </a:rPr>
              <a:t>1</a:t>
            </a:r>
            <a:r>
              <a:rPr lang="en-US" sz="1800" i="1" spc="-5">
                <a:latin typeface="Arial"/>
                <a:cs typeface="Arial"/>
              </a:rPr>
              <a:t>, </a:t>
            </a:r>
            <a:r>
              <a:rPr lang="en-US" sz="1800" i="1" spc="60">
                <a:latin typeface="Arial"/>
                <a:cs typeface="Arial"/>
              </a:rPr>
              <a:t>x</a:t>
            </a:r>
            <a:r>
              <a:rPr lang="en-US" sz="1800" spc="89" baseline="-11904">
                <a:latin typeface="Arial"/>
                <a:cs typeface="Arial"/>
              </a:rPr>
              <a:t>2</a:t>
            </a:r>
            <a:r>
              <a:rPr lang="en-US" sz="1800" i="1" spc="60">
                <a:latin typeface="Arial"/>
                <a:cs typeface="Arial"/>
              </a:rPr>
              <a:t>,..., </a:t>
            </a:r>
            <a:r>
              <a:rPr lang="en-US" sz="1800" i="1" spc="-45" err="1">
                <a:latin typeface="Arial"/>
                <a:cs typeface="Arial"/>
              </a:rPr>
              <a:t>x</a:t>
            </a:r>
            <a:r>
              <a:rPr lang="en-US" sz="1800" i="1" spc="-67" baseline="-12820" err="1">
                <a:latin typeface="Lucida Sans"/>
                <a:cs typeface="Lucida Sans"/>
              </a:rPr>
              <a:t>n</a:t>
            </a:r>
            <a:r>
              <a:rPr lang="en-US" sz="1800" i="1" spc="-67" baseline="-12820">
                <a:latin typeface="Lucida Sans"/>
                <a:cs typeface="Lucida Sans"/>
              </a:rPr>
              <a:t> </a:t>
            </a:r>
            <a:r>
              <a:rPr lang="en-US" sz="1800" spc="-50">
                <a:latin typeface="Tahoma"/>
                <a:cs typeface="Tahoma"/>
              </a:rPr>
              <a:t>be a </a:t>
            </a:r>
            <a:r>
              <a:rPr lang="en-US" sz="1800" spc="-45">
                <a:latin typeface="Tahoma"/>
                <a:cs typeface="Tahoma"/>
              </a:rPr>
              <a:t>random  </a:t>
            </a:r>
            <a:r>
              <a:rPr lang="en-US" sz="1800" spc="-50">
                <a:latin typeface="Tahoma"/>
                <a:cs typeface="Tahoma"/>
              </a:rPr>
              <a:t>sample drawn </a:t>
            </a:r>
            <a:r>
              <a:rPr lang="en-US" sz="1800" spc="-40">
                <a:latin typeface="Tahoma"/>
                <a:cs typeface="Tahoma"/>
              </a:rPr>
              <a:t>from </a:t>
            </a:r>
            <a:r>
              <a:rPr lang="en-US" sz="1800" i="1" spc="-5">
                <a:latin typeface="Arial"/>
                <a:cs typeface="Arial"/>
              </a:rPr>
              <a:t>X </a:t>
            </a:r>
            <a:r>
              <a:rPr lang="en-US" sz="1800" spc="-30">
                <a:latin typeface="Tahoma"/>
                <a:cs typeface="Tahoma"/>
              </a:rPr>
              <a:t>. </a:t>
            </a:r>
            <a:r>
              <a:rPr lang="en-US" sz="1800" spc="-75">
                <a:latin typeface="Tahoma"/>
                <a:cs typeface="Tahoma"/>
              </a:rPr>
              <a:t>In </a:t>
            </a:r>
            <a:r>
              <a:rPr lang="en-US" sz="1800" i="1" spc="-55">
                <a:latin typeface="Trebuchet MS"/>
                <a:cs typeface="Trebuchet MS"/>
              </a:rPr>
              <a:t>range </a:t>
            </a:r>
            <a:r>
              <a:rPr lang="en-US" sz="1800" i="1" spc="-60">
                <a:latin typeface="Trebuchet MS"/>
                <a:cs typeface="Trebuchet MS"/>
              </a:rPr>
              <a:t>normalization </a:t>
            </a:r>
            <a:r>
              <a:rPr lang="en-US" sz="1800" spc="-50">
                <a:latin typeface="Tahoma"/>
                <a:cs typeface="Tahoma"/>
              </a:rPr>
              <a:t>each </a:t>
            </a:r>
            <a:r>
              <a:rPr lang="en-US" sz="1800" spc="-45">
                <a:latin typeface="Tahoma"/>
                <a:cs typeface="Tahoma"/>
              </a:rPr>
              <a:t>value </a:t>
            </a:r>
            <a:r>
              <a:rPr lang="en-US" sz="1800" spc="-35">
                <a:latin typeface="Tahoma"/>
                <a:cs typeface="Tahoma"/>
              </a:rPr>
              <a:t>is </a:t>
            </a:r>
            <a:r>
              <a:rPr lang="en-US" sz="1800" spc="-45">
                <a:latin typeface="Tahoma"/>
                <a:cs typeface="Tahoma"/>
              </a:rPr>
              <a:t>scaled </a:t>
            </a:r>
            <a:r>
              <a:rPr lang="en-US" sz="1800" spc="-55">
                <a:latin typeface="Tahoma"/>
                <a:cs typeface="Tahoma"/>
              </a:rPr>
              <a:t>by </a:t>
            </a:r>
            <a:r>
              <a:rPr lang="en-US" sz="1800" spc="-35">
                <a:latin typeface="Tahoma"/>
                <a:cs typeface="Tahoma"/>
              </a:rPr>
              <a:t>the </a:t>
            </a:r>
            <a:r>
              <a:rPr lang="en-US" sz="1800" spc="-50">
                <a:latin typeface="Tahoma"/>
                <a:cs typeface="Tahoma"/>
              </a:rPr>
              <a:t>sample  </a:t>
            </a:r>
            <a:r>
              <a:rPr lang="en-US" sz="1800" spc="-55">
                <a:latin typeface="Tahoma"/>
                <a:cs typeface="Tahoma"/>
              </a:rPr>
              <a:t>range </a:t>
            </a:r>
            <a:r>
              <a:rPr lang="en-US" sz="1800" i="1" spc="-170">
                <a:latin typeface="Arial"/>
                <a:cs typeface="Arial"/>
              </a:rPr>
              <a:t>r</a:t>
            </a:r>
            <a:r>
              <a:rPr lang="en-US" sz="1800" spc="-170">
                <a:latin typeface="Tahoma"/>
                <a:cs typeface="Tahoma"/>
              </a:rPr>
              <a:t>ˆ </a:t>
            </a:r>
            <a:r>
              <a:rPr lang="en-US" sz="1800" spc="-35">
                <a:latin typeface="Tahoma"/>
                <a:cs typeface="Tahoma"/>
              </a:rPr>
              <a:t>of </a:t>
            </a:r>
            <a:r>
              <a:rPr lang="en-US" sz="1800" i="1" spc="-5">
                <a:latin typeface="Arial"/>
                <a:cs typeface="Arial"/>
              </a:rPr>
              <a:t>X</a:t>
            </a:r>
            <a:r>
              <a:rPr lang="en-US" sz="1800" i="1" spc="-85">
                <a:latin typeface="Arial"/>
                <a:cs typeface="Arial"/>
              </a:rPr>
              <a:t> </a:t>
            </a:r>
            <a:r>
              <a:rPr lang="en-US" sz="1800" spc="-80">
                <a:latin typeface="Tahoma"/>
                <a:cs typeface="Tahoma"/>
              </a:rPr>
              <a:t>:</a:t>
            </a: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 spc="-8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 spc="-8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r>
              <a:rPr lang="en-US" sz="1800" spc="-10">
                <a:latin typeface="Tahoma"/>
                <a:cs typeface="Tahoma"/>
              </a:rPr>
              <a:t>After </a:t>
            </a:r>
            <a:r>
              <a:rPr lang="en-US" sz="1800" spc="-35">
                <a:latin typeface="Tahoma"/>
                <a:cs typeface="Tahoma"/>
              </a:rPr>
              <a:t>transformation the </a:t>
            </a:r>
            <a:r>
              <a:rPr lang="en-US" sz="1800" spc="-65">
                <a:latin typeface="Tahoma"/>
                <a:cs typeface="Tahoma"/>
              </a:rPr>
              <a:t>new </a:t>
            </a:r>
            <a:r>
              <a:rPr lang="en-US" sz="1800" spc="-20">
                <a:latin typeface="Tahoma"/>
                <a:cs typeface="Tahoma"/>
              </a:rPr>
              <a:t>attribute </a:t>
            </a:r>
            <a:r>
              <a:rPr lang="en-US" sz="1800" spc="-45">
                <a:latin typeface="Tahoma"/>
                <a:cs typeface="Tahoma"/>
              </a:rPr>
              <a:t>takes </a:t>
            </a:r>
            <a:r>
              <a:rPr lang="en-US" sz="1800" spc="-50">
                <a:latin typeface="Tahoma"/>
                <a:cs typeface="Tahoma"/>
              </a:rPr>
              <a:t>on values </a:t>
            </a:r>
            <a:r>
              <a:rPr lang="en-US" sz="1800" spc="-20">
                <a:latin typeface="Tahoma"/>
                <a:cs typeface="Tahoma"/>
              </a:rPr>
              <a:t>in </a:t>
            </a:r>
            <a:r>
              <a:rPr lang="en-US" sz="1800" spc="-40">
                <a:latin typeface="Tahoma"/>
                <a:cs typeface="Tahoma"/>
              </a:rPr>
              <a:t>the </a:t>
            </a:r>
            <a:r>
              <a:rPr lang="en-US" sz="1800" spc="-55">
                <a:latin typeface="Tahoma"/>
                <a:cs typeface="Tahoma"/>
              </a:rPr>
              <a:t>range</a:t>
            </a:r>
            <a:r>
              <a:rPr lang="en-US" sz="1800" spc="-15">
                <a:latin typeface="Tahoma"/>
                <a:cs typeface="Tahoma"/>
              </a:rPr>
              <a:t> </a:t>
            </a:r>
            <a:r>
              <a:rPr lang="en-US" sz="1800" spc="-55">
                <a:latin typeface="Tahoma"/>
                <a:cs typeface="Tahoma"/>
              </a:rPr>
              <a:t>[0</a:t>
            </a:r>
            <a:r>
              <a:rPr lang="en-US" sz="1800" i="1" spc="-55">
                <a:latin typeface="Arial"/>
                <a:cs typeface="Arial"/>
              </a:rPr>
              <a:t>, </a:t>
            </a:r>
            <a:r>
              <a:rPr lang="en-US" sz="1800" spc="-60">
                <a:latin typeface="Tahoma"/>
                <a:cs typeface="Tahoma"/>
              </a:rPr>
              <a:t>1].</a:t>
            </a: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 spc="-6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 spc="-6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r>
              <a:rPr lang="en-US" sz="1800" b="1" spc="-35">
                <a:latin typeface="Lucida Sans Unicode"/>
                <a:cs typeface="Lucida Sans Unicode"/>
              </a:rPr>
              <a:t>Standard </a:t>
            </a:r>
            <a:r>
              <a:rPr lang="en-US" sz="1800" b="1" spc="-30">
                <a:latin typeface="Lucida Sans Unicode"/>
                <a:cs typeface="Lucida Sans Unicode"/>
              </a:rPr>
              <a:t>Score </a:t>
            </a:r>
            <a:r>
              <a:rPr lang="en-US" sz="1800" b="1" spc="-40">
                <a:latin typeface="Lucida Sans Unicode"/>
                <a:cs typeface="Lucida Sans Unicode"/>
              </a:rPr>
              <a:t>Normalization</a:t>
            </a:r>
            <a:r>
              <a:rPr lang="en-US" sz="1800" spc="-40">
                <a:latin typeface="Lucida Sans Unicode"/>
                <a:cs typeface="Lucida Sans Unicode"/>
              </a:rPr>
              <a:t>: </a:t>
            </a:r>
            <a:r>
              <a:rPr lang="en-US" sz="1800" spc="-15">
                <a:latin typeface="Tahoma"/>
                <a:cs typeface="Tahoma"/>
              </a:rPr>
              <a:t>Also </a:t>
            </a:r>
            <a:r>
              <a:rPr lang="en-US" sz="1800" spc="-30">
                <a:latin typeface="Tahoma"/>
                <a:cs typeface="Tahoma"/>
              </a:rPr>
              <a:t>called </a:t>
            </a:r>
            <a:r>
              <a:rPr lang="en-US" sz="1800" i="1" spc="-70">
                <a:latin typeface="Arial"/>
                <a:cs typeface="Arial"/>
              </a:rPr>
              <a:t>z </a:t>
            </a:r>
            <a:r>
              <a:rPr lang="en-US" sz="1800" spc="-35">
                <a:latin typeface="Tahoma"/>
                <a:cs typeface="Tahoma"/>
              </a:rPr>
              <a:t>-normalization; </a:t>
            </a:r>
            <a:r>
              <a:rPr lang="en-US" sz="1800" spc="-50">
                <a:latin typeface="Tahoma"/>
                <a:cs typeface="Tahoma"/>
              </a:rPr>
              <a:t>each </a:t>
            </a:r>
            <a:r>
              <a:rPr lang="en-US" sz="1800" spc="-45">
                <a:latin typeface="Tahoma"/>
                <a:cs typeface="Tahoma"/>
              </a:rPr>
              <a:t>value </a:t>
            </a:r>
            <a:r>
              <a:rPr lang="en-US" sz="1800" spc="-35">
                <a:latin typeface="Tahoma"/>
                <a:cs typeface="Tahoma"/>
              </a:rPr>
              <a:t>is  </a:t>
            </a:r>
            <a:r>
              <a:rPr lang="en-US" sz="1800" spc="-45">
                <a:latin typeface="Tahoma"/>
                <a:cs typeface="Tahoma"/>
              </a:rPr>
              <a:t>replaced </a:t>
            </a:r>
            <a:r>
              <a:rPr lang="en-US" sz="1800" spc="-55">
                <a:latin typeface="Tahoma"/>
                <a:cs typeface="Tahoma"/>
              </a:rPr>
              <a:t>by </a:t>
            </a:r>
            <a:r>
              <a:rPr lang="en-US" sz="1800" spc="-15">
                <a:latin typeface="Tahoma"/>
                <a:cs typeface="Tahoma"/>
              </a:rPr>
              <a:t>its </a:t>
            </a:r>
            <a:r>
              <a:rPr lang="en-US" sz="1800" i="1" spc="-70">
                <a:latin typeface="Arial"/>
                <a:cs typeface="Arial"/>
              </a:rPr>
              <a:t>z</a:t>
            </a:r>
            <a:r>
              <a:rPr lang="en-US" sz="1800" i="1" spc="-35">
                <a:latin typeface="Arial"/>
                <a:cs typeface="Arial"/>
              </a:rPr>
              <a:t> </a:t>
            </a:r>
            <a:r>
              <a:rPr lang="en-US" sz="1800" spc="-55">
                <a:latin typeface="Tahoma"/>
                <a:cs typeface="Tahoma"/>
              </a:rPr>
              <a:t>-score:</a:t>
            </a: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 spc="-55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 spc="-55">
              <a:latin typeface="Tahoma"/>
              <a:cs typeface="Tahoma"/>
            </a:endParaRPr>
          </a:p>
          <a:p>
            <a:pPr marL="0" marR="30480" indent="0" algn="just">
              <a:lnSpc>
                <a:spcPct val="100000"/>
              </a:lnSpc>
              <a:spcBef>
                <a:spcPts val="590"/>
              </a:spcBef>
              <a:buNone/>
            </a:pPr>
            <a:r>
              <a:rPr lang="en-US" sz="1800" spc="-65">
                <a:latin typeface="Tahoma"/>
                <a:cs typeface="Tahoma"/>
              </a:rPr>
              <a:t>where </a:t>
            </a:r>
            <a:r>
              <a:rPr lang="en-US" sz="1800" i="1" spc="-275">
                <a:latin typeface="Arial"/>
                <a:cs typeface="Arial"/>
              </a:rPr>
              <a:t>µ</a:t>
            </a:r>
            <a:r>
              <a:rPr lang="en-US" sz="1800" spc="-275">
                <a:latin typeface="Tahoma"/>
                <a:cs typeface="Tahoma"/>
              </a:rPr>
              <a:t>ˆ </a:t>
            </a:r>
            <a:r>
              <a:rPr lang="en-US" sz="1800" spc="-35">
                <a:latin typeface="Tahoma"/>
                <a:cs typeface="Tahoma"/>
              </a:rPr>
              <a:t>is the </a:t>
            </a:r>
            <a:r>
              <a:rPr lang="en-US" sz="1800" spc="-50">
                <a:latin typeface="Tahoma"/>
                <a:cs typeface="Tahoma"/>
              </a:rPr>
              <a:t>sample </a:t>
            </a:r>
            <a:r>
              <a:rPr lang="en-US" sz="1800" spc="-60">
                <a:latin typeface="Tahoma"/>
                <a:cs typeface="Tahoma"/>
              </a:rPr>
              <a:t>mean </a:t>
            </a:r>
            <a:r>
              <a:rPr lang="en-US" sz="1800" spc="-45">
                <a:latin typeface="Tahoma"/>
                <a:cs typeface="Tahoma"/>
              </a:rPr>
              <a:t>and </a:t>
            </a:r>
            <a:r>
              <a:rPr lang="en-US" sz="1800" i="1" spc="-185">
                <a:latin typeface="Arial"/>
                <a:cs typeface="Arial"/>
              </a:rPr>
              <a:t>σ</a:t>
            </a:r>
            <a:r>
              <a:rPr lang="en-US" sz="1800" spc="-185">
                <a:latin typeface="Tahoma"/>
                <a:cs typeface="Tahoma"/>
              </a:rPr>
              <a:t>ˆ</a:t>
            </a:r>
            <a:r>
              <a:rPr lang="en-US" sz="2000" spc="-277" baseline="27777">
                <a:latin typeface="Arial"/>
                <a:cs typeface="Arial"/>
              </a:rPr>
              <a:t>2 </a:t>
            </a:r>
            <a:r>
              <a:rPr lang="en-US" sz="1800" spc="-35">
                <a:latin typeface="Tahoma"/>
                <a:cs typeface="Tahoma"/>
              </a:rPr>
              <a:t>is the </a:t>
            </a:r>
            <a:r>
              <a:rPr lang="en-US" sz="1800" spc="-50">
                <a:latin typeface="Tahoma"/>
                <a:cs typeface="Tahoma"/>
              </a:rPr>
              <a:t>sample </a:t>
            </a:r>
            <a:r>
              <a:rPr lang="en-US" sz="1800" spc="-45">
                <a:latin typeface="Tahoma"/>
                <a:cs typeface="Tahoma"/>
              </a:rPr>
              <a:t>variance </a:t>
            </a:r>
            <a:r>
              <a:rPr lang="en-US" sz="1800" spc="-35">
                <a:latin typeface="Tahoma"/>
                <a:cs typeface="Tahoma"/>
              </a:rPr>
              <a:t>of </a:t>
            </a:r>
            <a:r>
              <a:rPr lang="en-US" sz="1800" i="1" spc="-5">
                <a:latin typeface="Arial"/>
                <a:cs typeface="Arial"/>
              </a:rPr>
              <a:t>X </a:t>
            </a:r>
            <a:r>
              <a:rPr lang="en-US" sz="1800" spc="-30">
                <a:latin typeface="Tahoma"/>
                <a:cs typeface="Tahoma"/>
              </a:rPr>
              <a:t>. </a:t>
            </a:r>
          </a:p>
          <a:p>
            <a:pPr marL="0" marR="30480" indent="0" algn="just">
              <a:lnSpc>
                <a:spcPct val="100000"/>
              </a:lnSpc>
              <a:spcBef>
                <a:spcPts val="590"/>
              </a:spcBef>
              <a:buNone/>
            </a:pPr>
            <a:r>
              <a:rPr lang="en-US" sz="1800" spc="-10">
                <a:latin typeface="Tahoma"/>
                <a:cs typeface="Tahoma"/>
              </a:rPr>
              <a:t>After  </a:t>
            </a:r>
            <a:r>
              <a:rPr lang="en-US" sz="1800" spc="-35">
                <a:latin typeface="Tahoma"/>
                <a:cs typeface="Tahoma"/>
              </a:rPr>
              <a:t>transformation, the </a:t>
            </a:r>
            <a:r>
              <a:rPr lang="en-US" sz="1800" spc="-65">
                <a:latin typeface="Tahoma"/>
                <a:cs typeface="Tahoma"/>
              </a:rPr>
              <a:t>new </a:t>
            </a:r>
            <a:r>
              <a:rPr lang="en-US" sz="1800" spc="-20">
                <a:latin typeface="Tahoma"/>
                <a:cs typeface="Tahoma"/>
              </a:rPr>
              <a:t>attribute </a:t>
            </a:r>
            <a:r>
              <a:rPr lang="en-US" sz="1800" spc="-55">
                <a:latin typeface="Tahoma"/>
                <a:cs typeface="Tahoma"/>
              </a:rPr>
              <a:t>has </a:t>
            </a:r>
            <a:r>
              <a:rPr lang="en-US" sz="1800" spc="-60">
                <a:latin typeface="Tahoma"/>
                <a:cs typeface="Tahoma"/>
              </a:rPr>
              <a:t>mean </a:t>
            </a:r>
            <a:r>
              <a:rPr lang="en-US" sz="1800" i="1" spc="-145">
                <a:latin typeface="Arial"/>
                <a:cs typeface="Arial"/>
              </a:rPr>
              <a:t>µ</a:t>
            </a:r>
            <a:r>
              <a:rPr lang="en-US" sz="1800" spc="-145">
                <a:latin typeface="Tahoma"/>
                <a:cs typeface="Tahoma"/>
              </a:rPr>
              <a:t>ˆ</a:t>
            </a:r>
            <a:r>
              <a:rPr lang="en-US" sz="2000" spc="-217" baseline="27777">
                <a:latin typeface="Arial"/>
                <a:cs typeface="Arial"/>
              </a:rPr>
              <a:t>′  </a:t>
            </a:r>
            <a:r>
              <a:rPr lang="en-US" sz="1800" spc="45">
                <a:latin typeface="Tahoma"/>
                <a:cs typeface="Tahoma"/>
              </a:rPr>
              <a:t>= </a:t>
            </a:r>
            <a:r>
              <a:rPr lang="en-US" sz="1800" spc="-40">
                <a:latin typeface="Tahoma"/>
                <a:cs typeface="Tahoma"/>
              </a:rPr>
              <a:t>0, </a:t>
            </a:r>
            <a:r>
              <a:rPr lang="en-US" sz="1800" spc="-45">
                <a:latin typeface="Tahoma"/>
                <a:cs typeface="Tahoma"/>
              </a:rPr>
              <a:t>and </a:t>
            </a:r>
            <a:r>
              <a:rPr lang="en-US" sz="1800" spc="-40">
                <a:latin typeface="Tahoma"/>
                <a:cs typeface="Tahoma"/>
              </a:rPr>
              <a:t>standard </a:t>
            </a:r>
            <a:r>
              <a:rPr lang="en-US" sz="1800" spc="-30">
                <a:latin typeface="Tahoma"/>
                <a:cs typeface="Tahoma"/>
              </a:rPr>
              <a:t>deviation</a:t>
            </a:r>
            <a:r>
              <a:rPr lang="en-US" sz="1800" spc="-25">
                <a:latin typeface="Tahoma"/>
                <a:cs typeface="Tahoma"/>
              </a:rPr>
              <a:t> </a:t>
            </a:r>
            <a:r>
              <a:rPr lang="en-US" sz="1800" i="1" spc="-150">
                <a:latin typeface="Arial"/>
                <a:cs typeface="Arial"/>
              </a:rPr>
              <a:t>σ</a:t>
            </a:r>
            <a:r>
              <a:rPr lang="en-US" sz="1800" spc="-150">
                <a:latin typeface="Tahoma"/>
                <a:cs typeface="Tahoma"/>
              </a:rPr>
              <a:t>ˆ</a:t>
            </a:r>
            <a:r>
              <a:rPr lang="en-US" sz="2000" spc="-225" baseline="27777">
                <a:latin typeface="Arial"/>
                <a:cs typeface="Arial"/>
              </a:rPr>
              <a:t>′ </a:t>
            </a:r>
            <a:r>
              <a:rPr lang="en-US" sz="1800" spc="45">
                <a:latin typeface="Tahoma"/>
                <a:cs typeface="Tahoma"/>
              </a:rPr>
              <a:t>= </a:t>
            </a:r>
            <a:r>
              <a:rPr lang="en-US" sz="1800" spc="-40">
                <a:latin typeface="Tahoma"/>
                <a:cs typeface="Tahoma"/>
              </a:rPr>
              <a:t>1.</a:t>
            </a:r>
            <a:endParaRPr lang="en-US" sz="180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>
              <a:latin typeface="Tahoma"/>
              <a:cs typeface="Tahoma"/>
            </a:endParaRPr>
          </a:p>
          <a:p>
            <a:pPr marL="38100" marR="30480" algn="just">
              <a:lnSpc>
                <a:spcPct val="100000"/>
              </a:lnSpc>
              <a:spcBef>
                <a:spcPts val="590"/>
              </a:spcBef>
            </a:pPr>
            <a:endParaRPr lang="en-US" sz="1800">
              <a:latin typeface="Tahoma"/>
              <a:cs typeface="Tahoma"/>
            </a:endParaRPr>
          </a:p>
          <a:p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FE1E6-DAF4-41F8-8F0D-E2EE654E7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5" y="2562225"/>
            <a:ext cx="43338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61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4CAC-FE6E-46C2-8F7E-8BDF340B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255"/>
            <a:ext cx="10515600" cy="1325563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FAF48-80ED-41DA-9358-8974B7E8D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171574"/>
            <a:ext cx="9417352" cy="557212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6A5ACD-1947-41A4-96E8-E6D9F77BBFED}"/>
              </a:ext>
            </a:extLst>
          </p:cNvPr>
          <p:cNvSpPr/>
          <p:nvPr/>
        </p:nvSpPr>
        <p:spPr>
          <a:xfrm>
            <a:off x="7711126" y="1885361"/>
            <a:ext cx="603315" cy="2450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0DA48F-E511-4CD6-BBA1-ACD06CE59252}"/>
              </a:ext>
            </a:extLst>
          </p:cNvPr>
          <p:cNvSpPr/>
          <p:nvPr/>
        </p:nvSpPr>
        <p:spPr>
          <a:xfrm>
            <a:off x="7260211" y="3282793"/>
            <a:ext cx="603315" cy="2450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32E9D9-4DC8-4208-8524-EE26A0332D33}"/>
              </a:ext>
            </a:extLst>
          </p:cNvPr>
          <p:cNvSpPr/>
          <p:nvPr/>
        </p:nvSpPr>
        <p:spPr>
          <a:xfrm>
            <a:off x="9343534" y="3037696"/>
            <a:ext cx="603315" cy="2450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7819D-E11B-49BF-870D-B2A5109B1F6F}"/>
              </a:ext>
            </a:extLst>
          </p:cNvPr>
          <p:cNvSpPr txBox="1"/>
          <p:nvPr/>
        </p:nvSpPr>
        <p:spPr>
          <a:xfrm>
            <a:off x="7711126" y="18214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6000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57C469-B5C7-4648-A8F9-1D00961F7ABD}"/>
              </a:ext>
            </a:extLst>
          </p:cNvPr>
          <p:cNvSpPr/>
          <p:nvPr/>
        </p:nvSpPr>
        <p:spPr>
          <a:xfrm>
            <a:off x="9079490" y="1885361"/>
            <a:ext cx="603315" cy="2450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8CDA0-76F7-46BA-96AF-C4D9AD56A6E5}"/>
              </a:ext>
            </a:extLst>
          </p:cNvPr>
          <p:cNvSpPr txBox="1"/>
          <p:nvPr/>
        </p:nvSpPr>
        <p:spPr>
          <a:xfrm>
            <a:off x="9040144" y="18214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5700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0B605-F914-433F-8664-B642887A77B6}"/>
              </a:ext>
            </a:extLst>
          </p:cNvPr>
          <p:cNvSpPr txBox="1"/>
          <p:nvPr/>
        </p:nvSpPr>
        <p:spPr>
          <a:xfrm>
            <a:off x="7235496" y="31737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5700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96CFE-F0A7-4FA3-ADB7-87FC1850B0B5}"/>
              </a:ext>
            </a:extLst>
          </p:cNvPr>
          <p:cNvSpPr txBox="1"/>
          <p:nvPr/>
        </p:nvSpPr>
        <p:spPr>
          <a:xfrm>
            <a:off x="9289965" y="303600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0.035</a:t>
            </a:r>
          </a:p>
        </p:txBody>
      </p:sp>
    </p:spTree>
    <p:extLst>
      <p:ext uri="{BB962C8B-B14F-4D97-AF65-F5344CB8AC3E}">
        <p14:creationId xmlns:p14="http://schemas.microsoft.com/office/powerpoint/2010/main" val="1092035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AE94-5022-4B88-9249-2DE14A5F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8255"/>
            <a:ext cx="10515600" cy="1325563"/>
          </a:xfrm>
        </p:spPr>
        <p:txBody>
          <a:bodyPr/>
          <a:lstStyle/>
          <a:p>
            <a:r>
              <a:rPr lang="en-US"/>
              <a:t>Quantile Normalization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DE547B-0B6D-4975-8D61-42592611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841" y="1757547"/>
            <a:ext cx="4792159" cy="4616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A9EBE2-E144-4A23-899C-5FEBA5D7A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56" y="1757547"/>
            <a:ext cx="5062527" cy="4844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506684-2D07-4A37-A36C-8A9C3E73B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181895"/>
            <a:ext cx="5715000" cy="565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6A3A9-C2FC-419E-9093-161A6F15D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" y="1343818"/>
            <a:ext cx="5667375" cy="54935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409A88-88E7-4CEB-9FB2-8AF4CF074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" y="1414067"/>
            <a:ext cx="11191875" cy="5353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A0B6B1-6857-40BF-93F9-87727D768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12" y="1119982"/>
            <a:ext cx="11344275" cy="5781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7A6DDF-1B6F-4E74-991D-29F345ED0E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6" y="996157"/>
            <a:ext cx="11210925" cy="5905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FBBBB6-146A-43F4-918A-F901426217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2" y="1119982"/>
            <a:ext cx="11182350" cy="58090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0B5760-6DAF-469D-B5E4-2446343E03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" y="1181895"/>
            <a:ext cx="11191875" cy="5709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869167-F004-4B19-AC5E-223CB6922C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49" y="1181895"/>
            <a:ext cx="11163300" cy="56905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AFE8F5-A6BC-43FF-A678-9006CAD53E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360" y="1333700"/>
            <a:ext cx="11229975" cy="5562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71B98B-AC3B-44A4-B942-34EECC8F8B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87" y="1191419"/>
            <a:ext cx="11239500" cy="563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778520-5F71-4822-AEA6-99F68F0BB7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885" y="1147665"/>
            <a:ext cx="11172825" cy="57536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7B2EC6-1003-47ED-ABFD-F45F86EF68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783" y="1114624"/>
            <a:ext cx="11201400" cy="57155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AB214A-B5E0-4B15-A93C-B2FCA435657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1277" y="1058069"/>
            <a:ext cx="5391150" cy="57721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2BE49D-07C9-4D94-87CD-34F712D9B5C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0438" y="2016324"/>
            <a:ext cx="4295775" cy="84772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D53ADFB-E010-4424-9948-8AAEA55924AB}"/>
              </a:ext>
            </a:extLst>
          </p:cNvPr>
          <p:cNvSpPr/>
          <p:nvPr/>
        </p:nvSpPr>
        <p:spPr>
          <a:xfrm>
            <a:off x="2139658" y="2440187"/>
            <a:ext cx="3552826" cy="19603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E6E924-7221-4E07-881F-0E8E523099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2034" y="2579687"/>
            <a:ext cx="35909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8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BFB3-72E6-45A4-B24A-1334AA86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9BA5E-2AC5-40E3-99F5-EC5ADF0AF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238" y="484073"/>
            <a:ext cx="9624142" cy="60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84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DB15-D062-BE90-A984-2C280413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>
                <a:effectLst/>
                <a:latin typeface="Söhne"/>
              </a:rPr>
              <a:t>Robust Scaling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94E5A-F028-7642-E664-8FF6183F9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Robust scaling uses median and interquartile range (IQR) instead.</a:t>
            </a:r>
          </a:p>
          <a:p>
            <a:endParaRPr lang="en-US">
              <a:solidFill>
                <a:srgbClr val="404040"/>
              </a:solidFill>
              <a:latin typeface="Helvetica Neue"/>
            </a:endParaRPr>
          </a:p>
          <a:p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The interquartile range (IQR) </a:t>
            </a:r>
            <a:r>
              <a:rPr lang="en-US" b="0" i="0">
                <a:solidFill>
                  <a:srgbClr val="040C28"/>
                </a:solidFill>
                <a:effectLst/>
                <a:latin typeface="Google Sans"/>
              </a:rPr>
              <a:t>contains the second and third quartiles, or the middle half of your data set</a:t>
            </a:r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7AE33-4BE0-B40D-6FC3-16F0BEC91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748" y="4344903"/>
            <a:ext cx="678460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58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DD0B-01A4-4FC7-9ACE-24CC24DB1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92" y="0"/>
            <a:ext cx="10515600" cy="1325563"/>
          </a:xfrm>
        </p:spPr>
        <p:txBody>
          <a:bodyPr/>
          <a:lstStyle/>
          <a:p>
            <a:r>
              <a:rPr lang="en-US"/>
              <a:t>Logarithmic Transformation</a:t>
            </a:r>
          </a:p>
        </p:txBody>
      </p:sp>
      <p:pic>
        <p:nvPicPr>
          <p:cNvPr id="1026" name="Picture 2" descr="Data transformation (statistics) - Wikipedia">
            <a:extLst>
              <a:ext uri="{FF2B5EF4-FFF2-40B4-BE49-F238E27FC236}">
                <a16:creationId xmlns:a16="http://schemas.microsoft.com/office/drawing/2014/main" id="{0534231D-9C57-4B49-A119-6E601A83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497" y="1506130"/>
            <a:ext cx="3402562" cy="529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7C9A93-381E-4EE7-B438-48DCFA38AA24}"/>
              </a:ext>
            </a:extLst>
          </p:cNvPr>
          <p:cNvSpPr txBox="1"/>
          <p:nvPr/>
        </p:nvSpPr>
        <p:spPr>
          <a:xfrm>
            <a:off x="578841" y="1728132"/>
            <a:ext cx="62162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The log transformation can be used to make highly </a:t>
            </a:r>
            <a:r>
              <a:rPr lang="en-US" sz="3200" i="1"/>
              <a:t>skewed</a:t>
            </a:r>
            <a:r>
              <a:rPr lang="en-US" sz="3200"/>
              <a:t> distributions less skewed. </a:t>
            </a:r>
          </a:p>
          <a:p>
            <a:endParaRPr lang="en-US" sz="3200"/>
          </a:p>
          <a:p>
            <a:r>
              <a:rPr lang="en-US" sz="3200"/>
              <a:t>This can be valuable both for making patterns in the data more interpretable and for helping to meet the assumptions of inferential statistics.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BC9D3B-D2ED-4757-BCE7-2EA04B65591F}"/>
              </a:ext>
            </a:extLst>
          </p:cNvPr>
          <p:cNvSpPr/>
          <p:nvPr/>
        </p:nvSpPr>
        <p:spPr>
          <a:xfrm>
            <a:off x="7173798" y="4072379"/>
            <a:ext cx="3458675" cy="272689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1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36BA-8E4A-4D07-A904-62E7FDD9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48421-8BD4-48D4-B183-F921470B7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Kahoot Quiz</a:t>
            </a:r>
          </a:p>
        </p:txBody>
      </p:sp>
    </p:spTree>
    <p:extLst>
      <p:ext uri="{BB962C8B-B14F-4D97-AF65-F5344CB8AC3E}">
        <p14:creationId xmlns:p14="http://schemas.microsoft.com/office/powerpoint/2010/main" val="3779560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9FF3-BCCC-404E-B6C9-AE9444B2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5A608-E422-462F-B135-789DABB3A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74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C46D-5FA0-4BF2-A0DC-415F8B42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47" y="0"/>
            <a:ext cx="10515600" cy="1325563"/>
          </a:xfrm>
        </p:spPr>
        <p:txBody>
          <a:bodyPr/>
          <a:lstStyle/>
          <a:p>
            <a:r>
              <a:rPr lang="en-US" b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Handling Missing Values </a:t>
            </a:r>
            <a:r>
              <a:rPr lang="en-US" sz="2400" b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(NA,N/A, </a:t>
            </a:r>
            <a:r>
              <a:rPr lang="en-US" sz="2400" b="1" err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NaN</a:t>
            </a:r>
            <a:r>
              <a:rPr lang="en-US" sz="2400" b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NAN, Empty)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EA931-5E1C-454E-85AC-8123FF1B2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6462"/>
            <a:ext cx="10914777" cy="530184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accent3"/>
                </a:solidFill>
              </a:rPr>
              <a:t>Drop</a:t>
            </a:r>
            <a:r>
              <a:rPr lang="en-US" b="1"/>
              <a:t> rows and/or columns with missing values: </a:t>
            </a:r>
            <a:r>
              <a:rPr lang="en-US"/>
              <a:t>Remove those rows and/or columns from the dataset.</a:t>
            </a:r>
          </a:p>
          <a:p>
            <a:pPr lvl="1"/>
            <a:r>
              <a:rPr lang="en-US" sz="2000"/>
              <a:t>Less training data samples and/or less features can lead to overfitting/underfitting </a:t>
            </a:r>
          </a:p>
          <a:p>
            <a:pPr marL="457200" lvl="1" indent="0">
              <a:buNone/>
            </a:pPr>
            <a:endParaRPr lang="en-US" sz="2000"/>
          </a:p>
          <a:p>
            <a:r>
              <a:rPr lang="en-US" b="1">
                <a:solidFill>
                  <a:schemeClr val="accent3"/>
                </a:solidFill>
              </a:rPr>
              <a:t>Impute </a:t>
            </a:r>
            <a:r>
              <a:rPr lang="en-US"/>
              <a:t>(fill-in) the missing values:</a:t>
            </a:r>
          </a:p>
          <a:p>
            <a:pPr marL="800100" lvl="1" indent="-342900"/>
            <a:r>
              <a:rPr lang="en-US" b="1"/>
              <a:t>Average imputation on missing numerical values: </a:t>
            </a:r>
            <a:r>
              <a:rPr lang="en-US"/>
              <a:t>Replace with the average value in the column - </a:t>
            </a:r>
          </a:p>
          <a:p>
            <a:pPr marL="800100" lvl="1" indent="-342900"/>
            <a:r>
              <a:rPr lang="en-US" b="1"/>
              <a:t>Common point imputation on missing categorical values: </a:t>
            </a:r>
            <a:r>
              <a:rPr lang="en-US"/>
              <a:t>Replace with the most common value for that column - </a:t>
            </a:r>
          </a:p>
          <a:p>
            <a:pPr marL="800100" lvl="1" indent="-342900"/>
            <a:r>
              <a:rPr lang="en-US" b="1"/>
              <a:t>Placeholder</a:t>
            </a:r>
            <a:r>
              <a:rPr lang="en-US"/>
              <a:t>: Assign a common value for missing data location </a:t>
            </a:r>
          </a:p>
          <a:p>
            <a:pPr marL="800100" lvl="1" indent="-342900"/>
            <a:r>
              <a:rPr lang="en-US" b="1"/>
              <a:t>Advanced imputation: </a:t>
            </a:r>
            <a:r>
              <a:rPr lang="en-US"/>
              <a:t>Predict missing values from complete samples using ML techniques. </a:t>
            </a: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46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97F6-18C5-41CA-AB2D-BC1A05E4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5ED7A-D1F8-4E14-B51A-1104662C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65" y="0"/>
            <a:ext cx="11431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9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Widescreen</PresentationFormat>
  <Paragraphs>99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Amazon Ember Light</vt:lpstr>
      <vt:lpstr>Arial</vt:lpstr>
      <vt:lpstr>Calibri</vt:lpstr>
      <vt:lpstr>Calibri Light</vt:lpstr>
      <vt:lpstr>Franklin Gothic Medium</vt:lpstr>
      <vt:lpstr>Google Sans</vt:lpstr>
      <vt:lpstr>Helvetica Neue</vt:lpstr>
      <vt:lpstr>Lucida Sans</vt:lpstr>
      <vt:lpstr>Lucida Sans Unicode</vt:lpstr>
      <vt:lpstr>Söhne</vt:lpstr>
      <vt:lpstr>Tahoma</vt:lpstr>
      <vt:lpstr>Trebuchet MS</vt:lpstr>
      <vt:lpstr>Office Theme</vt:lpstr>
      <vt:lpstr>Data Distribution and Data Transformation</vt:lpstr>
      <vt:lpstr>What is the distribution of a given data?</vt:lpstr>
      <vt:lpstr>What is the distribution of a given data?</vt:lpstr>
      <vt:lpstr>Further Verification</vt:lpstr>
      <vt:lpstr>Quantile-Quantile Plot (Q-Q Plot)</vt:lpstr>
      <vt:lpstr>Is this data normally distributed?</vt:lpstr>
      <vt:lpstr>Is this data Uniformly distributed?</vt:lpstr>
      <vt:lpstr>PowerPoint Presentation</vt:lpstr>
      <vt:lpstr>PowerPoint Presentation</vt:lpstr>
      <vt:lpstr>PowerPoint Presentation</vt:lpstr>
      <vt:lpstr>Q-Q Plot: Comparing two datasets</vt:lpstr>
      <vt:lpstr>Data Transformation</vt:lpstr>
      <vt:lpstr>Discretization</vt:lpstr>
      <vt:lpstr>PowerPoint Presentation</vt:lpstr>
      <vt:lpstr>Equal-Frequency Discretization: sepal length (4 bins)</vt:lpstr>
      <vt:lpstr>Why Data Normalization?</vt:lpstr>
      <vt:lpstr>Data Normalization</vt:lpstr>
      <vt:lpstr>Example</vt:lpstr>
      <vt:lpstr>Quantile Normalization</vt:lpstr>
      <vt:lpstr>Example</vt:lpstr>
      <vt:lpstr>Robust Scaling</vt:lpstr>
      <vt:lpstr>Logarithmic Transformation</vt:lpstr>
      <vt:lpstr>PowerPoint Presentation</vt:lpstr>
      <vt:lpstr>Handling missing values</vt:lpstr>
      <vt:lpstr>Handling Missing Values (NA,N/A, NaN, NAN, Empty)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Quantile-Quantile Plot (Q-Q Plot)</dc:title>
  <dc:creator>Marzieh Ayati</dc:creator>
  <cp:lastModifiedBy>Marzieh Ayati</cp:lastModifiedBy>
  <cp:revision>1</cp:revision>
  <dcterms:created xsi:type="dcterms:W3CDTF">2020-09-08T20:18:06Z</dcterms:created>
  <dcterms:modified xsi:type="dcterms:W3CDTF">2024-02-05T20:05:04Z</dcterms:modified>
</cp:coreProperties>
</file>