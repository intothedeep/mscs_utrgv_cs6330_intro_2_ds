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sldIdLst>
    <p:sldId id="256" r:id="rId5"/>
    <p:sldId id="258" r:id="rId6"/>
    <p:sldId id="259" r:id="rId7"/>
    <p:sldId id="260" r:id="rId8"/>
    <p:sldId id="261" r:id="rId9"/>
    <p:sldId id="262" r:id="rId10"/>
    <p:sldId id="263" r:id="rId11"/>
    <p:sldId id="294" r:id="rId12"/>
    <p:sldId id="264" r:id="rId13"/>
    <p:sldId id="265" r:id="rId14"/>
    <p:sldId id="266" r:id="rId15"/>
    <p:sldId id="272" r:id="rId16"/>
    <p:sldId id="267" r:id="rId17"/>
    <p:sldId id="269" r:id="rId18"/>
    <p:sldId id="289" r:id="rId19"/>
    <p:sldId id="288" r:id="rId20"/>
    <p:sldId id="291" r:id="rId21"/>
    <p:sldId id="295" r:id="rId22"/>
    <p:sldId id="274" r:id="rId23"/>
    <p:sldId id="275" r:id="rId24"/>
    <p:sldId id="278" r:id="rId25"/>
    <p:sldId id="276" r:id="rId26"/>
    <p:sldId id="280" r:id="rId27"/>
    <p:sldId id="292" r:id="rId28"/>
    <p:sldId id="273" r:id="rId29"/>
    <p:sldId id="277" r:id="rId30"/>
    <p:sldId id="285" r:id="rId31"/>
    <p:sldId id="286" r:id="rId32"/>
    <p:sldId id="287" r:id="rId33"/>
    <p:sldId id="296" r:id="rId34"/>
    <p:sldId id="293" r:id="rId35"/>
    <p:sldId id="279" r:id="rId36"/>
    <p:sldId id="284" r:id="rId37"/>
    <p:sldId id="281" r:id="rId38"/>
    <p:sldId id="282" r:id="rId39"/>
    <p:sldId id="28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zieh Ayati" userId="719e7aeb-c3b5-48e5-801b-084d43cd09ac" providerId="ADAL" clId="{C08283A4-14F9-4633-929F-2F66E553FF3C}"/>
    <pc:docChg chg="modSld">
      <pc:chgData name="Marzieh Ayati" userId="719e7aeb-c3b5-48e5-801b-084d43cd09ac" providerId="ADAL" clId="{C08283A4-14F9-4633-929F-2F66E553FF3C}" dt="2026-03-06T05:03:25.094" v="1" actId="729"/>
      <pc:docMkLst>
        <pc:docMk/>
      </pc:docMkLst>
      <pc:sldChg chg="mod modShow">
        <pc:chgData name="Marzieh Ayati" userId="719e7aeb-c3b5-48e5-801b-084d43cd09ac" providerId="ADAL" clId="{C08283A4-14F9-4633-929F-2F66E553FF3C}" dt="2026-03-06T05:03:25.094" v="1" actId="729"/>
        <pc:sldMkLst>
          <pc:docMk/>
          <pc:sldMk cId="2335122122" sldId="293"/>
        </pc:sldMkLst>
      </pc:sldChg>
      <pc:sldChg chg="mod modShow">
        <pc:chgData name="Marzieh Ayati" userId="719e7aeb-c3b5-48e5-801b-084d43cd09ac" providerId="ADAL" clId="{C08283A4-14F9-4633-929F-2F66E553FF3C}" dt="2026-03-06T05:03:20.588" v="0" actId="729"/>
        <pc:sldMkLst>
          <pc:docMk/>
          <pc:sldMk cId="3544963672" sldId="296"/>
        </pc:sldMkLst>
      </pc:sldChg>
    </pc:docChg>
  </pc:docChgLst>
  <pc:docChgLst>
    <pc:chgData name="Marzieh Ayati" userId="719e7aeb-c3b5-48e5-801b-084d43cd09ac" providerId="ADAL" clId="{B0A3E097-1A95-4E79-B1EA-BCD28EE3E6BA}"/>
    <pc:docChg chg="undo custSel addSld delSld modSld">
      <pc:chgData name="Marzieh Ayati" userId="719e7aeb-c3b5-48e5-801b-084d43cd09ac" providerId="ADAL" clId="{B0A3E097-1A95-4E79-B1EA-BCD28EE3E6BA}" dt="2020-10-06T18:53:51.098" v="1180" actId="1076"/>
      <pc:docMkLst>
        <pc:docMk/>
      </pc:docMkLst>
      <pc:sldChg chg="modSp mod">
        <pc:chgData name="Marzieh Ayati" userId="719e7aeb-c3b5-48e5-801b-084d43cd09ac" providerId="ADAL" clId="{B0A3E097-1A95-4E79-B1EA-BCD28EE3E6BA}" dt="2020-10-06T18:28:10.124" v="987" actId="14100"/>
        <pc:sldMkLst>
          <pc:docMk/>
          <pc:sldMk cId="0" sldId="261"/>
        </pc:sldMkLst>
        <pc:spChg chg="mod">
          <ac:chgData name="Marzieh Ayati" userId="719e7aeb-c3b5-48e5-801b-084d43cd09ac" providerId="ADAL" clId="{B0A3E097-1A95-4E79-B1EA-BCD28EE3E6BA}" dt="2020-10-06T18:28:06.260" v="986" actId="14100"/>
          <ac:spMkLst>
            <pc:docMk/>
            <pc:sldMk cId="0" sldId="261"/>
            <ac:spMk id="156" creationId="{00000000-0000-0000-0000-000000000000}"/>
          </ac:spMkLst>
        </pc:spChg>
        <pc:spChg chg="mod">
          <ac:chgData name="Marzieh Ayati" userId="719e7aeb-c3b5-48e5-801b-084d43cd09ac" providerId="ADAL" clId="{B0A3E097-1A95-4E79-B1EA-BCD28EE3E6BA}" dt="2020-10-06T18:28:10.124" v="987" actId="14100"/>
          <ac:spMkLst>
            <pc:docMk/>
            <pc:sldMk cId="0" sldId="261"/>
            <ac:spMk id="157" creationId="{00000000-0000-0000-0000-000000000000}"/>
          </ac:spMkLst>
        </pc:spChg>
      </pc:sldChg>
      <pc:sldChg chg="addSp modSp mod modAnim">
        <pc:chgData name="Marzieh Ayati" userId="719e7aeb-c3b5-48e5-801b-084d43cd09ac" providerId="ADAL" clId="{B0A3E097-1A95-4E79-B1EA-BCD28EE3E6BA}" dt="2020-10-06T18:34:33.539" v="1166" actId="14100"/>
        <pc:sldMkLst>
          <pc:docMk/>
          <pc:sldMk cId="0" sldId="264"/>
        </pc:sldMkLst>
        <pc:spChg chg="add mod">
          <ac:chgData name="Marzieh Ayati" userId="719e7aeb-c3b5-48e5-801b-084d43cd09ac" providerId="ADAL" clId="{B0A3E097-1A95-4E79-B1EA-BCD28EE3E6BA}" dt="2020-10-06T18:33:13.666" v="1137" actId="20577"/>
          <ac:spMkLst>
            <pc:docMk/>
            <pc:sldMk cId="0" sldId="264"/>
            <ac:spMk id="2" creationId="{5366902F-8F2E-4DC3-8EF4-97BF66285CF2}"/>
          </ac:spMkLst>
        </pc:spChg>
        <pc:spChg chg="add mod">
          <ac:chgData name="Marzieh Ayati" userId="719e7aeb-c3b5-48e5-801b-084d43cd09ac" providerId="ADAL" clId="{B0A3E097-1A95-4E79-B1EA-BCD28EE3E6BA}" dt="2020-10-06T18:34:13.308" v="1163" actId="20577"/>
          <ac:spMkLst>
            <pc:docMk/>
            <pc:sldMk cId="0" sldId="264"/>
            <ac:spMk id="8" creationId="{3FE8B8B6-19D4-4A0A-A3FE-FBCF70B48302}"/>
          </ac:spMkLst>
        </pc:spChg>
        <pc:cxnChg chg="add mod">
          <ac:chgData name="Marzieh Ayati" userId="719e7aeb-c3b5-48e5-801b-084d43cd09ac" providerId="ADAL" clId="{B0A3E097-1A95-4E79-B1EA-BCD28EE3E6BA}" dt="2020-10-06T18:32:03.844" v="1061" actId="14100"/>
          <ac:cxnSpMkLst>
            <pc:docMk/>
            <pc:sldMk cId="0" sldId="264"/>
            <ac:cxnSpMk id="4" creationId="{39373CBB-C773-478B-A459-A95CCA5C044E}"/>
          </ac:cxnSpMkLst>
        </pc:cxnChg>
        <pc:cxnChg chg="add mod">
          <ac:chgData name="Marzieh Ayati" userId="719e7aeb-c3b5-48e5-801b-084d43cd09ac" providerId="ADAL" clId="{B0A3E097-1A95-4E79-B1EA-BCD28EE3E6BA}" dt="2020-10-06T18:34:33.539" v="1166" actId="14100"/>
          <ac:cxnSpMkLst>
            <pc:docMk/>
            <pc:sldMk cId="0" sldId="264"/>
            <ac:cxnSpMk id="9" creationId="{E6F51AED-DED2-4073-889C-781A4F577300}"/>
          </ac:cxnSpMkLst>
        </pc:cxnChg>
      </pc:sldChg>
      <pc:sldChg chg="add">
        <pc:chgData name="Marzieh Ayati" userId="719e7aeb-c3b5-48e5-801b-084d43cd09ac" providerId="ADAL" clId="{B0A3E097-1A95-4E79-B1EA-BCD28EE3E6BA}" dt="2020-10-06T01:21:01.647" v="0"/>
        <pc:sldMkLst>
          <pc:docMk/>
          <pc:sldMk cId="0" sldId="269"/>
        </pc:sldMkLst>
      </pc:sldChg>
      <pc:sldChg chg="add">
        <pc:chgData name="Marzieh Ayati" userId="719e7aeb-c3b5-48e5-801b-084d43cd09ac" providerId="ADAL" clId="{B0A3E097-1A95-4E79-B1EA-BCD28EE3E6BA}" dt="2020-10-06T01:25:04.959" v="1"/>
        <pc:sldMkLst>
          <pc:docMk/>
          <pc:sldMk cId="0" sldId="270"/>
        </pc:sldMkLst>
      </pc:sldChg>
      <pc:sldChg chg="delSp add mod">
        <pc:chgData name="Marzieh Ayati" userId="719e7aeb-c3b5-48e5-801b-084d43cd09ac" providerId="ADAL" clId="{B0A3E097-1A95-4E79-B1EA-BCD28EE3E6BA}" dt="2020-10-06T01:25:56.853" v="3" actId="478"/>
        <pc:sldMkLst>
          <pc:docMk/>
          <pc:sldMk cId="3997667551" sldId="272"/>
        </pc:sldMkLst>
        <pc:spChg chg="del">
          <ac:chgData name="Marzieh Ayati" userId="719e7aeb-c3b5-48e5-801b-084d43cd09ac" providerId="ADAL" clId="{B0A3E097-1A95-4E79-B1EA-BCD28EE3E6BA}" dt="2020-10-06T01:25:56.853" v="3" actId="478"/>
          <ac:spMkLst>
            <pc:docMk/>
            <pc:sldMk cId="3997667551" sldId="272"/>
            <ac:spMk id="235" creationId="{00000000-0000-0000-0000-000000000000}"/>
          </ac:spMkLst>
        </pc:spChg>
      </pc:sldChg>
      <pc:sldChg chg="addSp modSp add mod modAnim">
        <pc:chgData name="Marzieh Ayati" userId="719e7aeb-c3b5-48e5-801b-084d43cd09ac" providerId="ADAL" clId="{B0A3E097-1A95-4E79-B1EA-BCD28EE3E6BA}" dt="2020-10-06T15:37:23.057" v="476"/>
        <pc:sldMkLst>
          <pc:docMk/>
          <pc:sldMk cId="1600917319" sldId="273"/>
        </pc:sldMkLst>
        <pc:spChg chg="mod">
          <ac:chgData name="Marzieh Ayati" userId="719e7aeb-c3b5-48e5-801b-084d43cd09ac" providerId="ADAL" clId="{B0A3E097-1A95-4E79-B1EA-BCD28EE3E6BA}" dt="2020-10-06T15:37:03.734" v="470" actId="1076"/>
          <ac:spMkLst>
            <pc:docMk/>
            <pc:sldMk cId="1600917319" sldId="273"/>
            <ac:spMk id="242" creationId="{00000000-0000-0000-0000-000000000000}"/>
          </ac:spMkLst>
        </pc:spChg>
        <pc:picChg chg="add mod">
          <ac:chgData name="Marzieh Ayati" userId="719e7aeb-c3b5-48e5-801b-084d43cd09ac" providerId="ADAL" clId="{B0A3E097-1A95-4E79-B1EA-BCD28EE3E6BA}" dt="2020-10-06T15:37:07.726" v="472" actId="1076"/>
          <ac:picMkLst>
            <pc:docMk/>
            <pc:sldMk cId="1600917319" sldId="273"/>
            <ac:picMk id="2" creationId="{2B3AA07F-7D12-4774-A4FD-39A4E8AFA5D9}"/>
          </ac:picMkLst>
        </pc:picChg>
        <pc:picChg chg="add mod">
          <ac:chgData name="Marzieh Ayati" userId="719e7aeb-c3b5-48e5-801b-084d43cd09ac" providerId="ADAL" clId="{B0A3E097-1A95-4E79-B1EA-BCD28EE3E6BA}" dt="2020-10-06T15:37:21.359" v="474" actId="1076"/>
          <ac:picMkLst>
            <pc:docMk/>
            <pc:sldMk cId="1600917319" sldId="273"/>
            <ac:picMk id="3" creationId="{608A38D8-4CE2-4490-8FBE-CDF62FDDD922}"/>
          </ac:picMkLst>
        </pc:picChg>
        <pc:picChg chg="mod">
          <ac:chgData name="Marzieh Ayati" userId="719e7aeb-c3b5-48e5-801b-084d43cd09ac" providerId="ADAL" clId="{B0A3E097-1A95-4E79-B1EA-BCD28EE3E6BA}" dt="2020-10-06T15:37:00.414" v="469" actId="14100"/>
          <ac:picMkLst>
            <pc:docMk/>
            <pc:sldMk cId="1600917319" sldId="273"/>
            <ac:picMk id="243" creationId="{00000000-0000-0000-0000-000000000000}"/>
          </ac:picMkLst>
        </pc:picChg>
      </pc:sldChg>
      <pc:sldChg chg="addSp delSp modSp new mod delAnim modAnim">
        <pc:chgData name="Marzieh Ayati" userId="719e7aeb-c3b5-48e5-801b-084d43cd09ac" providerId="ADAL" clId="{B0A3E097-1A95-4E79-B1EA-BCD28EE3E6BA}" dt="2020-10-06T02:07:26.273" v="420"/>
        <pc:sldMkLst>
          <pc:docMk/>
          <pc:sldMk cId="315339987" sldId="274"/>
        </pc:sldMkLst>
        <pc:spChg chg="mod">
          <ac:chgData name="Marzieh Ayati" userId="719e7aeb-c3b5-48e5-801b-084d43cd09ac" providerId="ADAL" clId="{B0A3E097-1A95-4E79-B1EA-BCD28EE3E6BA}" dt="2020-10-06T02:05:09.823" v="343" actId="20577"/>
          <ac:spMkLst>
            <pc:docMk/>
            <pc:sldMk cId="315339987" sldId="274"/>
            <ac:spMk id="2" creationId="{3F24686C-AF81-478E-85CE-2E8784CCDC70}"/>
          </ac:spMkLst>
        </pc:spChg>
        <pc:spChg chg="mod">
          <ac:chgData name="Marzieh Ayati" userId="719e7aeb-c3b5-48e5-801b-084d43cd09ac" providerId="ADAL" clId="{B0A3E097-1A95-4E79-B1EA-BCD28EE3E6BA}" dt="2020-10-06T01:43:01.801" v="99" actId="5793"/>
          <ac:spMkLst>
            <pc:docMk/>
            <pc:sldMk cId="315339987" sldId="274"/>
            <ac:spMk id="3" creationId="{E15063A6-8B34-4A65-B0B2-06666268AE63}"/>
          </ac:spMkLst>
        </pc:spChg>
        <pc:spChg chg="add mod">
          <ac:chgData name="Marzieh Ayati" userId="719e7aeb-c3b5-48e5-801b-084d43cd09ac" providerId="ADAL" clId="{B0A3E097-1A95-4E79-B1EA-BCD28EE3E6BA}" dt="2020-10-06T02:07:05.766" v="411" actId="1076"/>
          <ac:spMkLst>
            <pc:docMk/>
            <pc:sldMk cId="315339987" sldId="274"/>
            <ac:spMk id="8" creationId="{8A0389D3-D471-4F03-9828-829AAC1742F4}"/>
          </ac:spMkLst>
        </pc:spChg>
        <pc:picChg chg="add mod">
          <ac:chgData name="Marzieh Ayati" userId="719e7aeb-c3b5-48e5-801b-084d43cd09ac" providerId="ADAL" clId="{B0A3E097-1A95-4E79-B1EA-BCD28EE3E6BA}" dt="2020-10-06T02:05:47.158" v="344" actId="1076"/>
          <ac:picMkLst>
            <pc:docMk/>
            <pc:sldMk cId="315339987" sldId="274"/>
            <ac:picMk id="4" creationId="{F74D5AB8-3236-464F-A8FF-6298A592A670}"/>
          </ac:picMkLst>
        </pc:picChg>
        <pc:picChg chg="add del mod">
          <ac:chgData name="Marzieh Ayati" userId="719e7aeb-c3b5-48e5-801b-084d43cd09ac" providerId="ADAL" clId="{B0A3E097-1A95-4E79-B1EA-BCD28EE3E6BA}" dt="2020-10-06T01:44:36.255" v="115" actId="21"/>
          <ac:picMkLst>
            <pc:docMk/>
            <pc:sldMk cId="315339987" sldId="274"/>
            <ac:picMk id="5" creationId="{F63B782E-9D29-42FF-827E-8627F7CF2C77}"/>
          </ac:picMkLst>
        </pc:picChg>
        <pc:picChg chg="add del">
          <ac:chgData name="Marzieh Ayati" userId="719e7aeb-c3b5-48e5-801b-084d43cd09ac" providerId="ADAL" clId="{B0A3E097-1A95-4E79-B1EA-BCD28EE3E6BA}" dt="2020-10-06T01:44:42.850" v="118" actId="21"/>
          <ac:picMkLst>
            <pc:docMk/>
            <pc:sldMk cId="315339987" sldId="274"/>
            <ac:picMk id="6" creationId="{8ED2DF53-E3EB-4942-9F1B-E4EB4351EE8C}"/>
          </ac:picMkLst>
        </pc:picChg>
        <pc:picChg chg="add mod">
          <ac:chgData name="Marzieh Ayati" userId="719e7aeb-c3b5-48e5-801b-084d43cd09ac" providerId="ADAL" clId="{B0A3E097-1A95-4E79-B1EA-BCD28EE3E6BA}" dt="2020-10-06T02:06:03.798" v="346" actId="1076"/>
          <ac:picMkLst>
            <pc:docMk/>
            <pc:sldMk cId="315339987" sldId="274"/>
            <ac:picMk id="7" creationId="{5FF75BC2-EB8E-4B65-AE09-5A928EC12B6C}"/>
          </ac:picMkLst>
        </pc:picChg>
        <pc:cxnChg chg="add mod">
          <ac:chgData name="Marzieh Ayati" userId="719e7aeb-c3b5-48e5-801b-084d43cd09ac" providerId="ADAL" clId="{B0A3E097-1A95-4E79-B1EA-BCD28EE3E6BA}" dt="2020-10-06T02:07:20.511" v="417" actId="13822"/>
          <ac:cxnSpMkLst>
            <pc:docMk/>
            <pc:sldMk cId="315339987" sldId="274"/>
            <ac:cxnSpMk id="10" creationId="{5D784B67-2BE3-42C8-BAAD-8A3E4C58A234}"/>
          </ac:cxnSpMkLst>
        </pc:cxnChg>
      </pc:sldChg>
      <pc:sldChg chg="addSp delSp modSp new mod modAnim">
        <pc:chgData name="Marzieh Ayati" userId="719e7aeb-c3b5-48e5-801b-084d43cd09ac" providerId="ADAL" clId="{B0A3E097-1A95-4E79-B1EA-BCD28EE3E6BA}" dt="2020-10-06T01:48:16.400" v="213" actId="1076"/>
        <pc:sldMkLst>
          <pc:docMk/>
          <pc:sldMk cId="1139949134" sldId="275"/>
        </pc:sldMkLst>
        <pc:spChg chg="mod">
          <ac:chgData name="Marzieh Ayati" userId="719e7aeb-c3b5-48e5-801b-084d43cd09ac" providerId="ADAL" clId="{B0A3E097-1A95-4E79-B1EA-BCD28EE3E6BA}" dt="2020-10-06T01:48:16.400" v="213" actId="1076"/>
          <ac:spMkLst>
            <pc:docMk/>
            <pc:sldMk cId="1139949134" sldId="275"/>
            <ac:spMk id="2" creationId="{D836E393-AB3A-4519-9648-0DC7791A6A46}"/>
          </ac:spMkLst>
        </pc:spChg>
        <pc:spChg chg="del">
          <ac:chgData name="Marzieh Ayati" userId="719e7aeb-c3b5-48e5-801b-084d43cd09ac" providerId="ADAL" clId="{B0A3E097-1A95-4E79-B1EA-BCD28EE3E6BA}" dt="2020-10-06T01:45:55.761" v="156" actId="478"/>
          <ac:spMkLst>
            <pc:docMk/>
            <pc:sldMk cId="1139949134" sldId="275"/>
            <ac:spMk id="3" creationId="{F412D518-F795-4BDF-9B60-FA8D06E3145A}"/>
          </ac:spMkLst>
        </pc:spChg>
        <pc:spChg chg="add mod">
          <ac:chgData name="Marzieh Ayati" userId="719e7aeb-c3b5-48e5-801b-084d43cd09ac" providerId="ADAL" clId="{B0A3E097-1A95-4E79-B1EA-BCD28EE3E6BA}" dt="2020-10-06T01:48:13.293" v="212" actId="1036"/>
          <ac:spMkLst>
            <pc:docMk/>
            <pc:sldMk cId="1139949134" sldId="275"/>
            <ac:spMk id="6" creationId="{B38C7209-A1D1-495A-8F70-F6520FCD1133}"/>
          </ac:spMkLst>
        </pc:spChg>
        <pc:spChg chg="add mod">
          <ac:chgData name="Marzieh Ayati" userId="719e7aeb-c3b5-48e5-801b-084d43cd09ac" providerId="ADAL" clId="{B0A3E097-1A95-4E79-B1EA-BCD28EE3E6BA}" dt="2020-10-06T01:48:13.293" v="212" actId="1036"/>
          <ac:spMkLst>
            <pc:docMk/>
            <pc:sldMk cId="1139949134" sldId="275"/>
            <ac:spMk id="9" creationId="{08EBD637-BD33-4339-834D-1846FEABB705}"/>
          </ac:spMkLst>
        </pc:spChg>
        <pc:spChg chg="add mod">
          <ac:chgData name="Marzieh Ayati" userId="719e7aeb-c3b5-48e5-801b-084d43cd09ac" providerId="ADAL" clId="{B0A3E097-1A95-4E79-B1EA-BCD28EE3E6BA}" dt="2020-10-06T01:48:13.293" v="212" actId="1036"/>
          <ac:spMkLst>
            <pc:docMk/>
            <pc:sldMk cId="1139949134" sldId="275"/>
            <ac:spMk id="12" creationId="{6C3536E7-7BB7-4EB1-8EDC-302C5C3B1A9A}"/>
          </ac:spMkLst>
        </pc:spChg>
        <pc:picChg chg="add mod">
          <ac:chgData name="Marzieh Ayati" userId="719e7aeb-c3b5-48e5-801b-084d43cd09ac" providerId="ADAL" clId="{B0A3E097-1A95-4E79-B1EA-BCD28EE3E6BA}" dt="2020-10-06T01:48:13.293" v="212" actId="1036"/>
          <ac:picMkLst>
            <pc:docMk/>
            <pc:sldMk cId="1139949134" sldId="275"/>
            <ac:picMk id="4" creationId="{82075582-31FE-4CE7-A3BB-5B3619941B2F}"/>
          </ac:picMkLst>
        </pc:picChg>
        <pc:picChg chg="add mod">
          <ac:chgData name="Marzieh Ayati" userId="719e7aeb-c3b5-48e5-801b-084d43cd09ac" providerId="ADAL" clId="{B0A3E097-1A95-4E79-B1EA-BCD28EE3E6BA}" dt="2020-10-06T01:48:13.293" v="212" actId="1036"/>
          <ac:picMkLst>
            <pc:docMk/>
            <pc:sldMk cId="1139949134" sldId="275"/>
            <ac:picMk id="5" creationId="{09DE1E39-6798-4255-BF93-EEB4857151A5}"/>
          </ac:picMkLst>
        </pc:picChg>
        <pc:picChg chg="add mod">
          <ac:chgData name="Marzieh Ayati" userId="719e7aeb-c3b5-48e5-801b-084d43cd09ac" providerId="ADAL" clId="{B0A3E097-1A95-4E79-B1EA-BCD28EE3E6BA}" dt="2020-10-06T01:48:13.293" v="212" actId="1036"/>
          <ac:picMkLst>
            <pc:docMk/>
            <pc:sldMk cId="1139949134" sldId="275"/>
            <ac:picMk id="7" creationId="{6A640912-4B6D-4363-85F1-A16D6F7FBBDA}"/>
          </ac:picMkLst>
        </pc:picChg>
        <pc:picChg chg="add mod">
          <ac:chgData name="Marzieh Ayati" userId="719e7aeb-c3b5-48e5-801b-084d43cd09ac" providerId="ADAL" clId="{B0A3E097-1A95-4E79-B1EA-BCD28EE3E6BA}" dt="2020-10-06T01:48:13.293" v="212" actId="1036"/>
          <ac:picMkLst>
            <pc:docMk/>
            <pc:sldMk cId="1139949134" sldId="275"/>
            <ac:picMk id="8" creationId="{1056C9A5-776D-46EE-AEAE-3A53788BE1D7}"/>
          </ac:picMkLst>
        </pc:picChg>
        <pc:picChg chg="add mod">
          <ac:chgData name="Marzieh Ayati" userId="719e7aeb-c3b5-48e5-801b-084d43cd09ac" providerId="ADAL" clId="{B0A3E097-1A95-4E79-B1EA-BCD28EE3E6BA}" dt="2020-10-06T01:48:13.293" v="212" actId="1036"/>
          <ac:picMkLst>
            <pc:docMk/>
            <pc:sldMk cId="1139949134" sldId="275"/>
            <ac:picMk id="10" creationId="{0AF009D6-6855-43E1-BE93-384FC1917378}"/>
          </ac:picMkLst>
        </pc:picChg>
        <pc:picChg chg="add mod">
          <ac:chgData name="Marzieh Ayati" userId="719e7aeb-c3b5-48e5-801b-084d43cd09ac" providerId="ADAL" clId="{B0A3E097-1A95-4E79-B1EA-BCD28EE3E6BA}" dt="2020-10-06T01:48:13.293" v="212" actId="1036"/>
          <ac:picMkLst>
            <pc:docMk/>
            <pc:sldMk cId="1139949134" sldId="275"/>
            <ac:picMk id="11" creationId="{7572FEFB-37B7-4B06-94E0-B9AC854AD37D}"/>
          </ac:picMkLst>
        </pc:picChg>
      </pc:sldChg>
      <pc:sldChg chg="addSp delSp modSp new mod modAnim">
        <pc:chgData name="Marzieh Ayati" userId="719e7aeb-c3b5-48e5-801b-084d43cd09ac" providerId="ADAL" clId="{B0A3E097-1A95-4E79-B1EA-BCD28EE3E6BA}" dt="2020-10-06T18:42:12.831" v="1167" actId="478"/>
        <pc:sldMkLst>
          <pc:docMk/>
          <pc:sldMk cId="3071790181" sldId="276"/>
        </pc:sldMkLst>
        <pc:spChg chg="mod">
          <ac:chgData name="Marzieh Ayati" userId="719e7aeb-c3b5-48e5-801b-084d43cd09ac" providerId="ADAL" clId="{B0A3E097-1A95-4E79-B1EA-BCD28EE3E6BA}" dt="2020-10-06T02:00:06.367" v="308" actId="1076"/>
          <ac:spMkLst>
            <pc:docMk/>
            <pc:sldMk cId="3071790181" sldId="276"/>
            <ac:spMk id="2" creationId="{7D1BB3B5-5F9D-49F9-A653-781FAF1BC362}"/>
          </ac:spMkLst>
        </pc:spChg>
        <pc:spChg chg="del">
          <ac:chgData name="Marzieh Ayati" userId="719e7aeb-c3b5-48e5-801b-084d43cd09ac" providerId="ADAL" clId="{B0A3E097-1A95-4E79-B1EA-BCD28EE3E6BA}" dt="2020-10-06T02:00:27.392" v="312" actId="478"/>
          <ac:spMkLst>
            <pc:docMk/>
            <pc:sldMk cId="3071790181" sldId="276"/>
            <ac:spMk id="3" creationId="{D834F6DE-5098-46F0-A683-BFCEF58CBC2B}"/>
          </ac:spMkLst>
        </pc:spChg>
        <pc:spChg chg="add mod">
          <ac:chgData name="Marzieh Ayati" userId="719e7aeb-c3b5-48e5-801b-084d43cd09ac" providerId="ADAL" clId="{B0A3E097-1A95-4E79-B1EA-BCD28EE3E6BA}" dt="2020-10-06T02:03:06.722" v="324" actId="164"/>
          <ac:spMkLst>
            <pc:docMk/>
            <pc:sldMk cId="3071790181" sldId="276"/>
            <ac:spMk id="8" creationId="{B55EE6B7-B372-428A-B725-9E5595B68F68}"/>
          </ac:spMkLst>
        </pc:spChg>
        <pc:spChg chg="add mod">
          <ac:chgData name="Marzieh Ayati" userId="719e7aeb-c3b5-48e5-801b-084d43cd09ac" providerId="ADAL" clId="{B0A3E097-1A95-4E79-B1EA-BCD28EE3E6BA}" dt="2020-10-06T02:11:03.822" v="458" actId="1076"/>
          <ac:spMkLst>
            <pc:docMk/>
            <pc:sldMk cId="3071790181" sldId="276"/>
            <ac:spMk id="17" creationId="{6FFB0113-050F-42BD-B088-C7A21BEEB3AB}"/>
          </ac:spMkLst>
        </pc:spChg>
        <pc:grpChg chg="add mod">
          <ac:chgData name="Marzieh Ayati" userId="719e7aeb-c3b5-48e5-801b-084d43cd09ac" providerId="ADAL" clId="{B0A3E097-1A95-4E79-B1EA-BCD28EE3E6BA}" dt="2020-10-06T02:03:06.722" v="324" actId="164"/>
          <ac:grpSpMkLst>
            <pc:docMk/>
            <pc:sldMk cId="3071790181" sldId="276"/>
            <ac:grpSpMk id="9" creationId="{E7E65DD8-51E3-4F58-91B4-39248798F3E1}"/>
          </ac:grpSpMkLst>
        </pc:grpChg>
        <pc:picChg chg="add mod">
          <ac:chgData name="Marzieh Ayati" userId="719e7aeb-c3b5-48e5-801b-084d43cd09ac" providerId="ADAL" clId="{B0A3E097-1A95-4E79-B1EA-BCD28EE3E6BA}" dt="2020-10-06T02:00:25.176" v="311" actId="1076"/>
          <ac:picMkLst>
            <pc:docMk/>
            <pc:sldMk cId="3071790181" sldId="276"/>
            <ac:picMk id="4" creationId="{21173DDF-6D7F-4F17-BD1B-1B94259E69D5}"/>
          </ac:picMkLst>
        </pc:picChg>
        <pc:picChg chg="add mod">
          <ac:chgData name="Marzieh Ayati" userId="719e7aeb-c3b5-48e5-801b-084d43cd09ac" providerId="ADAL" clId="{B0A3E097-1A95-4E79-B1EA-BCD28EE3E6BA}" dt="2020-10-06T02:00:57.199" v="314" actId="1076"/>
          <ac:picMkLst>
            <pc:docMk/>
            <pc:sldMk cId="3071790181" sldId="276"/>
            <ac:picMk id="5" creationId="{A43CFA90-CA20-4B8B-B809-089A5CA2C95C}"/>
          </ac:picMkLst>
        </pc:picChg>
        <pc:picChg chg="add mod">
          <ac:chgData name="Marzieh Ayati" userId="719e7aeb-c3b5-48e5-801b-084d43cd09ac" providerId="ADAL" clId="{B0A3E097-1A95-4E79-B1EA-BCD28EE3E6BA}" dt="2020-10-06T02:01:51.790" v="316" actId="1076"/>
          <ac:picMkLst>
            <pc:docMk/>
            <pc:sldMk cId="3071790181" sldId="276"/>
            <ac:picMk id="6" creationId="{6D0DB38E-CC2C-47C2-9196-37EA6DCDCDE3}"/>
          </ac:picMkLst>
        </pc:picChg>
        <pc:picChg chg="add mod">
          <ac:chgData name="Marzieh Ayati" userId="719e7aeb-c3b5-48e5-801b-084d43cd09ac" providerId="ADAL" clId="{B0A3E097-1A95-4E79-B1EA-BCD28EE3E6BA}" dt="2020-10-06T02:03:06.722" v="324" actId="164"/>
          <ac:picMkLst>
            <pc:docMk/>
            <pc:sldMk cId="3071790181" sldId="276"/>
            <ac:picMk id="7" creationId="{26DFA4D9-26AF-44D6-B627-75AC9BB3BA47}"/>
          </ac:picMkLst>
        </pc:picChg>
        <pc:picChg chg="add mod">
          <ac:chgData name="Marzieh Ayati" userId="719e7aeb-c3b5-48e5-801b-084d43cd09ac" providerId="ADAL" clId="{B0A3E097-1A95-4E79-B1EA-BCD28EE3E6BA}" dt="2020-10-06T02:04:04.609" v="335" actId="1076"/>
          <ac:picMkLst>
            <pc:docMk/>
            <pc:sldMk cId="3071790181" sldId="276"/>
            <ac:picMk id="10" creationId="{0DBF9DCE-9892-4C46-95E7-ED8D03C2B8A9}"/>
          </ac:picMkLst>
        </pc:picChg>
        <pc:picChg chg="add mod">
          <ac:chgData name="Marzieh Ayati" userId="719e7aeb-c3b5-48e5-801b-084d43cd09ac" providerId="ADAL" clId="{B0A3E097-1A95-4E79-B1EA-BCD28EE3E6BA}" dt="2020-10-06T02:06:32.591" v="348" actId="1076"/>
          <ac:picMkLst>
            <pc:docMk/>
            <pc:sldMk cId="3071790181" sldId="276"/>
            <ac:picMk id="11" creationId="{AF15FCC2-72E8-4272-AEEC-F82BEFC2F362}"/>
          </ac:picMkLst>
        </pc:picChg>
        <pc:picChg chg="add mod">
          <ac:chgData name="Marzieh Ayati" userId="719e7aeb-c3b5-48e5-801b-084d43cd09ac" providerId="ADAL" clId="{B0A3E097-1A95-4E79-B1EA-BCD28EE3E6BA}" dt="2020-10-06T02:09:39.614" v="434" actId="1076"/>
          <ac:picMkLst>
            <pc:docMk/>
            <pc:sldMk cId="3071790181" sldId="276"/>
            <ac:picMk id="12" creationId="{A5188B89-93E3-4110-BB79-CDC1ABC9ADE5}"/>
          </ac:picMkLst>
        </pc:picChg>
        <pc:picChg chg="add del mod">
          <ac:chgData name="Marzieh Ayati" userId="719e7aeb-c3b5-48e5-801b-084d43cd09ac" providerId="ADAL" clId="{B0A3E097-1A95-4E79-B1EA-BCD28EE3E6BA}" dt="2020-10-06T18:42:12.831" v="1167" actId="478"/>
          <ac:picMkLst>
            <pc:docMk/>
            <pc:sldMk cId="3071790181" sldId="276"/>
            <ac:picMk id="13" creationId="{6CDEB343-2885-4AEB-8FE9-3BB80E3C9221}"/>
          </ac:picMkLst>
        </pc:picChg>
        <pc:picChg chg="add mod">
          <ac:chgData name="Marzieh Ayati" userId="719e7aeb-c3b5-48e5-801b-084d43cd09ac" providerId="ADAL" clId="{B0A3E097-1A95-4E79-B1EA-BCD28EE3E6BA}" dt="2020-10-06T02:09:42.382" v="435" actId="1076"/>
          <ac:picMkLst>
            <pc:docMk/>
            <pc:sldMk cId="3071790181" sldId="276"/>
            <ac:picMk id="14" creationId="{DE0FF8BE-B50C-462C-B2EF-5176D44E7DE2}"/>
          </ac:picMkLst>
        </pc:picChg>
        <pc:picChg chg="add mod">
          <ac:chgData name="Marzieh Ayati" userId="719e7aeb-c3b5-48e5-801b-084d43cd09ac" providerId="ADAL" clId="{B0A3E097-1A95-4E79-B1EA-BCD28EE3E6BA}" dt="2020-10-06T02:10:11.926" v="441" actId="1076"/>
          <ac:picMkLst>
            <pc:docMk/>
            <pc:sldMk cId="3071790181" sldId="276"/>
            <ac:picMk id="15" creationId="{72E1CD50-3667-408C-8711-E9A83D08AB97}"/>
          </ac:picMkLst>
        </pc:picChg>
        <pc:picChg chg="add mod">
          <ac:chgData name="Marzieh Ayati" userId="719e7aeb-c3b5-48e5-801b-084d43cd09ac" providerId="ADAL" clId="{B0A3E097-1A95-4E79-B1EA-BCD28EE3E6BA}" dt="2020-10-06T02:10:31.278" v="447" actId="1076"/>
          <ac:picMkLst>
            <pc:docMk/>
            <pc:sldMk cId="3071790181" sldId="276"/>
            <ac:picMk id="16" creationId="{83C84149-782F-40F1-AE8C-020B93686A33}"/>
          </ac:picMkLst>
        </pc:picChg>
      </pc:sldChg>
      <pc:sldChg chg="addSp delSp modSp new del mod">
        <pc:chgData name="Marzieh Ayati" userId="719e7aeb-c3b5-48e5-801b-084d43cd09ac" providerId="ADAL" clId="{B0A3E097-1A95-4E79-B1EA-BCD28EE3E6BA}" dt="2020-10-06T01:59:39.965" v="299" actId="47"/>
        <pc:sldMkLst>
          <pc:docMk/>
          <pc:sldMk cId="3613878076" sldId="276"/>
        </pc:sldMkLst>
        <pc:spChg chg="del">
          <ac:chgData name="Marzieh Ayati" userId="719e7aeb-c3b5-48e5-801b-084d43cd09ac" providerId="ADAL" clId="{B0A3E097-1A95-4E79-B1EA-BCD28EE3E6BA}" dt="2020-10-06T01:56:12.659" v="298" actId="478"/>
          <ac:spMkLst>
            <pc:docMk/>
            <pc:sldMk cId="3613878076" sldId="276"/>
            <ac:spMk id="2" creationId="{29E71A77-8629-454D-A89F-857C010FDA94}"/>
          </ac:spMkLst>
        </pc:spChg>
        <pc:spChg chg="del">
          <ac:chgData name="Marzieh Ayati" userId="719e7aeb-c3b5-48e5-801b-084d43cd09ac" providerId="ADAL" clId="{B0A3E097-1A95-4E79-B1EA-BCD28EE3E6BA}" dt="2020-10-06T01:52:47.136" v="241" actId="478"/>
          <ac:spMkLst>
            <pc:docMk/>
            <pc:sldMk cId="3613878076" sldId="276"/>
            <ac:spMk id="3" creationId="{C74F2ECF-6D48-4CFC-9C7A-F3274E26000E}"/>
          </ac:spMkLst>
        </pc:spChg>
        <pc:spChg chg="add mod">
          <ac:chgData name="Marzieh Ayati" userId="719e7aeb-c3b5-48e5-801b-084d43cd09ac" providerId="ADAL" clId="{B0A3E097-1A95-4E79-B1EA-BCD28EE3E6BA}" dt="2020-10-06T01:53:13.065" v="295" actId="20577"/>
          <ac:spMkLst>
            <pc:docMk/>
            <pc:sldMk cId="3613878076" sldId="276"/>
            <ac:spMk id="9" creationId="{9A31ECF9-006F-420B-9EB2-58E1F2B75226}"/>
          </ac:spMkLst>
        </pc:spChg>
        <pc:spChg chg="add mod">
          <ac:chgData name="Marzieh Ayati" userId="719e7aeb-c3b5-48e5-801b-084d43cd09ac" providerId="ADAL" clId="{B0A3E097-1A95-4E79-B1EA-BCD28EE3E6BA}" dt="2020-10-06T01:56:10.904" v="297" actId="1076"/>
          <ac:spMkLst>
            <pc:docMk/>
            <pc:sldMk cId="3613878076" sldId="276"/>
            <ac:spMk id="10" creationId="{0F6E7740-B6ED-47E6-B90D-702219661476}"/>
          </ac:spMkLst>
        </pc:spChg>
        <pc:picChg chg="add del mod">
          <ac:chgData name="Marzieh Ayati" userId="719e7aeb-c3b5-48e5-801b-084d43cd09ac" providerId="ADAL" clId="{B0A3E097-1A95-4E79-B1EA-BCD28EE3E6BA}" dt="2020-10-06T01:49:41.557" v="217" actId="478"/>
          <ac:picMkLst>
            <pc:docMk/>
            <pc:sldMk cId="3613878076" sldId="276"/>
            <ac:picMk id="4" creationId="{15E4AAF8-45FF-4E5E-B58A-B0293507D10F}"/>
          </ac:picMkLst>
        </pc:picChg>
        <pc:picChg chg="add mod">
          <ac:chgData name="Marzieh Ayati" userId="719e7aeb-c3b5-48e5-801b-084d43cd09ac" providerId="ADAL" clId="{B0A3E097-1A95-4E79-B1EA-BCD28EE3E6BA}" dt="2020-10-06T01:52:28.976" v="236" actId="1076"/>
          <ac:picMkLst>
            <pc:docMk/>
            <pc:sldMk cId="3613878076" sldId="276"/>
            <ac:picMk id="5" creationId="{7E27709E-0D1C-4F1E-8C48-455C2EE6FB65}"/>
          </ac:picMkLst>
        </pc:picChg>
        <pc:picChg chg="add mod">
          <ac:chgData name="Marzieh Ayati" userId="719e7aeb-c3b5-48e5-801b-084d43cd09ac" providerId="ADAL" clId="{B0A3E097-1A95-4E79-B1EA-BCD28EE3E6BA}" dt="2020-10-06T01:52:43.495" v="240" actId="14100"/>
          <ac:picMkLst>
            <pc:docMk/>
            <pc:sldMk cId="3613878076" sldId="276"/>
            <ac:picMk id="6" creationId="{A3D0448D-7A6A-47B9-853A-3E38EBA39227}"/>
          </ac:picMkLst>
        </pc:picChg>
        <pc:picChg chg="add mod">
          <ac:chgData name="Marzieh Ayati" userId="719e7aeb-c3b5-48e5-801b-084d43cd09ac" providerId="ADAL" clId="{B0A3E097-1A95-4E79-B1EA-BCD28EE3E6BA}" dt="2020-10-06T01:52:38.967" v="238" actId="1076"/>
          <ac:picMkLst>
            <pc:docMk/>
            <pc:sldMk cId="3613878076" sldId="276"/>
            <ac:picMk id="7" creationId="{E16056A7-1F1C-44CF-986A-2E9E2FA0380C}"/>
          </ac:picMkLst>
        </pc:picChg>
        <pc:picChg chg="add mod">
          <ac:chgData name="Marzieh Ayati" userId="719e7aeb-c3b5-48e5-801b-084d43cd09ac" providerId="ADAL" clId="{B0A3E097-1A95-4E79-B1EA-BCD28EE3E6BA}" dt="2020-10-06T01:52:59.232" v="242" actId="14100"/>
          <ac:picMkLst>
            <pc:docMk/>
            <pc:sldMk cId="3613878076" sldId="276"/>
            <ac:picMk id="8" creationId="{59165E61-3EE5-4A9F-9D39-AE0CD3F1A0C6}"/>
          </ac:picMkLst>
        </pc:picChg>
      </pc:sldChg>
      <pc:sldChg chg="add">
        <pc:chgData name="Marzieh Ayati" userId="719e7aeb-c3b5-48e5-801b-084d43cd09ac" providerId="ADAL" clId="{B0A3E097-1A95-4E79-B1EA-BCD28EE3E6BA}" dt="2020-10-06T15:40:21.621" v="477"/>
        <pc:sldMkLst>
          <pc:docMk/>
          <pc:sldMk cId="0" sldId="277"/>
        </pc:sldMkLst>
      </pc:sldChg>
      <pc:sldChg chg="delSp add mod">
        <pc:chgData name="Marzieh Ayati" userId="719e7aeb-c3b5-48e5-801b-084d43cd09ac" providerId="ADAL" clId="{B0A3E097-1A95-4E79-B1EA-BCD28EE3E6BA}" dt="2020-10-06T15:41:27.644" v="479" actId="478"/>
        <pc:sldMkLst>
          <pc:docMk/>
          <pc:sldMk cId="0" sldId="278"/>
        </pc:sldMkLst>
        <pc:spChg chg="del">
          <ac:chgData name="Marzieh Ayati" userId="719e7aeb-c3b5-48e5-801b-084d43cd09ac" providerId="ADAL" clId="{B0A3E097-1A95-4E79-B1EA-BCD28EE3E6BA}" dt="2020-10-06T15:41:27.644" v="479" actId="478"/>
          <ac:spMkLst>
            <pc:docMk/>
            <pc:sldMk cId="0" sldId="278"/>
            <ac:spMk id="274" creationId="{00000000-0000-0000-0000-000000000000}"/>
          </ac:spMkLst>
        </pc:spChg>
      </pc:sldChg>
      <pc:sldChg chg="delSp add mod modAnim">
        <pc:chgData name="Marzieh Ayati" userId="719e7aeb-c3b5-48e5-801b-084d43cd09ac" providerId="ADAL" clId="{B0A3E097-1A95-4E79-B1EA-BCD28EE3E6BA}" dt="2020-10-06T18:44:31.181" v="1173"/>
        <pc:sldMkLst>
          <pc:docMk/>
          <pc:sldMk cId="0" sldId="279"/>
        </pc:sldMkLst>
        <pc:spChg chg="del">
          <ac:chgData name="Marzieh Ayati" userId="719e7aeb-c3b5-48e5-801b-084d43cd09ac" providerId="ADAL" clId="{B0A3E097-1A95-4E79-B1EA-BCD28EE3E6BA}" dt="2020-10-06T16:51:45.047" v="557" actId="478"/>
          <ac:spMkLst>
            <pc:docMk/>
            <pc:sldMk cId="0" sldId="279"/>
            <ac:spMk id="282" creationId="{00000000-0000-0000-0000-000000000000}"/>
          </ac:spMkLst>
        </pc:spChg>
      </pc:sldChg>
      <pc:sldChg chg="addSp delSp modSp new mod">
        <pc:chgData name="Marzieh Ayati" userId="719e7aeb-c3b5-48e5-801b-084d43cd09ac" providerId="ADAL" clId="{B0A3E097-1A95-4E79-B1EA-BCD28EE3E6BA}" dt="2020-10-06T15:44:03.958" v="540" actId="1076"/>
        <pc:sldMkLst>
          <pc:docMk/>
          <pc:sldMk cId="3449490428" sldId="280"/>
        </pc:sldMkLst>
        <pc:spChg chg="mod">
          <ac:chgData name="Marzieh Ayati" userId="719e7aeb-c3b5-48e5-801b-084d43cd09ac" providerId="ADAL" clId="{B0A3E097-1A95-4E79-B1EA-BCD28EE3E6BA}" dt="2020-10-06T15:43:52.976" v="535" actId="20577"/>
          <ac:spMkLst>
            <pc:docMk/>
            <pc:sldMk cId="3449490428" sldId="280"/>
            <ac:spMk id="2" creationId="{24B5907F-9BF8-437E-A54B-E8BD58CEC61A}"/>
          </ac:spMkLst>
        </pc:spChg>
        <pc:spChg chg="del">
          <ac:chgData name="Marzieh Ayati" userId="719e7aeb-c3b5-48e5-801b-084d43cd09ac" providerId="ADAL" clId="{B0A3E097-1A95-4E79-B1EA-BCD28EE3E6BA}" dt="2020-10-06T15:44:02.534" v="539" actId="478"/>
          <ac:spMkLst>
            <pc:docMk/>
            <pc:sldMk cId="3449490428" sldId="280"/>
            <ac:spMk id="3" creationId="{BF67061B-5418-4EC3-9ABA-2409357D21FA}"/>
          </ac:spMkLst>
        </pc:spChg>
        <pc:picChg chg="add mod">
          <ac:chgData name="Marzieh Ayati" userId="719e7aeb-c3b5-48e5-801b-084d43cd09ac" providerId="ADAL" clId="{B0A3E097-1A95-4E79-B1EA-BCD28EE3E6BA}" dt="2020-10-06T15:44:03.958" v="540" actId="1076"/>
          <ac:picMkLst>
            <pc:docMk/>
            <pc:sldMk cId="3449490428" sldId="280"/>
            <ac:picMk id="4" creationId="{97308636-51A9-4838-8C32-FB3372B6BE4D}"/>
          </ac:picMkLst>
        </pc:picChg>
      </pc:sldChg>
      <pc:sldChg chg="modSp new del mod">
        <pc:chgData name="Marzieh Ayati" userId="719e7aeb-c3b5-48e5-801b-084d43cd09ac" providerId="ADAL" clId="{B0A3E097-1A95-4E79-B1EA-BCD28EE3E6BA}" dt="2020-10-06T16:51:56.175" v="558" actId="47"/>
        <pc:sldMkLst>
          <pc:docMk/>
          <pc:sldMk cId="2915449723" sldId="281"/>
        </pc:sldMkLst>
        <pc:spChg chg="mod">
          <ac:chgData name="Marzieh Ayati" userId="719e7aeb-c3b5-48e5-801b-084d43cd09ac" providerId="ADAL" clId="{B0A3E097-1A95-4E79-B1EA-BCD28EE3E6BA}" dt="2020-10-06T15:45:07.750" v="552" actId="20577"/>
          <ac:spMkLst>
            <pc:docMk/>
            <pc:sldMk cId="2915449723" sldId="281"/>
            <ac:spMk id="2" creationId="{DD922FCD-E48B-449B-AD03-3DDC059A789A}"/>
          </ac:spMkLst>
        </pc:spChg>
        <pc:spChg chg="mod">
          <ac:chgData name="Marzieh Ayati" userId="719e7aeb-c3b5-48e5-801b-084d43cd09ac" providerId="ADAL" clId="{B0A3E097-1A95-4E79-B1EA-BCD28EE3E6BA}" dt="2020-10-06T15:45:27.716" v="556" actId="20577"/>
          <ac:spMkLst>
            <pc:docMk/>
            <pc:sldMk cId="2915449723" sldId="281"/>
            <ac:spMk id="3" creationId="{2E64CFD5-7837-47F8-B827-8D7FB56D84FE}"/>
          </ac:spMkLst>
        </pc:spChg>
      </pc:sldChg>
      <pc:sldChg chg="addSp delSp modSp new mod modAnim">
        <pc:chgData name="Marzieh Ayati" userId="719e7aeb-c3b5-48e5-801b-084d43cd09ac" providerId="ADAL" clId="{B0A3E097-1A95-4E79-B1EA-BCD28EE3E6BA}" dt="2020-10-06T17:13:24.968" v="846"/>
        <pc:sldMkLst>
          <pc:docMk/>
          <pc:sldMk cId="3125937411" sldId="281"/>
        </pc:sldMkLst>
        <pc:spChg chg="mod">
          <ac:chgData name="Marzieh Ayati" userId="719e7aeb-c3b5-48e5-801b-084d43cd09ac" providerId="ADAL" clId="{B0A3E097-1A95-4E79-B1EA-BCD28EE3E6BA}" dt="2020-10-06T17:07:16.533" v="619" actId="1076"/>
          <ac:spMkLst>
            <pc:docMk/>
            <pc:sldMk cId="3125937411" sldId="281"/>
            <ac:spMk id="2" creationId="{6B48694C-F94F-42A5-A388-CCB99F72ADBA}"/>
          </ac:spMkLst>
        </pc:spChg>
        <pc:spChg chg="del">
          <ac:chgData name="Marzieh Ayati" userId="719e7aeb-c3b5-48e5-801b-084d43cd09ac" providerId="ADAL" clId="{B0A3E097-1A95-4E79-B1EA-BCD28EE3E6BA}" dt="2020-10-06T17:08:04.070" v="623" actId="478"/>
          <ac:spMkLst>
            <pc:docMk/>
            <pc:sldMk cId="3125937411" sldId="281"/>
            <ac:spMk id="3" creationId="{0BF642F8-F595-4277-BD8D-4272A2A55566}"/>
          </ac:spMkLst>
        </pc:spChg>
        <pc:spChg chg="add mod">
          <ac:chgData name="Marzieh Ayati" userId="719e7aeb-c3b5-48e5-801b-084d43cd09ac" providerId="ADAL" clId="{B0A3E097-1A95-4E79-B1EA-BCD28EE3E6BA}" dt="2020-10-06T17:09:54.520" v="702" actId="20577"/>
          <ac:spMkLst>
            <pc:docMk/>
            <pc:sldMk cId="3125937411" sldId="281"/>
            <ac:spMk id="5" creationId="{F3B9746A-9640-4872-B219-EDBEC5ABE578}"/>
          </ac:spMkLst>
        </pc:spChg>
        <pc:spChg chg="add mod">
          <ac:chgData name="Marzieh Ayati" userId="719e7aeb-c3b5-48e5-801b-084d43cd09ac" providerId="ADAL" clId="{B0A3E097-1A95-4E79-B1EA-BCD28EE3E6BA}" dt="2020-10-06T17:10:43.287" v="733" actId="14100"/>
          <ac:spMkLst>
            <pc:docMk/>
            <pc:sldMk cId="3125937411" sldId="281"/>
            <ac:spMk id="7" creationId="{E12106EC-8F4A-4204-B2E3-6780A096CA3D}"/>
          </ac:spMkLst>
        </pc:spChg>
        <pc:spChg chg="add mod">
          <ac:chgData name="Marzieh Ayati" userId="719e7aeb-c3b5-48e5-801b-084d43cd09ac" providerId="ADAL" clId="{B0A3E097-1A95-4E79-B1EA-BCD28EE3E6BA}" dt="2020-10-06T17:11:09.714" v="739" actId="1582"/>
          <ac:spMkLst>
            <pc:docMk/>
            <pc:sldMk cId="3125937411" sldId="281"/>
            <ac:spMk id="8" creationId="{96909FB3-387D-41E3-806F-DFAD6DE34758}"/>
          </ac:spMkLst>
        </pc:spChg>
        <pc:spChg chg="add mod">
          <ac:chgData name="Marzieh Ayati" userId="719e7aeb-c3b5-48e5-801b-084d43cd09ac" providerId="ADAL" clId="{B0A3E097-1A95-4E79-B1EA-BCD28EE3E6BA}" dt="2020-10-06T17:13:06.884" v="840" actId="1076"/>
          <ac:spMkLst>
            <pc:docMk/>
            <pc:sldMk cId="3125937411" sldId="281"/>
            <ac:spMk id="9" creationId="{1A8AA924-9E7C-4C0B-A95B-690308FFC72E}"/>
          </ac:spMkLst>
        </pc:spChg>
        <pc:spChg chg="add mod">
          <ac:chgData name="Marzieh Ayati" userId="719e7aeb-c3b5-48e5-801b-084d43cd09ac" providerId="ADAL" clId="{B0A3E097-1A95-4E79-B1EA-BCD28EE3E6BA}" dt="2020-10-06T17:12:20.224" v="809" actId="1038"/>
          <ac:spMkLst>
            <pc:docMk/>
            <pc:sldMk cId="3125937411" sldId="281"/>
            <ac:spMk id="10" creationId="{18E50152-96BE-4990-958A-E78D44F21160}"/>
          </ac:spMkLst>
        </pc:spChg>
        <pc:spChg chg="add mod">
          <ac:chgData name="Marzieh Ayati" userId="719e7aeb-c3b5-48e5-801b-084d43cd09ac" providerId="ADAL" clId="{B0A3E097-1A95-4E79-B1EA-BCD28EE3E6BA}" dt="2020-10-06T17:13:20.589" v="844" actId="13822"/>
          <ac:spMkLst>
            <pc:docMk/>
            <pc:sldMk cId="3125937411" sldId="281"/>
            <ac:spMk id="11" creationId="{BA8409C0-2B90-4DB9-A0CD-8C1A6C1951AA}"/>
          </ac:spMkLst>
        </pc:spChg>
        <pc:picChg chg="add mod">
          <ac:chgData name="Marzieh Ayati" userId="719e7aeb-c3b5-48e5-801b-084d43cd09ac" providerId="ADAL" clId="{B0A3E097-1A95-4E79-B1EA-BCD28EE3E6BA}" dt="2020-10-06T17:08:05.389" v="624" actId="1076"/>
          <ac:picMkLst>
            <pc:docMk/>
            <pc:sldMk cId="3125937411" sldId="281"/>
            <ac:picMk id="4" creationId="{F4C80E8A-4E9C-43E2-BA6A-DCDE7FBDD87E}"/>
          </ac:picMkLst>
        </pc:picChg>
        <pc:picChg chg="add mod">
          <ac:chgData name="Marzieh Ayati" userId="719e7aeb-c3b5-48e5-801b-084d43cd09ac" providerId="ADAL" clId="{B0A3E097-1A95-4E79-B1EA-BCD28EE3E6BA}" dt="2020-10-06T17:09:31.821" v="691" actId="1076"/>
          <ac:picMkLst>
            <pc:docMk/>
            <pc:sldMk cId="3125937411" sldId="281"/>
            <ac:picMk id="6" creationId="{909F16C6-D3F2-4AAD-A70A-80A826D30A5D}"/>
          </ac:picMkLst>
        </pc:picChg>
        <pc:picChg chg="add mod">
          <ac:chgData name="Marzieh Ayati" userId="719e7aeb-c3b5-48e5-801b-084d43cd09ac" providerId="ADAL" clId="{B0A3E097-1A95-4E79-B1EA-BCD28EE3E6BA}" dt="2020-10-06T17:12:13.405" v="798" actId="1037"/>
          <ac:picMkLst>
            <pc:docMk/>
            <pc:sldMk cId="3125937411" sldId="281"/>
            <ac:picMk id="1026" creationId="{3C832D9E-FA5E-4C9F-A1EF-7C1DAD83B52E}"/>
          </ac:picMkLst>
        </pc:picChg>
      </pc:sldChg>
      <pc:sldChg chg="addSp delSp modSp add mod delAnim modAnim">
        <pc:chgData name="Marzieh Ayati" userId="719e7aeb-c3b5-48e5-801b-084d43cd09ac" providerId="ADAL" clId="{B0A3E097-1A95-4E79-B1EA-BCD28EE3E6BA}" dt="2020-10-06T17:15:14.935" v="898"/>
        <pc:sldMkLst>
          <pc:docMk/>
          <pc:sldMk cId="113454665" sldId="282"/>
        </pc:sldMkLst>
        <pc:spChg chg="add mod">
          <ac:chgData name="Marzieh Ayati" userId="719e7aeb-c3b5-48e5-801b-084d43cd09ac" providerId="ADAL" clId="{B0A3E097-1A95-4E79-B1EA-BCD28EE3E6BA}" dt="2020-10-06T17:15:09.221" v="894" actId="1076"/>
          <ac:spMkLst>
            <pc:docMk/>
            <pc:sldMk cId="113454665" sldId="282"/>
            <ac:spMk id="3" creationId="{213B2C18-CB41-49D7-AA3B-FC14375263FA}"/>
          </ac:spMkLst>
        </pc:spChg>
        <pc:spChg chg="del">
          <ac:chgData name="Marzieh Ayati" userId="719e7aeb-c3b5-48e5-801b-084d43cd09ac" providerId="ADAL" clId="{B0A3E097-1A95-4E79-B1EA-BCD28EE3E6BA}" dt="2020-10-06T17:14:35.612" v="852" actId="478"/>
          <ac:spMkLst>
            <pc:docMk/>
            <pc:sldMk cId="113454665" sldId="282"/>
            <ac:spMk id="9" creationId="{1A8AA924-9E7C-4C0B-A95B-690308FFC72E}"/>
          </ac:spMkLst>
        </pc:spChg>
        <pc:spChg chg="mod">
          <ac:chgData name="Marzieh Ayati" userId="719e7aeb-c3b5-48e5-801b-084d43cd09ac" providerId="ADAL" clId="{B0A3E097-1A95-4E79-B1EA-BCD28EE3E6BA}" dt="2020-10-06T17:14:21.076" v="848" actId="1076"/>
          <ac:spMkLst>
            <pc:docMk/>
            <pc:sldMk cId="113454665" sldId="282"/>
            <ac:spMk id="10" creationId="{18E50152-96BE-4990-958A-E78D44F21160}"/>
          </ac:spMkLst>
        </pc:spChg>
        <pc:spChg chg="add mod">
          <ac:chgData name="Marzieh Ayati" userId="719e7aeb-c3b5-48e5-801b-084d43cd09ac" providerId="ADAL" clId="{B0A3E097-1A95-4E79-B1EA-BCD28EE3E6BA}" dt="2020-10-06T17:14:31.133" v="851" actId="14100"/>
          <ac:spMkLst>
            <pc:docMk/>
            <pc:sldMk cId="113454665" sldId="282"/>
            <ac:spMk id="12" creationId="{0BC0CABB-15FF-4C1D-ABD3-E44A4DB1C96E}"/>
          </ac:spMkLst>
        </pc:spChg>
      </pc:sldChg>
      <pc:sldChg chg="delSp modSp new mod">
        <pc:chgData name="Marzieh Ayati" userId="719e7aeb-c3b5-48e5-801b-084d43cd09ac" providerId="ADAL" clId="{B0A3E097-1A95-4E79-B1EA-BCD28EE3E6BA}" dt="2020-10-06T18:46:07.411" v="1174" actId="478"/>
        <pc:sldMkLst>
          <pc:docMk/>
          <pc:sldMk cId="935045240" sldId="283"/>
        </pc:sldMkLst>
        <pc:spChg chg="del">
          <ac:chgData name="Marzieh Ayati" userId="719e7aeb-c3b5-48e5-801b-084d43cd09ac" providerId="ADAL" clId="{B0A3E097-1A95-4E79-B1EA-BCD28EE3E6BA}" dt="2020-10-06T18:46:07.411" v="1174" actId="478"/>
          <ac:spMkLst>
            <pc:docMk/>
            <pc:sldMk cId="935045240" sldId="283"/>
            <ac:spMk id="2" creationId="{2ADDDE68-23F0-4D9E-A833-40B6D35D7006}"/>
          </ac:spMkLst>
        </pc:spChg>
        <pc:spChg chg="mod">
          <ac:chgData name="Marzieh Ayati" userId="719e7aeb-c3b5-48e5-801b-084d43cd09ac" providerId="ADAL" clId="{B0A3E097-1A95-4E79-B1EA-BCD28EE3E6BA}" dt="2020-10-06T17:22:23.660" v="985" actId="20577"/>
          <ac:spMkLst>
            <pc:docMk/>
            <pc:sldMk cId="935045240" sldId="283"/>
            <ac:spMk id="3" creationId="{6A80CEEB-9468-461A-A9FA-25055696FCA9}"/>
          </ac:spMkLst>
        </pc:spChg>
      </pc:sldChg>
      <pc:sldChg chg="addSp delSp modSp new del mod">
        <pc:chgData name="Marzieh Ayati" userId="719e7aeb-c3b5-48e5-801b-084d43cd09ac" providerId="ADAL" clId="{B0A3E097-1A95-4E79-B1EA-BCD28EE3E6BA}" dt="2020-10-06T17:22:09.001" v="973" actId="47"/>
        <pc:sldMkLst>
          <pc:docMk/>
          <pc:sldMk cId="1233540592" sldId="283"/>
        </pc:sldMkLst>
        <pc:spChg chg="mod">
          <ac:chgData name="Marzieh Ayati" userId="719e7aeb-c3b5-48e5-801b-084d43cd09ac" providerId="ADAL" clId="{B0A3E097-1A95-4E79-B1EA-BCD28EE3E6BA}" dt="2020-10-06T17:15:30.933" v="906" actId="20577"/>
          <ac:spMkLst>
            <pc:docMk/>
            <pc:sldMk cId="1233540592" sldId="283"/>
            <ac:spMk id="2" creationId="{9D3C2E1A-CF6E-4C02-B951-5261346D5795}"/>
          </ac:spMkLst>
        </pc:spChg>
        <pc:spChg chg="del">
          <ac:chgData name="Marzieh Ayati" userId="719e7aeb-c3b5-48e5-801b-084d43cd09ac" providerId="ADAL" clId="{B0A3E097-1A95-4E79-B1EA-BCD28EE3E6BA}" dt="2020-10-06T17:15:44.203" v="907"/>
          <ac:spMkLst>
            <pc:docMk/>
            <pc:sldMk cId="1233540592" sldId="283"/>
            <ac:spMk id="3" creationId="{E8B0BCBD-E454-4BF8-8533-15505451B1F5}"/>
          </ac:spMkLst>
        </pc:spChg>
        <pc:spChg chg="add del mod">
          <ac:chgData name="Marzieh Ayati" userId="719e7aeb-c3b5-48e5-801b-084d43cd09ac" providerId="ADAL" clId="{B0A3E097-1A95-4E79-B1EA-BCD28EE3E6BA}" dt="2020-10-06T17:16:07.372" v="916" actId="478"/>
          <ac:spMkLst>
            <pc:docMk/>
            <pc:sldMk cId="1233540592" sldId="283"/>
            <ac:spMk id="4" creationId="{B0322795-F120-453F-B73B-22580CCC4B58}"/>
          </ac:spMkLst>
        </pc:spChg>
        <pc:spChg chg="add mod">
          <ac:chgData name="Marzieh Ayati" userId="719e7aeb-c3b5-48e5-801b-084d43cd09ac" providerId="ADAL" clId="{B0A3E097-1A95-4E79-B1EA-BCD28EE3E6BA}" dt="2020-10-06T17:21:41.224" v="970" actId="6549"/>
          <ac:spMkLst>
            <pc:docMk/>
            <pc:sldMk cId="1233540592" sldId="283"/>
            <ac:spMk id="5" creationId="{9B332FA7-AE38-4024-B0D8-611CF4EA06F0}"/>
          </ac:spMkLst>
        </pc:spChg>
        <pc:spChg chg="add del mod">
          <ac:chgData name="Marzieh Ayati" userId="719e7aeb-c3b5-48e5-801b-084d43cd09ac" providerId="ADAL" clId="{B0A3E097-1A95-4E79-B1EA-BCD28EE3E6BA}" dt="2020-10-06T17:21:47.013" v="972"/>
          <ac:spMkLst>
            <pc:docMk/>
            <pc:sldMk cId="1233540592" sldId="283"/>
            <ac:spMk id="6" creationId="{63C4E2FD-6BA3-4AA1-BF75-CD39B43F2C2B}"/>
          </ac:spMkLst>
        </pc:spChg>
        <pc:picChg chg="add mod">
          <ac:chgData name="Marzieh Ayati" userId="719e7aeb-c3b5-48e5-801b-084d43cd09ac" providerId="ADAL" clId="{B0A3E097-1A95-4E79-B1EA-BCD28EE3E6BA}" dt="2020-10-06T17:21:34.284" v="966" actId="1076"/>
          <ac:picMkLst>
            <pc:docMk/>
            <pc:sldMk cId="1233540592" sldId="283"/>
            <ac:picMk id="7" creationId="{1FB69057-A2DF-49C6-A148-B42C4AF7C920}"/>
          </ac:picMkLst>
        </pc:picChg>
      </pc:sldChg>
      <pc:sldChg chg="addSp modSp add mod modAnim">
        <pc:chgData name="Marzieh Ayati" userId="719e7aeb-c3b5-48e5-801b-084d43cd09ac" providerId="ADAL" clId="{B0A3E097-1A95-4E79-B1EA-BCD28EE3E6BA}" dt="2020-10-06T18:53:51.098" v="1180" actId="1076"/>
        <pc:sldMkLst>
          <pc:docMk/>
          <pc:sldMk cId="2300433444" sldId="284"/>
        </pc:sldMkLst>
        <pc:spChg chg="mod">
          <ac:chgData name="Marzieh Ayati" userId="719e7aeb-c3b5-48e5-801b-084d43cd09ac" providerId="ADAL" clId="{B0A3E097-1A95-4E79-B1EA-BCD28EE3E6BA}" dt="2020-10-06T18:53:42.711" v="1176" actId="6549"/>
          <ac:spMkLst>
            <pc:docMk/>
            <pc:sldMk cId="2300433444" sldId="284"/>
            <ac:spMk id="281" creationId="{00000000-0000-0000-0000-000000000000}"/>
          </ac:spMkLst>
        </pc:spChg>
        <pc:picChg chg="add mod">
          <ac:chgData name="Marzieh Ayati" userId="719e7aeb-c3b5-48e5-801b-084d43cd09ac" providerId="ADAL" clId="{B0A3E097-1A95-4E79-B1EA-BCD28EE3E6BA}" dt="2020-10-06T18:53:51.098" v="1180" actId="1076"/>
          <ac:picMkLst>
            <pc:docMk/>
            <pc:sldMk cId="2300433444" sldId="284"/>
            <ac:picMk id="2" creationId="{5964C985-0BD8-4336-9CFA-DB533DB5F89E}"/>
          </ac:picMkLst>
        </pc:picChg>
      </pc:sldChg>
    </pc:docChg>
  </pc:docChgLst>
  <pc:docChgLst>
    <pc:chgData name="Marzieh Ayati" userId="719e7aeb-c3b5-48e5-801b-084d43cd09ac" providerId="ADAL" clId="{18C8CBBE-4177-4630-9763-24833E2A882E}"/>
    <pc:docChg chg="custSel addSld delSld modSld sldOrd">
      <pc:chgData name="Marzieh Ayati" userId="719e7aeb-c3b5-48e5-801b-084d43cd09ac" providerId="ADAL" clId="{18C8CBBE-4177-4630-9763-24833E2A882E}" dt="2024-02-28T05:48:58.620" v="460"/>
      <pc:docMkLst>
        <pc:docMk/>
      </pc:docMkLst>
      <pc:sldChg chg="delSp mod delAnim">
        <pc:chgData name="Marzieh Ayati" userId="719e7aeb-c3b5-48e5-801b-084d43cd09ac" providerId="ADAL" clId="{18C8CBBE-4177-4630-9763-24833E2A882E}" dt="2024-02-26T08:04:01.333" v="26" actId="21"/>
        <pc:sldMkLst>
          <pc:docMk/>
          <pc:sldMk cId="0" sldId="263"/>
        </pc:sldMkLst>
        <pc:picChg chg="del">
          <ac:chgData name="Marzieh Ayati" userId="719e7aeb-c3b5-48e5-801b-084d43cd09ac" providerId="ADAL" clId="{18C8CBBE-4177-4630-9763-24833E2A882E}" dt="2024-02-26T08:04:01.333" v="26" actId="21"/>
          <ac:picMkLst>
            <pc:docMk/>
            <pc:sldMk cId="0" sldId="263"/>
            <ac:picMk id="7" creationId="{2AE10C4E-F78D-4AAC-997B-7FF27B3C55A7}"/>
          </ac:picMkLst>
        </pc:picChg>
        <pc:picChg chg="del">
          <ac:chgData name="Marzieh Ayati" userId="719e7aeb-c3b5-48e5-801b-084d43cd09ac" providerId="ADAL" clId="{18C8CBBE-4177-4630-9763-24833E2A882E}" dt="2024-02-26T08:04:01.333" v="26" actId="21"/>
          <ac:picMkLst>
            <pc:docMk/>
            <pc:sldMk cId="0" sldId="263"/>
            <ac:picMk id="8" creationId="{6295CE37-9D42-4EE1-9338-1771939EC0DD}"/>
          </ac:picMkLst>
        </pc:picChg>
        <pc:picChg chg="del">
          <ac:chgData name="Marzieh Ayati" userId="719e7aeb-c3b5-48e5-801b-084d43cd09ac" providerId="ADAL" clId="{18C8CBBE-4177-4630-9763-24833E2A882E}" dt="2024-02-26T08:04:01.333" v="26" actId="21"/>
          <ac:picMkLst>
            <pc:docMk/>
            <pc:sldMk cId="0" sldId="263"/>
            <ac:picMk id="9" creationId="{C3618352-06FF-420E-9459-7AF77E368149}"/>
          </ac:picMkLst>
        </pc:picChg>
        <pc:picChg chg="del">
          <ac:chgData name="Marzieh Ayati" userId="719e7aeb-c3b5-48e5-801b-084d43cd09ac" providerId="ADAL" clId="{18C8CBBE-4177-4630-9763-24833E2A882E}" dt="2024-02-26T08:04:01.333" v="26" actId="21"/>
          <ac:picMkLst>
            <pc:docMk/>
            <pc:sldMk cId="0" sldId="263"/>
            <ac:picMk id="10" creationId="{64E79BDC-208E-4671-A8A5-0E06F0939FFE}"/>
          </ac:picMkLst>
        </pc:picChg>
      </pc:sldChg>
      <pc:sldChg chg="delSp mod">
        <pc:chgData name="Marzieh Ayati" userId="719e7aeb-c3b5-48e5-801b-084d43cd09ac" providerId="ADAL" clId="{18C8CBBE-4177-4630-9763-24833E2A882E}" dt="2024-02-26T08:29:19.395" v="246" actId="478"/>
        <pc:sldMkLst>
          <pc:docMk/>
          <pc:sldMk cId="0" sldId="277"/>
        </pc:sldMkLst>
        <pc:spChg chg="del">
          <ac:chgData name="Marzieh Ayati" userId="719e7aeb-c3b5-48e5-801b-084d43cd09ac" providerId="ADAL" clId="{18C8CBBE-4177-4630-9763-24833E2A882E}" dt="2024-02-26T08:29:19.395" v="246" actId="478"/>
          <ac:spMkLst>
            <pc:docMk/>
            <pc:sldMk cId="0" sldId="277"/>
            <ac:spMk id="2" creationId="{AEAA9183-DE2B-44D5-AF07-7185D9EDCD44}"/>
          </ac:spMkLst>
        </pc:spChg>
      </pc:sldChg>
      <pc:sldChg chg="modSp mod">
        <pc:chgData name="Marzieh Ayati" userId="719e7aeb-c3b5-48e5-801b-084d43cd09ac" providerId="ADAL" clId="{18C8CBBE-4177-4630-9763-24833E2A882E}" dt="2024-02-28T05:31:51.597" v="398" actId="20577"/>
        <pc:sldMkLst>
          <pc:docMk/>
          <pc:sldMk cId="0" sldId="287"/>
        </pc:sldMkLst>
        <pc:spChg chg="mod">
          <ac:chgData name="Marzieh Ayati" userId="719e7aeb-c3b5-48e5-801b-084d43cd09ac" providerId="ADAL" clId="{18C8CBBE-4177-4630-9763-24833E2A882E}" dt="2024-02-28T05:31:51.597" v="398" actId="20577"/>
          <ac:spMkLst>
            <pc:docMk/>
            <pc:sldMk cId="0" sldId="287"/>
            <ac:spMk id="340" creationId="{00000000-0000-0000-0000-000000000000}"/>
          </ac:spMkLst>
        </pc:spChg>
      </pc:sldChg>
      <pc:sldChg chg="addSp modSp modAnim">
        <pc:chgData name="Marzieh Ayati" userId="719e7aeb-c3b5-48e5-801b-084d43cd09ac" providerId="ADAL" clId="{18C8CBBE-4177-4630-9763-24833E2A882E}" dt="2024-02-26T08:38:14.027" v="287"/>
        <pc:sldMkLst>
          <pc:docMk/>
          <pc:sldMk cId="2335122122" sldId="293"/>
        </pc:sldMkLst>
        <pc:spChg chg="mod">
          <ac:chgData name="Marzieh Ayati" userId="719e7aeb-c3b5-48e5-801b-084d43cd09ac" providerId="ADAL" clId="{18C8CBBE-4177-4630-9763-24833E2A882E}" dt="2024-02-26T08:37:03.089" v="281" actId="1035"/>
          <ac:spMkLst>
            <pc:docMk/>
            <pc:sldMk cId="2335122122" sldId="293"/>
            <ac:spMk id="2" creationId="{DBAA49E1-DE9F-46C4-BE0F-F7F060CA1934}"/>
          </ac:spMkLst>
        </pc:spChg>
        <pc:spChg chg="mod">
          <ac:chgData name="Marzieh Ayati" userId="719e7aeb-c3b5-48e5-801b-084d43cd09ac" providerId="ADAL" clId="{18C8CBBE-4177-4630-9763-24833E2A882E}" dt="2024-02-26T08:37:03.089" v="281" actId="1035"/>
          <ac:spMkLst>
            <pc:docMk/>
            <pc:sldMk cId="2335122122" sldId="293"/>
            <ac:spMk id="3" creationId="{BB2B5AFD-8C38-4EFC-A419-2867EFE96AA6}"/>
          </ac:spMkLst>
        </pc:spChg>
        <pc:spChg chg="mod">
          <ac:chgData name="Marzieh Ayati" userId="719e7aeb-c3b5-48e5-801b-084d43cd09ac" providerId="ADAL" clId="{18C8CBBE-4177-4630-9763-24833E2A882E}" dt="2024-02-26T08:37:03.089" v="281" actId="1035"/>
          <ac:spMkLst>
            <pc:docMk/>
            <pc:sldMk cId="2335122122" sldId="293"/>
            <ac:spMk id="4" creationId="{E230154C-BDE6-489E-A578-1C205AAB9989}"/>
          </ac:spMkLst>
        </pc:spChg>
        <pc:spChg chg="mod">
          <ac:chgData name="Marzieh Ayati" userId="719e7aeb-c3b5-48e5-801b-084d43cd09ac" providerId="ADAL" clId="{18C8CBBE-4177-4630-9763-24833E2A882E}" dt="2024-02-26T08:37:03.089" v="281" actId="1035"/>
          <ac:spMkLst>
            <pc:docMk/>
            <pc:sldMk cId="2335122122" sldId="293"/>
            <ac:spMk id="5" creationId="{85CBDA4C-32A2-4B73-BAB5-CA71C70744AC}"/>
          </ac:spMkLst>
        </pc:spChg>
        <pc:spChg chg="mod">
          <ac:chgData name="Marzieh Ayati" userId="719e7aeb-c3b5-48e5-801b-084d43cd09ac" providerId="ADAL" clId="{18C8CBBE-4177-4630-9763-24833E2A882E}" dt="2024-02-26T08:37:03.089" v="281" actId="1035"/>
          <ac:spMkLst>
            <pc:docMk/>
            <pc:sldMk cId="2335122122" sldId="293"/>
            <ac:spMk id="6" creationId="{B8A49161-48C6-41C5-ADF2-BDA6458A9934}"/>
          </ac:spMkLst>
        </pc:spChg>
        <pc:picChg chg="add mod">
          <ac:chgData name="Marzieh Ayati" userId="719e7aeb-c3b5-48e5-801b-084d43cd09ac" providerId="ADAL" clId="{18C8CBBE-4177-4630-9763-24833E2A882E}" dt="2024-02-26T08:37:03.089" v="281" actId="1035"/>
          <ac:picMkLst>
            <pc:docMk/>
            <pc:sldMk cId="2335122122" sldId="293"/>
            <ac:picMk id="1026" creationId="{36E9F8E8-D132-478D-9A57-F5BBCDBEF1DD}"/>
          </ac:picMkLst>
        </pc:picChg>
        <pc:picChg chg="add mod">
          <ac:chgData name="Marzieh Ayati" userId="719e7aeb-c3b5-48e5-801b-084d43cd09ac" providerId="ADAL" clId="{18C8CBBE-4177-4630-9763-24833E2A882E}" dt="2024-02-26T08:38:12.168" v="286" actId="1076"/>
          <ac:picMkLst>
            <pc:docMk/>
            <pc:sldMk cId="2335122122" sldId="293"/>
            <ac:picMk id="1028" creationId="{F70CEB59-DE06-43A3-85D4-D7CF2E40B8C9}"/>
          </ac:picMkLst>
        </pc:picChg>
      </pc:sldChg>
      <pc:sldChg chg="addSp modSp new mod modAnim">
        <pc:chgData name="Marzieh Ayati" userId="719e7aeb-c3b5-48e5-801b-084d43cd09ac" providerId="ADAL" clId="{18C8CBBE-4177-4630-9763-24833E2A882E}" dt="2024-02-26T08:08:44.224" v="159"/>
        <pc:sldMkLst>
          <pc:docMk/>
          <pc:sldMk cId="2196451736" sldId="294"/>
        </pc:sldMkLst>
        <pc:spChg chg="mod">
          <ac:chgData name="Marzieh Ayati" userId="719e7aeb-c3b5-48e5-801b-084d43cd09ac" providerId="ADAL" clId="{18C8CBBE-4177-4630-9763-24833E2A882E}" dt="2024-02-26T08:04:21.216" v="60" actId="1076"/>
          <ac:spMkLst>
            <pc:docMk/>
            <pc:sldMk cId="2196451736" sldId="294"/>
            <ac:spMk id="2" creationId="{4A671397-1AA7-4658-83AD-AF4EDBEE83CF}"/>
          </ac:spMkLst>
        </pc:spChg>
        <pc:spChg chg="mod">
          <ac:chgData name="Marzieh Ayati" userId="719e7aeb-c3b5-48e5-801b-084d43cd09ac" providerId="ADAL" clId="{18C8CBBE-4177-4630-9763-24833E2A882E}" dt="2024-02-26T08:04:10.169" v="57" actId="20577"/>
          <ac:spMkLst>
            <pc:docMk/>
            <pc:sldMk cId="2196451736" sldId="294"/>
            <ac:spMk id="3" creationId="{1EDA8233-287A-414E-A2B0-346116273AE5}"/>
          </ac:spMkLst>
        </pc:spChg>
        <pc:spChg chg="add mod">
          <ac:chgData name="Marzieh Ayati" userId="719e7aeb-c3b5-48e5-801b-084d43cd09ac" providerId="ADAL" clId="{18C8CBBE-4177-4630-9763-24833E2A882E}" dt="2024-02-26T08:07:26.327" v="147" actId="1076"/>
          <ac:spMkLst>
            <pc:docMk/>
            <pc:sldMk cId="2196451736" sldId="294"/>
            <ac:spMk id="8" creationId="{54A0A3C0-69E6-4054-ACCA-56F0EFF27FE1}"/>
          </ac:spMkLst>
        </pc:spChg>
        <pc:spChg chg="add mod">
          <ac:chgData name="Marzieh Ayati" userId="719e7aeb-c3b5-48e5-801b-084d43cd09ac" providerId="ADAL" clId="{18C8CBBE-4177-4630-9763-24833E2A882E}" dt="2024-02-26T08:07:31.825" v="149" actId="1076"/>
          <ac:spMkLst>
            <pc:docMk/>
            <pc:sldMk cId="2196451736" sldId="294"/>
            <ac:spMk id="12" creationId="{ECFED77F-7B8F-40E9-A7FE-1465D6EE5769}"/>
          </ac:spMkLst>
        </pc:spChg>
        <pc:spChg chg="add mod">
          <ac:chgData name="Marzieh Ayati" userId="719e7aeb-c3b5-48e5-801b-084d43cd09ac" providerId="ADAL" clId="{18C8CBBE-4177-4630-9763-24833E2A882E}" dt="2024-02-26T08:08:14.752" v="155" actId="1076"/>
          <ac:spMkLst>
            <pc:docMk/>
            <pc:sldMk cId="2196451736" sldId="294"/>
            <ac:spMk id="16" creationId="{80D1156E-5BD0-4FF2-85DA-B4A4D6DEF1FB}"/>
          </ac:spMkLst>
        </pc:spChg>
        <pc:picChg chg="add mod">
          <ac:chgData name="Marzieh Ayati" userId="719e7aeb-c3b5-48e5-801b-084d43cd09ac" providerId="ADAL" clId="{18C8CBBE-4177-4630-9763-24833E2A882E}" dt="2024-02-26T08:04:14.833" v="59" actId="1076"/>
          <ac:picMkLst>
            <pc:docMk/>
            <pc:sldMk cId="2196451736" sldId="294"/>
            <ac:picMk id="4" creationId="{2C56EE7A-EB9B-4E10-B640-42F4ADA1EE79}"/>
          </ac:picMkLst>
        </pc:picChg>
        <pc:picChg chg="add mod">
          <ac:chgData name="Marzieh Ayati" userId="719e7aeb-c3b5-48e5-801b-084d43cd09ac" providerId="ADAL" clId="{18C8CBBE-4177-4630-9763-24833E2A882E}" dt="2024-02-26T08:04:14.833" v="59" actId="1076"/>
          <ac:picMkLst>
            <pc:docMk/>
            <pc:sldMk cId="2196451736" sldId="294"/>
            <ac:picMk id="5" creationId="{DBB48F26-C860-4A39-828E-B1C7D21C3F81}"/>
          </ac:picMkLst>
        </pc:picChg>
        <pc:picChg chg="add mod">
          <ac:chgData name="Marzieh Ayati" userId="719e7aeb-c3b5-48e5-801b-084d43cd09ac" providerId="ADAL" clId="{18C8CBBE-4177-4630-9763-24833E2A882E}" dt="2024-02-26T08:04:14.833" v="59" actId="1076"/>
          <ac:picMkLst>
            <pc:docMk/>
            <pc:sldMk cId="2196451736" sldId="294"/>
            <ac:picMk id="6" creationId="{3F957DB4-659F-43BB-A67D-06C9D387D53A}"/>
          </ac:picMkLst>
        </pc:picChg>
        <pc:picChg chg="add mod">
          <ac:chgData name="Marzieh Ayati" userId="719e7aeb-c3b5-48e5-801b-084d43cd09ac" providerId="ADAL" clId="{18C8CBBE-4177-4630-9763-24833E2A882E}" dt="2024-02-26T08:04:14.833" v="59" actId="1076"/>
          <ac:picMkLst>
            <pc:docMk/>
            <pc:sldMk cId="2196451736" sldId="294"/>
            <ac:picMk id="7" creationId="{92654A67-A028-4998-833C-BF3C52250030}"/>
          </ac:picMkLst>
        </pc:picChg>
        <pc:picChg chg="add mod">
          <ac:chgData name="Marzieh Ayati" userId="719e7aeb-c3b5-48e5-801b-084d43cd09ac" providerId="ADAL" clId="{18C8CBBE-4177-4630-9763-24833E2A882E}" dt="2024-02-26T08:07:28.624" v="148" actId="1076"/>
          <ac:picMkLst>
            <pc:docMk/>
            <pc:sldMk cId="2196451736" sldId="294"/>
            <ac:picMk id="10" creationId="{2FFD66F8-2278-453C-8646-B00D7413CE0E}"/>
          </ac:picMkLst>
        </pc:picChg>
        <pc:picChg chg="add mod">
          <ac:chgData name="Marzieh Ayati" userId="719e7aeb-c3b5-48e5-801b-084d43cd09ac" providerId="ADAL" clId="{18C8CBBE-4177-4630-9763-24833E2A882E}" dt="2024-02-26T08:07:45.816" v="152" actId="1076"/>
          <ac:picMkLst>
            <pc:docMk/>
            <pc:sldMk cId="2196451736" sldId="294"/>
            <ac:picMk id="14" creationId="{9037FDCD-213F-454F-BDBA-D7DB87415BF2}"/>
          </ac:picMkLst>
        </pc:picChg>
      </pc:sldChg>
      <pc:sldChg chg="modSp new mod">
        <pc:chgData name="Marzieh Ayati" userId="719e7aeb-c3b5-48e5-801b-084d43cd09ac" providerId="ADAL" clId="{18C8CBBE-4177-4630-9763-24833E2A882E}" dt="2024-02-26T08:19:16.997" v="177" actId="20577"/>
        <pc:sldMkLst>
          <pc:docMk/>
          <pc:sldMk cId="52799479" sldId="295"/>
        </pc:sldMkLst>
        <pc:spChg chg="mod">
          <ac:chgData name="Marzieh Ayati" userId="719e7aeb-c3b5-48e5-801b-084d43cd09ac" providerId="ADAL" clId="{18C8CBBE-4177-4630-9763-24833E2A882E}" dt="2024-02-26T08:19:16.997" v="177" actId="20577"/>
          <ac:spMkLst>
            <pc:docMk/>
            <pc:sldMk cId="52799479" sldId="295"/>
            <ac:spMk id="3" creationId="{87134F02-CBF0-43C3-BF9D-F421884738D8}"/>
          </ac:spMkLst>
        </pc:spChg>
      </pc:sldChg>
      <pc:sldChg chg="new del">
        <pc:chgData name="Marzieh Ayati" userId="719e7aeb-c3b5-48e5-801b-084d43cd09ac" providerId="ADAL" clId="{18C8CBBE-4177-4630-9763-24833E2A882E}" dt="2024-02-26T08:17:36.602" v="161" actId="47"/>
        <pc:sldMkLst>
          <pc:docMk/>
          <pc:sldMk cId="895369397" sldId="295"/>
        </pc:sldMkLst>
      </pc:sldChg>
      <pc:sldChg chg="delSp modSp add mod ord">
        <pc:chgData name="Marzieh Ayati" userId="719e7aeb-c3b5-48e5-801b-084d43cd09ac" providerId="ADAL" clId="{18C8CBBE-4177-4630-9763-24833E2A882E}" dt="2024-02-28T05:48:58.620" v="460"/>
        <pc:sldMkLst>
          <pc:docMk/>
          <pc:sldMk cId="3544963672" sldId="296"/>
        </pc:sldMkLst>
        <pc:spChg chg="mod">
          <ac:chgData name="Marzieh Ayati" userId="719e7aeb-c3b5-48e5-801b-084d43cd09ac" providerId="ADAL" clId="{18C8CBBE-4177-4630-9763-24833E2A882E}" dt="2024-02-28T05:48:13.793" v="458" actId="1076"/>
          <ac:spMkLst>
            <pc:docMk/>
            <pc:sldMk cId="3544963672" sldId="296"/>
            <ac:spMk id="2" creationId="{AEAA9183-DE2B-44D5-AF07-7185D9EDCD44}"/>
          </ac:spMkLst>
        </pc:spChg>
        <pc:spChg chg="mod">
          <ac:chgData name="Marzieh Ayati" userId="719e7aeb-c3b5-48e5-801b-084d43cd09ac" providerId="ADAL" clId="{18C8CBBE-4177-4630-9763-24833E2A882E}" dt="2024-02-28T05:48:07.533" v="457" actId="20577"/>
          <ac:spMkLst>
            <pc:docMk/>
            <pc:sldMk cId="3544963672" sldId="296"/>
            <ac:spMk id="254" creationId="{00000000-0000-0000-0000-000000000000}"/>
          </ac:spMkLst>
        </pc:spChg>
        <pc:spChg chg="del">
          <ac:chgData name="Marzieh Ayati" userId="719e7aeb-c3b5-48e5-801b-084d43cd09ac" providerId="ADAL" clId="{18C8CBBE-4177-4630-9763-24833E2A882E}" dt="2024-02-26T08:26:52.741" v="179" actId="478"/>
          <ac:spMkLst>
            <pc:docMk/>
            <pc:sldMk cId="3544963672" sldId="296"/>
            <ac:spMk id="256" creationId="{00000000-0000-0000-0000-000000000000}"/>
          </ac:spMkLst>
        </pc:spChg>
        <pc:picChg chg="del">
          <ac:chgData name="Marzieh Ayati" userId="719e7aeb-c3b5-48e5-801b-084d43cd09ac" providerId="ADAL" clId="{18C8CBBE-4177-4630-9763-24833E2A882E}" dt="2024-02-26T08:26:55.972" v="180" actId="478"/>
          <ac:picMkLst>
            <pc:docMk/>
            <pc:sldMk cId="3544963672" sldId="296"/>
            <ac:picMk id="255" creationId="{00000000-0000-0000-0000-000000000000}"/>
          </ac:picMkLst>
        </pc:picChg>
      </pc:sldChg>
    </pc:docChg>
  </pc:docChgLst>
  <pc:docChgLst>
    <pc:chgData name="Marzieh Ayati" userId="719e7aeb-c3b5-48e5-801b-084d43cd09ac" providerId="ADAL" clId="{9CB6A405-A20D-4AFF-BB94-1465F28864A4}"/>
    <pc:docChg chg="custSel modSld sldOrd">
      <pc:chgData name="Marzieh Ayati" userId="719e7aeb-c3b5-48e5-801b-084d43cd09ac" providerId="ADAL" clId="{9CB6A405-A20D-4AFF-BB94-1465F28864A4}" dt="2022-10-11T21:48:03.117" v="4"/>
      <pc:docMkLst>
        <pc:docMk/>
      </pc:docMkLst>
      <pc:sldChg chg="delSp mod delAnim">
        <pc:chgData name="Marzieh Ayati" userId="719e7aeb-c3b5-48e5-801b-084d43cd09ac" providerId="ADAL" clId="{9CB6A405-A20D-4AFF-BB94-1465F28864A4}" dt="2022-10-11T21:44:37.338" v="2" actId="478"/>
        <pc:sldMkLst>
          <pc:docMk/>
          <pc:sldMk cId="1109999076" sldId="267"/>
        </pc:sldMkLst>
        <pc:spChg chg="del">
          <ac:chgData name="Marzieh Ayati" userId="719e7aeb-c3b5-48e5-801b-084d43cd09ac" providerId="ADAL" clId="{9CB6A405-A20D-4AFF-BB94-1465F28864A4}" dt="2022-10-11T21:44:32.369" v="0" actId="478"/>
          <ac:spMkLst>
            <pc:docMk/>
            <pc:sldMk cId="1109999076" sldId="267"/>
            <ac:spMk id="3" creationId="{69F9EC1F-1E43-4CE4-83CA-3DFB83DFDC51}"/>
          </ac:spMkLst>
        </pc:spChg>
        <pc:spChg chg="del">
          <ac:chgData name="Marzieh Ayati" userId="719e7aeb-c3b5-48e5-801b-084d43cd09ac" providerId="ADAL" clId="{9CB6A405-A20D-4AFF-BB94-1465F28864A4}" dt="2022-10-11T21:44:34.777" v="1" actId="478"/>
          <ac:spMkLst>
            <pc:docMk/>
            <pc:sldMk cId="1109999076" sldId="267"/>
            <ac:spMk id="4" creationId="{0B265025-4F10-49AD-9584-9B61223BF2A3}"/>
          </ac:spMkLst>
        </pc:spChg>
        <pc:spChg chg="del">
          <ac:chgData name="Marzieh Ayati" userId="719e7aeb-c3b5-48e5-801b-084d43cd09ac" providerId="ADAL" clId="{9CB6A405-A20D-4AFF-BB94-1465F28864A4}" dt="2022-10-11T21:44:37.338" v="2" actId="478"/>
          <ac:spMkLst>
            <pc:docMk/>
            <pc:sldMk cId="1109999076" sldId="267"/>
            <ac:spMk id="7" creationId="{37C2235C-FE56-44A8-AB8C-2919E522DA82}"/>
          </ac:spMkLst>
        </pc:spChg>
      </pc:sldChg>
      <pc:sldChg chg="ord">
        <pc:chgData name="Marzieh Ayati" userId="719e7aeb-c3b5-48e5-801b-084d43cd09ac" providerId="ADAL" clId="{9CB6A405-A20D-4AFF-BB94-1465F28864A4}" dt="2022-10-11T21:48:03.117" v="4"/>
        <pc:sldMkLst>
          <pc:docMk/>
          <pc:sldMk cId="4156697622" sldId="288"/>
        </pc:sldMkLst>
      </pc:sldChg>
    </pc:docChg>
  </pc:docChgLst>
  <pc:docChgLst>
    <pc:chgData name="Marzieh Ayati" userId="719e7aeb-c3b5-48e5-801b-084d43cd09ac" providerId="ADAL" clId="{086EC577-A26F-488A-AF4D-5EFB07024DAC}"/>
    <pc:docChg chg="undo custSel addSld delSld modSld sldOrd">
      <pc:chgData name="Marzieh Ayati" userId="719e7aeb-c3b5-48e5-801b-084d43cd09ac" providerId="ADAL" clId="{086EC577-A26F-488A-AF4D-5EFB07024DAC}" dt="2021-10-05T17:26:20.259" v="1003"/>
      <pc:docMkLst>
        <pc:docMk/>
      </pc:docMkLst>
      <pc:sldChg chg="delSp modSp mod">
        <pc:chgData name="Marzieh Ayati" userId="719e7aeb-c3b5-48e5-801b-084d43cd09ac" providerId="ADAL" clId="{086EC577-A26F-488A-AF4D-5EFB07024DAC}" dt="2021-10-05T16:36:05.707" v="975" actId="478"/>
        <pc:sldMkLst>
          <pc:docMk/>
          <pc:sldMk cId="0" sldId="260"/>
        </pc:sldMkLst>
        <pc:spChg chg="del mod">
          <ac:chgData name="Marzieh Ayati" userId="719e7aeb-c3b5-48e5-801b-084d43cd09ac" providerId="ADAL" clId="{086EC577-A26F-488A-AF4D-5EFB07024DAC}" dt="2021-10-05T16:36:05.707" v="975" actId="478"/>
          <ac:spMkLst>
            <pc:docMk/>
            <pc:sldMk cId="0" sldId="260"/>
            <ac:spMk id="149" creationId="{00000000-0000-0000-0000-000000000000}"/>
          </ac:spMkLst>
        </pc:spChg>
      </pc:sldChg>
      <pc:sldChg chg="addSp delSp modSp mod modAnim modNotes">
        <pc:chgData name="Marzieh Ayati" userId="719e7aeb-c3b5-48e5-801b-084d43cd09ac" providerId="ADAL" clId="{086EC577-A26F-488A-AF4D-5EFB07024DAC}" dt="2021-10-05T17:26:20.259" v="1003"/>
        <pc:sldMkLst>
          <pc:docMk/>
          <pc:sldMk cId="0" sldId="263"/>
        </pc:sldMkLst>
        <pc:picChg chg="add del mod">
          <ac:chgData name="Marzieh Ayati" userId="719e7aeb-c3b5-48e5-801b-084d43cd09ac" providerId="ADAL" clId="{086EC577-A26F-488A-AF4D-5EFB07024DAC}" dt="2021-10-05T17:23:12.097" v="980" actId="478"/>
          <ac:picMkLst>
            <pc:docMk/>
            <pc:sldMk cId="0" sldId="263"/>
            <ac:picMk id="2" creationId="{23CDA3A6-34DA-4C25-BBA4-3C53200D91BE}"/>
          </ac:picMkLst>
        </pc:picChg>
        <pc:picChg chg="add del mod">
          <ac:chgData name="Marzieh Ayati" userId="719e7aeb-c3b5-48e5-801b-084d43cd09ac" providerId="ADAL" clId="{086EC577-A26F-488A-AF4D-5EFB07024DAC}" dt="2021-10-05T17:23:12.806" v="981" actId="478"/>
          <ac:picMkLst>
            <pc:docMk/>
            <pc:sldMk cId="0" sldId="263"/>
            <ac:picMk id="3" creationId="{C0BA2D2A-F117-4E81-A2C5-EBD832DF47CE}"/>
          </ac:picMkLst>
        </pc:picChg>
        <pc:picChg chg="add del mod">
          <ac:chgData name="Marzieh Ayati" userId="719e7aeb-c3b5-48e5-801b-084d43cd09ac" providerId="ADAL" clId="{086EC577-A26F-488A-AF4D-5EFB07024DAC}" dt="2021-10-05T17:24:50.386" v="991" actId="478"/>
          <ac:picMkLst>
            <pc:docMk/>
            <pc:sldMk cId="0" sldId="263"/>
            <ac:picMk id="4" creationId="{CBFEF6D7-88FA-4501-9F9F-39BE70E4B44E}"/>
          </ac:picMkLst>
        </pc:picChg>
        <pc:picChg chg="add del mod">
          <ac:chgData name="Marzieh Ayati" userId="719e7aeb-c3b5-48e5-801b-084d43cd09ac" providerId="ADAL" clId="{086EC577-A26F-488A-AF4D-5EFB07024DAC}" dt="2021-10-05T17:24:51.177" v="992" actId="478"/>
          <ac:picMkLst>
            <pc:docMk/>
            <pc:sldMk cId="0" sldId="263"/>
            <ac:picMk id="5" creationId="{870DFF01-EBFD-40D5-93D8-A8706FF4CEBE}"/>
          </ac:picMkLst>
        </pc:picChg>
        <pc:picChg chg="add del mod">
          <ac:chgData name="Marzieh Ayati" userId="719e7aeb-c3b5-48e5-801b-084d43cd09ac" providerId="ADAL" clId="{086EC577-A26F-488A-AF4D-5EFB07024DAC}" dt="2021-10-05T17:24:52.070" v="993" actId="478"/>
          <ac:picMkLst>
            <pc:docMk/>
            <pc:sldMk cId="0" sldId="263"/>
            <ac:picMk id="6" creationId="{9A9032BE-8315-430C-91BE-0EBCFABB22AF}"/>
          </ac:picMkLst>
        </pc:picChg>
        <pc:picChg chg="add mod">
          <ac:chgData name="Marzieh Ayati" userId="719e7aeb-c3b5-48e5-801b-084d43cd09ac" providerId="ADAL" clId="{086EC577-A26F-488A-AF4D-5EFB07024DAC}" dt="2021-10-05T17:24:56.249" v="995" actId="1076"/>
          <ac:picMkLst>
            <pc:docMk/>
            <pc:sldMk cId="0" sldId="263"/>
            <ac:picMk id="7" creationId="{2AE10C4E-F78D-4AAC-997B-7FF27B3C55A7}"/>
          </ac:picMkLst>
        </pc:picChg>
        <pc:picChg chg="add mod">
          <ac:chgData name="Marzieh Ayati" userId="719e7aeb-c3b5-48e5-801b-084d43cd09ac" providerId="ADAL" clId="{086EC577-A26F-488A-AF4D-5EFB07024DAC}" dt="2021-10-05T17:25:06.482" v="997" actId="1076"/>
          <ac:picMkLst>
            <pc:docMk/>
            <pc:sldMk cId="0" sldId="263"/>
            <ac:picMk id="8" creationId="{6295CE37-9D42-4EE1-9338-1771939EC0DD}"/>
          </ac:picMkLst>
        </pc:picChg>
        <pc:picChg chg="add mod">
          <ac:chgData name="Marzieh Ayati" userId="719e7aeb-c3b5-48e5-801b-084d43cd09ac" providerId="ADAL" clId="{086EC577-A26F-488A-AF4D-5EFB07024DAC}" dt="2021-10-05T17:26:06.162" v="1000" actId="1076"/>
          <ac:picMkLst>
            <pc:docMk/>
            <pc:sldMk cId="0" sldId="263"/>
            <ac:picMk id="9" creationId="{C3618352-06FF-420E-9459-7AF77E368149}"/>
          </ac:picMkLst>
        </pc:picChg>
        <pc:picChg chg="add mod">
          <ac:chgData name="Marzieh Ayati" userId="719e7aeb-c3b5-48e5-801b-084d43cd09ac" providerId="ADAL" clId="{086EC577-A26F-488A-AF4D-5EFB07024DAC}" dt="2021-10-05T17:26:18.153" v="1002" actId="1076"/>
          <ac:picMkLst>
            <pc:docMk/>
            <pc:sldMk cId="0" sldId="263"/>
            <ac:picMk id="10" creationId="{64E79BDC-208E-4671-A8A5-0E06F0939FFE}"/>
          </ac:picMkLst>
        </pc:picChg>
      </pc:sldChg>
      <pc:sldChg chg="addSp modSp mod">
        <pc:chgData name="Marzieh Ayati" userId="719e7aeb-c3b5-48e5-801b-084d43cd09ac" providerId="ADAL" clId="{086EC577-A26F-488A-AF4D-5EFB07024DAC}" dt="2021-10-04T18:46:51.308" v="12" actId="1076"/>
        <pc:sldMkLst>
          <pc:docMk/>
          <pc:sldMk cId="1109999076" sldId="267"/>
        </pc:sldMkLst>
        <pc:spChg chg="add mod">
          <ac:chgData name="Marzieh Ayati" userId="719e7aeb-c3b5-48e5-801b-084d43cd09ac" providerId="ADAL" clId="{086EC577-A26F-488A-AF4D-5EFB07024DAC}" dt="2021-10-04T18:46:51.308" v="12" actId="1076"/>
          <ac:spMkLst>
            <pc:docMk/>
            <pc:sldMk cId="1109999076" sldId="267"/>
            <ac:spMk id="5" creationId="{27C0B10F-BE26-4DFA-B4AF-1D3425A1DB09}"/>
          </ac:spMkLst>
        </pc:spChg>
      </pc:sldChg>
      <pc:sldChg chg="del">
        <pc:chgData name="Marzieh Ayati" userId="719e7aeb-c3b5-48e5-801b-084d43cd09ac" providerId="ADAL" clId="{086EC577-A26F-488A-AF4D-5EFB07024DAC}" dt="2021-10-04T18:51:23.750" v="13" actId="47"/>
        <pc:sldMkLst>
          <pc:docMk/>
          <pc:sldMk cId="0" sldId="270"/>
        </pc:sldMkLst>
      </pc:sldChg>
      <pc:sldChg chg="add">
        <pc:chgData name="Marzieh Ayati" userId="719e7aeb-c3b5-48e5-801b-084d43cd09ac" providerId="ADAL" clId="{086EC577-A26F-488A-AF4D-5EFB07024DAC}" dt="2021-10-04T19:09:12.910" v="705"/>
        <pc:sldMkLst>
          <pc:docMk/>
          <pc:sldMk cId="3997667551" sldId="272"/>
        </pc:sldMkLst>
      </pc:sldChg>
      <pc:sldChg chg="add">
        <pc:chgData name="Marzieh Ayati" userId="719e7aeb-c3b5-48e5-801b-084d43cd09ac" providerId="ADAL" clId="{086EC577-A26F-488A-AF4D-5EFB07024DAC}" dt="2021-10-04T19:32:04.131" v="910"/>
        <pc:sldMkLst>
          <pc:docMk/>
          <pc:sldMk cId="1600917319" sldId="273"/>
        </pc:sldMkLst>
      </pc:sldChg>
      <pc:sldChg chg="addSp modSp mod">
        <pc:chgData name="Marzieh Ayati" userId="719e7aeb-c3b5-48e5-801b-084d43cd09ac" providerId="ADAL" clId="{086EC577-A26F-488A-AF4D-5EFB07024DAC}" dt="2021-10-04T19:36:30.816" v="973" actId="313"/>
        <pc:sldMkLst>
          <pc:docMk/>
          <pc:sldMk cId="315339987" sldId="274"/>
        </pc:sldMkLst>
        <pc:spChg chg="mod">
          <ac:chgData name="Marzieh Ayati" userId="719e7aeb-c3b5-48e5-801b-084d43cd09ac" providerId="ADAL" clId="{086EC577-A26F-488A-AF4D-5EFB07024DAC}" dt="2021-10-04T19:36:30.816" v="973" actId="313"/>
          <ac:spMkLst>
            <pc:docMk/>
            <pc:sldMk cId="315339987" sldId="274"/>
            <ac:spMk id="3" creationId="{E15063A6-8B34-4A65-B0B2-06666268AE63}"/>
          </ac:spMkLst>
        </pc:spChg>
        <pc:picChg chg="add mod">
          <ac:chgData name="Marzieh Ayati" userId="719e7aeb-c3b5-48e5-801b-084d43cd09ac" providerId="ADAL" clId="{086EC577-A26F-488A-AF4D-5EFB07024DAC}" dt="2021-10-04T19:33:33.363" v="915" actId="1076"/>
          <ac:picMkLst>
            <pc:docMk/>
            <pc:sldMk cId="315339987" sldId="274"/>
            <ac:picMk id="5" creationId="{355E45E2-06BF-4EC6-AB21-066C59F7F30D}"/>
          </ac:picMkLst>
        </pc:picChg>
      </pc:sldChg>
      <pc:sldChg chg="add">
        <pc:chgData name="Marzieh Ayati" userId="719e7aeb-c3b5-48e5-801b-084d43cd09ac" providerId="ADAL" clId="{086EC577-A26F-488A-AF4D-5EFB07024DAC}" dt="2021-10-04T19:22:46.042" v="908"/>
        <pc:sldMkLst>
          <pc:docMk/>
          <pc:sldMk cId="923215358" sldId="280"/>
        </pc:sldMkLst>
      </pc:sldChg>
      <pc:sldChg chg="modSp add del mod">
        <pc:chgData name="Marzieh Ayati" userId="719e7aeb-c3b5-48e5-801b-084d43cd09ac" providerId="ADAL" clId="{086EC577-A26F-488A-AF4D-5EFB07024DAC}" dt="2021-10-04T19:22:34.696" v="907" actId="2696"/>
        <pc:sldMkLst>
          <pc:docMk/>
          <pc:sldMk cId="3449490428" sldId="280"/>
        </pc:sldMkLst>
        <pc:spChg chg="mod">
          <ac:chgData name="Marzieh Ayati" userId="719e7aeb-c3b5-48e5-801b-084d43cd09ac" providerId="ADAL" clId="{086EC577-A26F-488A-AF4D-5EFB07024DAC}" dt="2021-10-04T19:17:16.466" v="816" actId="108"/>
          <ac:spMkLst>
            <pc:docMk/>
            <pc:sldMk cId="3449490428" sldId="280"/>
            <ac:spMk id="2" creationId="{24B5907F-9BF8-437E-A54B-E8BD58CEC61A}"/>
          </ac:spMkLst>
        </pc:spChg>
      </pc:sldChg>
      <pc:sldChg chg="modSp add mod">
        <pc:chgData name="Marzieh Ayati" userId="719e7aeb-c3b5-48e5-801b-084d43cd09ac" providerId="ADAL" clId="{086EC577-A26F-488A-AF4D-5EFB07024DAC}" dt="2021-10-04T18:34:47.297" v="2" actId="108"/>
        <pc:sldMkLst>
          <pc:docMk/>
          <pc:sldMk cId="0" sldId="285"/>
        </pc:sldMkLst>
        <pc:spChg chg="mod">
          <ac:chgData name="Marzieh Ayati" userId="719e7aeb-c3b5-48e5-801b-084d43cd09ac" providerId="ADAL" clId="{086EC577-A26F-488A-AF4D-5EFB07024DAC}" dt="2021-10-04T18:34:47.297" v="2" actId="108"/>
          <ac:spMkLst>
            <pc:docMk/>
            <pc:sldMk cId="0" sldId="285"/>
            <ac:spMk id="321" creationId="{00000000-0000-0000-0000-000000000000}"/>
          </ac:spMkLst>
        </pc:spChg>
      </pc:sldChg>
      <pc:sldChg chg="modSp add mod">
        <pc:chgData name="Marzieh Ayati" userId="719e7aeb-c3b5-48e5-801b-084d43cd09ac" providerId="ADAL" clId="{086EC577-A26F-488A-AF4D-5EFB07024DAC}" dt="2021-10-04T18:34:57.450" v="5" actId="14100"/>
        <pc:sldMkLst>
          <pc:docMk/>
          <pc:sldMk cId="0" sldId="286"/>
        </pc:sldMkLst>
        <pc:spChg chg="mod">
          <ac:chgData name="Marzieh Ayati" userId="719e7aeb-c3b5-48e5-801b-084d43cd09ac" providerId="ADAL" clId="{086EC577-A26F-488A-AF4D-5EFB07024DAC}" dt="2021-10-04T18:34:57.450" v="5" actId="14100"/>
          <ac:spMkLst>
            <pc:docMk/>
            <pc:sldMk cId="0" sldId="286"/>
            <ac:spMk id="328" creationId="{00000000-0000-0000-0000-000000000000}"/>
          </ac:spMkLst>
        </pc:spChg>
      </pc:sldChg>
      <pc:sldChg chg="modSp add mod">
        <pc:chgData name="Marzieh Ayati" userId="719e7aeb-c3b5-48e5-801b-084d43cd09ac" providerId="ADAL" clId="{086EC577-A26F-488A-AF4D-5EFB07024DAC}" dt="2021-10-04T18:35:12.726" v="7" actId="14100"/>
        <pc:sldMkLst>
          <pc:docMk/>
          <pc:sldMk cId="0" sldId="287"/>
        </pc:sldMkLst>
        <pc:spChg chg="mod">
          <ac:chgData name="Marzieh Ayati" userId="719e7aeb-c3b5-48e5-801b-084d43cd09ac" providerId="ADAL" clId="{086EC577-A26F-488A-AF4D-5EFB07024DAC}" dt="2021-10-04T18:35:12.726" v="7" actId="14100"/>
          <ac:spMkLst>
            <pc:docMk/>
            <pc:sldMk cId="0" sldId="287"/>
            <ac:spMk id="337" creationId="{00000000-0000-0000-0000-000000000000}"/>
          </ac:spMkLst>
        </pc:spChg>
      </pc:sldChg>
      <pc:sldChg chg="addSp delSp modSp new mod delAnim modAnim">
        <pc:chgData name="Marzieh Ayati" userId="719e7aeb-c3b5-48e5-801b-084d43cd09ac" providerId="ADAL" clId="{086EC577-A26F-488A-AF4D-5EFB07024DAC}" dt="2021-10-04T19:09:38.265" v="715" actId="20577"/>
        <pc:sldMkLst>
          <pc:docMk/>
          <pc:sldMk cId="4156697622" sldId="288"/>
        </pc:sldMkLst>
        <pc:spChg chg="mod">
          <ac:chgData name="Marzieh Ayati" userId="719e7aeb-c3b5-48e5-801b-084d43cd09ac" providerId="ADAL" clId="{086EC577-A26F-488A-AF4D-5EFB07024DAC}" dt="2021-10-04T19:09:38.265" v="715" actId="20577"/>
          <ac:spMkLst>
            <pc:docMk/>
            <pc:sldMk cId="4156697622" sldId="288"/>
            <ac:spMk id="2" creationId="{2454985A-1762-40C6-A6F2-CF95A6BE13E7}"/>
          </ac:spMkLst>
        </pc:spChg>
        <pc:spChg chg="add del mod">
          <ac:chgData name="Marzieh Ayati" userId="719e7aeb-c3b5-48e5-801b-084d43cd09ac" providerId="ADAL" clId="{086EC577-A26F-488A-AF4D-5EFB07024DAC}" dt="2021-10-04T19:06:36.145" v="695" actId="1076"/>
          <ac:spMkLst>
            <pc:docMk/>
            <pc:sldMk cId="4156697622" sldId="288"/>
            <ac:spMk id="3" creationId="{7FC27A4B-C03E-4F6C-81A9-7F4917E07F84}"/>
          </ac:spMkLst>
        </pc:spChg>
        <pc:spChg chg="add mod">
          <ac:chgData name="Marzieh Ayati" userId="719e7aeb-c3b5-48e5-801b-084d43cd09ac" providerId="ADAL" clId="{086EC577-A26F-488A-AF4D-5EFB07024DAC}" dt="2021-10-04T18:55:41.016" v="62" actId="164"/>
          <ac:spMkLst>
            <pc:docMk/>
            <pc:sldMk cId="4156697622" sldId="288"/>
            <ac:spMk id="5" creationId="{54E4254B-8E5A-433C-93CA-361373A1E3B8}"/>
          </ac:spMkLst>
        </pc:spChg>
        <pc:spChg chg="add del mod">
          <ac:chgData name="Marzieh Ayati" userId="719e7aeb-c3b5-48e5-801b-084d43cd09ac" providerId="ADAL" clId="{086EC577-A26F-488A-AF4D-5EFB07024DAC}" dt="2021-10-04T19:07:27.947" v="700" actId="478"/>
          <ac:spMkLst>
            <pc:docMk/>
            <pc:sldMk cId="4156697622" sldId="288"/>
            <ac:spMk id="8" creationId="{84B511AB-57F4-485A-A00A-A970F6C8B1E7}"/>
          </ac:spMkLst>
        </pc:spChg>
        <pc:grpChg chg="add del mod">
          <ac:chgData name="Marzieh Ayati" userId="719e7aeb-c3b5-48e5-801b-084d43cd09ac" providerId="ADAL" clId="{086EC577-A26F-488A-AF4D-5EFB07024DAC}" dt="2021-10-04T18:56:11.096" v="93" actId="21"/>
          <ac:grpSpMkLst>
            <pc:docMk/>
            <pc:sldMk cId="4156697622" sldId="288"/>
            <ac:grpSpMk id="6" creationId="{512A2122-6715-4493-A536-8A008D750923}"/>
          </ac:grpSpMkLst>
        </pc:grpChg>
        <pc:picChg chg="add mod">
          <ac:chgData name="Marzieh Ayati" userId="719e7aeb-c3b5-48e5-801b-084d43cd09ac" providerId="ADAL" clId="{086EC577-A26F-488A-AF4D-5EFB07024DAC}" dt="2021-10-04T18:55:41.016" v="62" actId="164"/>
          <ac:picMkLst>
            <pc:docMk/>
            <pc:sldMk cId="4156697622" sldId="288"/>
            <ac:picMk id="4" creationId="{199A8F82-6558-4D89-A435-FDDDCF9B3D41}"/>
          </ac:picMkLst>
        </pc:picChg>
        <pc:picChg chg="add del mod">
          <ac:chgData name="Marzieh Ayati" userId="719e7aeb-c3b5-48e5-801b-084d43cd09ac" providerId="ADAL" clId="{086EC577-A26F-488A-AF4D-5EFB07024DAC}" dt="2021-10-04T19:07:27.947" v="700" actId="478"/>
          <ac:picMkLst>
            <pc:docMk/>
            <pc:sldMk cId="4156697622" sldId="288"/>
            <ac:picMk id="7" creationId="{7A6953D8-33B1-4A69-87F7-0C7E2B58B51C}"/>
          </ac:picMkLst>
        </pc:picChg>
        <pc:picChg chg="add mod">
          <ac:chgData name="Marzieh Ayati" userId="719e7aeb-c3b5-48e5-801b-084d43cd09ac" providerId="ADAL" clId="{086EC577-A26F-488A-AF4D-5EFB07024DAC}" dt="2021-10-04T19:07:33.546" v="703" actId="1076"/>
          <ac:picMkLst>
            <pc:docMk/>
            <pc:sldMk cId="4156697622" sldId="288"/>
            <ac:picMk id="9" creationId="{38092CD4-C5D8-4B30-956F-07CB52CEE508}"/>
          </ac:picMkLst>
        </pc:picChg>
      </pc:sldChg>
      <pc:sldChg chg="addSp modSp new mod modAnim">
        <pc:chgData name="Marzieh Ayati" userId="719e7aeb-c3b5-48e5-801b-084d43cd09ac" providerId="ADAL" clId="{086EC577-A26F-488A-AF4D-5EFB07024DAC}" dt="2021-10-04T19:13:07.202" v="815" actId="14100"/>
        <pc:sldMkLst>
          <pc:docMk/>
          <pc:sldMk cId="46059259" sldId="289"/>
        </pc:sldMkLst>
        <pc:spChg chg="mod">
          <ac:chgData name="Marzieh Ayati" userId="719e7aeb-c3b5-48e5-801b-084d43cd09ac" providerId="ADAL" clId="{086EC577-A26F-488A-AF4D-5EFB07024DAC}" dt="2021-10-04T18:57:50.701" v="130" actId="20577"/>
          <ac:spMkLst>
            <pc:docMk/>
            <pc:sldMk cId="46059259" sldId="289"/>
            <ac:spMk id="2" creationId="{298EEA48-76E0-44FC-92A3-23EAF4DA4034}"/>
          </ac:spMkLst>
        </pc:spChg>
        <pc:spChg chg="mod">
          <ac:chgData name="Marzieh Ayati" userId="719e7aeb-c3b5-48e5-801b-084d43cd09ac" providerId="ADAL" clId="{086EC577-A26F-488A-AF4D-5EFB07024DAC}" dt="2021-10-04T19:13:07.202" v="815" actId="14100"/>
          <ac:spMkLst>
            <pc:docMk/>
            <pc:sldMk cId="46059259" sldId="289"/>
            <ac:spMk id="3" creationId="{8DAEDD1E-BBC1-4DE1-BEF9-2E7735E36916}"/>
          </ac:spMkLst>
        </pc:spChg>
        <pc:spChg chg="mod">
          <ac:chgData name="Marzieh Ayati" userId="719e7aeb-c3b5-48e5-801b-084d43cd09ac" providerId="ADAL" clId="{086EC577-A26F-488A-AF4D-5EFB07024DAC}" dt="2021-10-04T18:56:12.817" v="94"/>
          <ac:spMkLst>
            <pc:docMk/>
            <pc:sldMk cId="46059259" sldId="289"/>
            <ac:spMk id="6" creationId="{E350C2C5-2CB3-4B73-A647-73DA612F40AB}"/>
          </ac:spMkLst>
        </pc:spChg>
        <pc:spChg chg="add mod">
          <ac:chgData name="Marzieh Ayati" userId="719e7aeb-c3b5-48e5-801b-084d43cd09ac" providerId="ADAL" clId="{086EC577-A26F-488A-AF4D-5EFB07024DAC}" dt="2021-10-04T19:00:50.497" v="361" actId="164"/>
          <ac:spMkLst>
            <pc:docMk/>
            <pc:sldMk cId="46059259" sldId="289"/>
            <ac:spMk id="8" creationId="{0721207E-1BFB-42C5-B5FA-52CC7F31D126}"/>
          </ac:spMkLst>
        </pc:spChg>
        <pc:grpChg chg="add mod">
          <ac:chgData name="Marzieh Ayati" userId="719e7aeb-c3b5-48e5-801b-084d43cd09ac" providerId="ADAL" clId="{086EC577-A26F-488A-AF4D-5EFB07024DAC}" dt="2021-10-04T18:56:27.401" v="105" actId="1076"/>
          <ac:grpSpMkLst>
            <pc:docMk/>
            <pc:sldMk cId="46059259" sldId="289"/>
            <ac:grpSpMk id="4" creationId="{4ADC748E-CB9C-4788-B7EA-640FCA0D9620}"/>
          </ac:grpSpMkLst>
        </pc:grpChg>
        <pc:grpChg chg="add mod">
          <ac:chgData name="Marzieh Ayati" userId="719e7aeb-c3b5-48e5-801b-084d43cd09ac" providerId="ADAL" clId="{086EC577-A26F-488A-AF4D-5EFB07024DAC}" dt="2021-10-04T19:01:00.106" v="363" actId="1076"/>
          <ac:grpSpMkLst>
            <pc:docMk/>
            <pc:sldMk cId="46059259" sldId="289"/>
            <ac:grpSpMk id="9" creationId="{E6FF4777-403E-44AB-837A-B428866C0402}"/>
          </ac:grpSpMkLst>
        </pc:grpChg>
        <pc:picChg chg="mod">
          <ac:chgData name="Marzieh Ayati" userId="719e7aeb-c3b5-48e5-801b-084d43cd09ac" providerId="ADAL" clId="{086EC577-A26F-488A-AF4D-5EFB07024DAC}" dt="2021-10-04T18:56:12.817" v="94"/>
          <ac:picMkLst>
            <pc:docMk/>
            <pc:sldMk cId="46059259" sldId="289"/>
            <ac:picMk id="5" creationId="{0E3441E9-610D-44D9-BEFA-513B13EC1D32}"/>
          </ac:picMkLst>
        </pc:picChg>
        <pc:picChg chg="add mod">
          <ac:chgData name="Marzieh Ayati" userId="719e7aeb-c3b5-48e5-801b-084d43cd09ac" providerId="ADAL" clId="{086EC577-A26F-488A-AF4D-5EFB07024DAC}" dt="2021-10-04T19:00:50.497" v="361" actId="164"/>
          <ac:picMkLst>
            <pc:docMk/>
            <pc:sldMk cId="46059259" sldId="289"/>
            <ac:picMk id="7" creationId="{D5DC372C-6750-4CB8-B46E-F16EFF5F7864}"/>
          </ac:picMkLst>
        </pc:picChg>
        <pc:picChg chg="add mod">
          <ac:chgData name="Marzieh Ayati" userId="719e7aeb-c3b5-48e5-801b-084d43cd09ac" providerId="ADAL" clId="{086EC577-A26F-488A-AF4D-5EFB07024DAC}" dt="2021-10-04T19:03:00.625" v="472" actId="1076"/>
          <ac:picMkLst>
            <pc:docMk/>
            <pc:sldMk cId="46059259" sldId="289"/>
            <ac:picMk id="10" creationId="{7E197EB2-5FFC-41F4-8D26-E3BADB61E03B}"/>
          </ac:picMkLst>
        </pc:picChg>
        <pc:picChg chg="add mod">
          <ac:chgData name="Marzieh Ayati" userId="719e7aeb-c3b5-48e5-801b-084d43cd09ac" providerId="ADAL" clId="{086EC577-A26F-488A-AF4D-5EFB07024DAC}" dt="2021-10-04T19:04:57.458" v="576" actId="1076"/>
          <ac:picMkLst>
            <pc:docMk/>
            <pc:sldMk cId="46059259" sldId="289"/>
            <ac:picMk id="11" creationId="{AB2EF91B-B996-4568-B25B-C01CF25EE0A0}"/>
          </ac:picMkLst>
        </pc:picChg>
      </pc:sldChg>
      <pc:sldChg chg="new del ord">
        <pc:chgData name="Marzieh Ayati" userId="719e7aeb-c3b5-48e5-801b-084d43cd09ac" providerId="ADAL" clId="{086EC577-A26F-488A-AF4D-5EFB07024DAC}" dt="2021-10-04T18:57:45.116" v="122" actId="47"/>
        <pc:sldMkLst>
          <pc:docMk/>
          <pc:sldMk cId="1533292118" sldId="290"/>
        </pc:sldMkLst>
      </pc:sldChg>
      <pc:sldChg chg="delSp modSp add mod">
        <pc:chgData name="Marzieh Ayati" userId="719e7aeb-c3b5-48e5-801b-084d43cd09ac" providerId="ADAL" clId="{086EC577-A26F-488A-AF4D-5EFB07024DAC}" dt="2021-10-04T19:12:17.523" v="724" actId="20577"/>
        <pc:sldMkLst>
          <pc:docMk/>
          <pc:sldMk cId="196157430" sldId="291"/>
        </pc:sldMkLst>
        <pc:spChg chg="mod">
          <ac:chgData name="Marzieh Ayati" userId="719e7aeb-c3b5-48e5-801b-084d43cd09ac" providerId="ADAL" clId="{086EC577-A26F-488A-AF4D-5EFB07024DAC}" dt="2021-10-04T19:12:17.523" v="724" actId="20577"/>
          <ac:spMkLst>
            <pc:docMk/>
            <pc:sldMk cId="196157430" sldId="291"/>
            <ac:spMk id="3" creationId="{8DAEDD1E-BBC1-4DE1-BEF9-2E7735E36916}"/>
          </ac:spMkLst>
        </pc:spChg>
        <pc:grpChg chg="del">
          <ac:chgData name="Marzieh Ayati" userId="719e7aeb-c3b5-48e5-801b-084d43cd09ac" providerId="ADAL" clId="{086EC577-A26F-488A-AF4D-5EFB07024DAC}" dt="2021-10-04T18:57:58.573" v="132" actId="478"/>
          <ac:grpSpMkLst>
            <pc:docMk/>
            <pc:sldMk cId="196157430" sldId="291"/>
            <ac:grpSpMk id="4" creationId="{4ADC748E-CB9C-4788-B7EA-640FCA0D9620}"/>
          </ac:grpSpMkLst>
        </pc:grpChg>
      </pc:sldChg>
      <pc:sldChg chg="addSp delSp modSp new add del mod">
        <pc:chgData name="Marzieh Ayati" userId="719e7aeb-c3b5-48e5-801b-084d43cd09ac" providerId="ADAL" clId="{086EC577-A26F-488A-AF4D-5EFB07024DAC}" dt="2021-10-04T19:22:34.696" v="907" actId="2696"/>
        <pc:sldMkLst>
          <pc:docMk/>
          <pc:sldMk cId="3346345618" sldId="292"/>
        </pc:sldMkLst>
        <pc:spChg chg="mod">
          <ac:chgData name="Marzieh Ayati" userId="719e7aeb-c3b5-48e5-801b-084d43cd09ac" providerId="ADAL" clId="{086EC577-A26F-488A-AF4D-5EFB07024DAC}" dt="2021-10-04T19:19:33.875" v="900" actId="20577"/>
          <ac:spMkLst>
            <pc:docMk/>
            <pc:sldMk cId="3346345618" sldId="292"/>
            <ac:spMk id="2" creationId="{2FD36476-2387-483E-83E2-4E13B4C37E52}"/>
          </ac:spMkLst>
        </pc:spChg>
        <pc:spChg chg="add mod">
          <ac:chgData name="Marzieh Ayati" userId="719e7aeb-c3b5-48e5-801b-084d43cd09ac" providerId="ADAL" clId="{086EC577-A26F-488A-AF4D-5EFB07024DAC}" dt="2021-10-04T19:19:09.448" v="876" actId="164"/>
          <ac:spMkLst>
            <pc:docMk/>
            <pc:sldMk cId="3346345618" sldId="292"/>
            <ac:spMk id="6" creationId="{4B60B819-C4E2-49AB-84D7-60BFA51EDB1F}"/>
          </ac:spMkLst>
        </pc:spChg>
        <pc:spChg chg="add mod">
          <ac:chgData name="Marzieh Ayati" userId="719e7aeb-c3b5-48e5-801b-084d43cd09ac" providerId="ADAL" clId="{086EC577-A26F-488A-AF4D-5EFB07024DAC}" dt="2021-10-04T19:19:23.974" v="883" actId="1035"/>
          <ac:spMkLst>
            <pc:docMk/>
            <pc:sldMk cId="3346345618" sldId="292"/>
            <ac:spMk id="8" creationId="{92DC9A88-D045-4691-96D8-B283D445F863}"/>
          </ac:spMkLst>
        </pc:spChg>
        <pc:grpChg chg="add mod">
          <ac:chgData name="Marzieh Ayati" userId="719e7aeb-c3b5-48e5-801b-084d43cd09ac" providerId="ADAL" clId="{086EC577-A26F-488A-AF4D-5EFB07024DAC}" dt="2021-10-04T19:19:19.930" v="880" actId="164"/>
          <ac:grpSpMkLst>
            <pc:docMk/>
            <pc:sldMk cId="3346345618" sldId="292"/>
            <ac:grpSpMk id="7" creationId="{6ECB879D-9E44-41B5-9572-196305449CCE}"/>
          </ac:grpSpMkLst>
        </pc:grpChg>
        <pc:grpChg chg="add del mod">
          <ac:chgData name="Marzieh Ayati" userId="719e7aeb-c3b5-48e5-801b-084d43cd09ac" providerId="ADAL" clId="{086EC577-A26F-488A-AF4D-5EFB07024DAC}" dt="2021-10-04T19:20:52.413" v="901" actId="478"/>
          <ac:grpSpMkLst>
            <pc:docMk/>
            <pc:sldMk cId="3346345618" sldId="292"/>
            <ac:grpSpMk id="9" creationId="{98D9FB78-61CC-4C41-9586-7B215CFE0EC5}"/>
          </ac:grpSpMkLst>
        </pc:grpChg>
        <pc:picChg chg="add del mod">
          <ac:chgData name="Marzieh Ayati" userId="719e7aeb-c3b5-48e5-801b-084d43cd09ac" providerId="ADAL" clId="{086EC577-A26F-488A-AF4D-5EFB07024DAC}" dt="2021-10-04T19:20:54.057" v="902" actId="478"/>
          <ac:picMkLst>
            <pc:docMk/>
            <pc:sldMk cId="3346345618" sldId="292"/>
            <ac:picMk id="4" creationId="{34FFF579-0288-4BA4-BA68-83CEF492D463}"/>
          </ac:picMkLst>
        </pc:picChg>
        <pc:picChg chg="add mod">
          <ac:chgData name="Marzieh Ayati" userId="719e7aeb-c3b5-48e5-801b-084d43cd09ac" providerId="ADAL" clId="{086EC577-A26F-488A-AF4D-5EFB07024DAC}" dt="2021-10-04T19:19:09.448" v="876" actId="164"/>
          <ac:picMkLst>
            <pc:docMk/>
            <pc:sldMk cId="3346345618" sldId="292"/>
            <ac:picMk id="5" creationId="{0F18FFEC-96D8-4B81-843D-FB617F7E7067}"/>
          </ac:picMkLst>
        </pc:picChg>
        <pc:picChg chg="add mod">
          <ac:chgData name="Marzieh Ayati" userId="719e7aeb-c3b5-48e5-801b-084d43cd09ac" providerId="ADAL" clId="{086EC577-A26F-488A-AF4D-5EFB07024DAC}" dt="2021-10-04T19:20:58.338" v="904" actId="1076"/>
          <ac:picMkLst>
            <pc:docMk/>
            <pc:sldMk cId="3346345618" sldId="292"/>
            <ac:picMk id="10" creationId="{B0414D25-C6DF-4FAE-A591-29AFADFB2EE0}"/>
          </ac:picMkLst>
        </pc:picChg>
      </pc:sldChg>
      <pc:sldChg chg="add">
        <pc:chgData name="Marzieh Ayati" userId="719e7aeb-c3b5-48e5-801b-084d43cd09ac" providerId="ADAL" clId="{086EC577-A26F-488A-AF4D-5EFB07024DAC}" dt="2021-10-04T19:22:46.042" v="908"/>
        <pc:sldMkLst>
          <pc:docMk/>
          <pc:sldMk cId="3530543979" sldId="292"/>
        </pc:sldMkLst>
      </pc:sldChg>
    </pc:docChg>
  </pc:docChgLst>
  <pc:docChgLst>
    <pc:chgData name="Marzieh Ayati" userId="719e7aeb-c3b5-48e5-801b-084d43cd09ac" providerId="ADAL" clId="{B1D26602-FC9F-4A33-AE4E-51FFF87DABDE}"/>
    <pc:docChg chg="custSel modSld">
      <pc:chgData name="Marzieh Ayati" userId="719e7aeb-c3b5-48e5-801b-084d43cd09ac" providerId="ADAL" clId="{B1D26602-FC9F-4A33-AE4E-51FFF87DABDE}" dt="2022-02-23T01:54:50.066" v="21" actId="14100"/>
      <pc:docMkLst>
        <pc:docMk/>
      </pc:docMkLst>
      <pc:sldChg chg="modSp mod">
        <pc:chgData name="Marzieh Ayati" userId="719e7aeb-c3b5-48e5-801b-084d43cd09ac" providerId="ADAL" clId="{B1D26602-FC9F-4A33-AE4E-51FFF87DABDE}" dt="2022-02-23T01:37:11.151" v="18" actId="20577"/>
        <pc:sldMkLst>
          <pc:docMk/>
          <pc:sldMk cId="0" sldId="258"/>
        </pc:sldMkLst>
        <pc:spChg chg="mod">
          <ac:chgData name="Marzieh Ayati" userId="719e7aeb-c3b5-48e5-801b-084d43cd09ac" providerId="ADAL" clId="{B1D26602-FC9F-4A33-AE4E-51FFF87DABDE}" dt="2022-02-23T01:37:11.151" v="18" actId="20577"/>
          <ac:spMkLst>
            <pc:docMk/>
            <pc:sldMk cId="0" sldId="258"/>
            <ac:spMk id="136" creationId="{00000000-0000-0000-0000-000000000000}"/>
          </ac:spMkLst>
        </pc:spChg>
      </pc:sldChg>
      <pc:sldChg chg="modSp mod">
        <pc:chgData name="Marzieh Ayati" userId="719e7aeb-c3b5-48e5-801b-084d43cd09ac" providerId="ADAL" clId="{B1D26602-FC9F-4A33-AE4E-51FFF87DABDE}" dt="2022-02-23T01:54:50.066" v="21" actId="14100"/>
        <pc:sldMkLst>
          <pc:docMk/>
          <pc:sldMk cId="46059259" sldId="289"/>
        </pc:sldMkLst>
        <pc:picChg chg="mod">
          <ac:chgData name="Marzieh Ayati" userId="719e7aeb-c3b5-48e5-801b-084d43cd09ac" providerId="ADAL" clId="{B1D26602-FC9F-4A33-AE4E-51FFF87DABDE}" dt="2022-02-23T01:54:50.066" v="21" actId="14100"/>
          <ac:picMkLst>
            <pc:docMk/>
            <pc:sldMk cId="46059259" sldId="289"/>
            <ac:picMk id="11" creationId="{AB2EF91B-B996-4568-B25B-C01CF25EE0A0}"/>
          </ac:picMkLst>
        </pc:picChg>
      </pc:sldChg>
    </pc:docChg>
  </pc:docChgLst>
  <pc:docChgLst>
    <pc:chgData name="Marzieh Ayati" userId="719e7aeb-c3b5-48e5-801b-084d43cd09ac" providerId="ADAL" clId="{2C468DDB-6C54-4E6C-8699-4864373EFDE5}"/>
    <pc:docChg chg="undo custSel addSld modSld">
      <pc:chgData name="Marzieh Ayati" userId="719e7aeb-c3b5-48e5-801b-084d43cd09ac" providerId="ADAL" clId="{2C468DDB-6C54-4E6C-8699-4864373EFDE5}" dt="2023-10-10T22:16:46.099" v="344"/>
      <pc:docMkLst>
        <pc:docMk/>
      </pc:docMkLst>
      <pc:sldChg chg="addSp modSp mod">
        <pc:chgData name="Marzieh Ayati" userId="719e7aeb-c3b5-48e5-801b-084d43cd09ac" providerId="ADAL" clId="{2C468DDB-6C54-4E6C-8699-4864373EFDE5}" dt="2023-10-10T21:57:36.744" v="210" actId="20577"/>
        <pc:sldMkLst>
          <pc:docMk/>
          <pc:sldMk cId="0" sldId="277"/>
        </pc:sldMkLst>
        <pc:spChg chg="add mod">
          <ac:chgData name="Marzieh Ayati" userId="719e7aeb-c3b5-48e5-801b-084d43cd09ac" providerId="ADAL" clId="{2C468DDB-6C54-4E6C-8699-4864373EFDE5}" dt="2023-10-10T21:57:36.744" v="210" actId="20577"/>
          <ac:spMkLst>
            <pc:docMk/>
            <pc:sldMk cId="0" sldId="277"/>
            <ac:spMk id="2" creationId="{AEAA9183-DE2B-44D5-AF07-7185D9EDCD44}"/>
          </ac:spMkLst>
        </pc:spChg>
        <pc:spChg chg="mod">
          <ac:chgData name="Marzieh Ayati" userId="719e7aeb-c3b5-48e5-801b-084d43cd09ac" providerId="ADAL" clId="{2C468DDB-6C54-4E6C-8699-4864373EFDE5}" dt="2023-10-10T21:29:45.711" v="129" actId="20577"/>
          <ac:spMkLst>
            <pc:docMk/>
            <pc:sldMk cId="0" sldId="277"/>
            <ac:spMk id="256" creationId="{00000000-0000-0000-0000-000000000000}"/>
          </ac:spMkLst>
        </pc:spChg>
        <pc:picChg chg="mod">
          <ac:chgData name="Marzieh Ayati" userId="719e7aeb-c3b5-48e5-801b-084d43cd09ac" providerId="ADAL" clId="{2C468DDB-6C54-4E6C-8699-4864373EFDE5}" dt="2023-10-10T21:56:33.400" v="175" actId="1076"/>
          <ac:picMkLst>
            <pc:docMk/>
            <pc:sldMk cId="0" sldId="277"/>
            <ac:picMk id="255" creationId="{00000000-0000-0000-0000-000000000000}"/>
          </ac:picMkLst>
        </pc:picChg>
      </pc:sldChg>
      <pc:sldChg chg="addSp delSp modSp mod">
        <pc:chgData name="Marzieh Ayati" userId="719e7aeb-c3b5-48e5-801b-084d43cd09ac" providerId="ADAL" clId="{2C468DDB-6C54-4E6C-8699-4864373EFDE5}" dt="2023-10-10T20:54:40.776" v="73" actId="164"/>
        <pc:sldMkLst>
          <pc:docMk/>
          <pc:sldMk cId="0" sldId="286"/>
        </pc:sldMkLst>
        <pc:spChg chg="mod">
          <ac:chgData name="Marzieh Ayati" userId="719e7aeb-c3b5-48e5-801b-084d43cd09ac" providerId="ADAL" clId="{2C468DDB-6C54-4E6C-8699-4864373EFDE5}" dt="2023-10-10T20:53:36.095" v="40" actId="1037"/>
          <ac:spMkLst>
            <pc:docMk/>
            <pc:sldMk cId="0" sldId="286"/>
            <ac:spMk id="329" creationId="{00000000-0000-0000-0000-000000000000}"/>
          </ac:spMkLst>
        </pc:spChg>
        <pc:spChg chg="mod">
          <ac:chgData name="Marzieh Ayati" userId="719e7aeb-c3b5-48e5-801b-084d43cd09ac" providerId="ADAL" clId="{2C468DDB-6C54-4E6C-8699-4864373EFDE5}" dt="2023-10-10T20:53:36.095" v="40" actId="1037"/>
          <ac:spMkLst>
            <pc:docMk/>
            <pc:sldMk cId="0" sldId="286"/>
            <ac:spMk id="331" creationId="{00000000-0000-0000-0000-000000000000}"/>
          </ac:spMkLst>
        </pc:spChg>
        <pc:grpChg chg="add mod">
          <ac:chgData name="Marzieh Ayati" userId="719e7aeb-c3b5-48e5-801b-084d43cd09ac" providerId="ADAL" clId="{2C468DDB-6C54-4E6C-8699-4864373EFDE5}" dt="2023-10-10T20:54:40.776" v="73" actId="164"/>
          <ac:grpSpMkLst>
            <pc:docMk/>
            <pc:sldMk cId="0" sldId="286"/>
            <ac:grpSpMk id="6" creationId="{B38FD4CB-F5CB-47F3-9102-DD08590ED0DE}"/>
          </ac:grpSpMkLst>
        </pc:grpChg>
        <pc:picChg chg="add mod">
          <ac:chgData name="Marzieh Ayati" userId="719e7aeb-c3b5-48e5-801b-084d43cd09ac" providerId="ADAL" clId="{2C468DDB-6C54-4E6C-8699-4864373EFDE5}" dt="2023-10-10T20:54:40.776" v="73" actId="164"/>
          <ac:picMkLst>
            <pc:docMk/>
            <pc:sldMk cId="0" sldId="286"/>
            <ac:picMk id="3" creationId="{3644AF51-6525-4CEF-8288-1CC7FA45CA08}"/>
          </ac:picMkLst>
        </pc:picChg>
        <pc:picChg chg="add mod">
          <ac:chgData name="Marzieh Ayati" userId="719e7aeb-c3b5-48e5-801b-084d43cd09ac" providerId="ADAL" clId="{2C468DDB-6C54-4E6C-8699-4864373EFDE5}" dt="2023-10-10T20:54:40.776" v="73" actId="164"/>
          <ac:picMkLst>
            <pc:docMk/>
            <pc:sldMk cId="0" sldId="286"/>
            <ac:picMk id="5" creationId="{5997E496-31D6-45FB-951E-D3516F2A32A4}"/>
          </ac:picMkLst>
        </pc:picChg>
        <pc:picChg chg="add del mod">
          <ac:chgData name="Marzieh Ayati" userId="719e7aeb-c3b5-48e5-801b-084d43cd09ac" providerId="ADAL" clId="{2C468DDB-6C54-4E6C-8699-4864373EFDE5}" dt="2023-10-10T20:53:09.976" v="2" actId="478"/>
          <ac:picMkLst>
            <pc:docMk/>
            <pc:sldMk cId="0" sldId="286"/>
            <ac:picMk id="7" creationId="{FCA6A2C1-0C29-4506-AE57-245A330EDDBD}"/>
          </ac:picMkLst>
        </pc:picChg>
        <pc:picChg chg="mod">
          <ac:chgData name="Marzieh Ayati" userId="719e7aeb-c3b5-48e5-801b-084d43cd09ac" providerId="ADAL" clId="{2C468DDB-6C54-4E6C-8699-4864373EFDE5}" dt="2023-10-10T20:53:36.095" v="40" actId="1037"/>
          <ac:picMkLst>
            <pc:docMk/>
            <pc:sldMk cId="0" sldId="286"/>
            <ac:picMk id="330" creationId="{00000000-0000-0000-0000-000000000000}"/>
          </ac:picMkLst>
        </pc:picChg>
        <pc:picChg chg="mod">
          <ac:chgData name="Marzieh Ayati" userId="719e7aeb-c3b5-48e5-801b-084d43cd09ac" providerId="ADAL" clId="{2C468DDB-6C54-4E6C-8699-4864373EFDE5}" dt="2023-10-10T20:53:36.095" v="40" actId="1037"/>
          <ac:picMkLst>
            <pc:docMk/>
            <pc:sldMk cId="0" sldId="286"/>
            <ac:picMk id="332" creationId="{00000000-0000-0000-0000-000000000000}"/>
          </ac:picMkLst>
        </pc:picChg>
      </pc:sldChg>
      <pc:sldChg chg="addSp modSp mod">
        <pc:chgData name="Marzieh Ayati" userId="719e7aeb-c3b5-48e5-801b-084d43cd09ac" providerId="ADAL" clId="{2C468DDB-6C54-4E6C-8699-4864373EFDE5}" dt="2023-10-10T20:54:50.648" v="120"/>
        <pc:sldMkLst>
          <pc:docMk/>
          <pc:sldMk cId="0" sldId="287"/>
        </pc:sldMkLst>
        <pc:spChg chg="mod">
          <ac:chgData name="Marzieh Ayati" userId="719e7aeb-c3b5-48e5-801b-084d43cd09ac" providerId="ADAL" clId="{2C468DDB-6C54-4E6C-8699-4864373EFDE5}" dt="2023-10-10T20:54:49.618" v="119" actId="1037"/>
          <ac:spMkLst>
            <pc:docMk/>
            <pc:sldMk cId="0" sldId="287"/>
            <ac:spMk id="338" creationId="{00000000-0000-0000-0000-000000000000}"/>
          </ac:spMkLst>
        </pc:spChg>
        <pc:spChg chg="mod">
          <ac:chgData name="Marzieh Ayati" userId="719e7aeb-c3b5-48e5-801b-084d43cd09ac" providerId="ADAL" clId="{2C468DDB-6C54-4E6C-8699-4864373EFDE5}" dt="2023-10-10T20:54:49.618" v="119" actId="1037"/>
          <ac:spMkLst>
            <pc:docMk/>
            <pc:sldMk cId="0" sldId="287"/>
            <ac:spMk id="340" creationId="{00000000-0000-0000-0000-000000000000}"/>
          </ac:spMkLst>
        </pc:spChg>
        <pc:grpChg chg="add mod">
          <ac:chgData name="Marzieh Ayati" userId="719e7aeb-c3b5-48e5-801b-084d43cd09ac" providerId="ADAL" clId="{2C468DDB-6C54-4E6C-8699-4864373EFDE5}" dt="2023-10-10T20:54:50.648" v="120"/>
          <ac:grpSpMkLst>
            <pc:docMk/>
            <pc:sldMk cId="0" sldId="287"/>
            <ac:grpSpMk id="6" creationId="{00B6074B-368D-430C-A97F-3490089AA4DC}"/>
          </ac:grpSpMkLst>
        </pc:grpChg>
        <pc:picChg chg="mod">
          <ac:chgData name="Marzieh Ayati" userId="719e7aeb-c3b5-48e5-801b-084d43cd09ac" providerId="ADAL" clId="{2C468DDB-6C54-4E6C-8699-4864373EFDE5}" dt="2023-10-10T20:54:50.648" v="120"/>
          <ac:picMkLst>
            <pc:docMk/>
            <pc:sldMk cId="0" sldId="287"/>
            <ac:picMk id="7" creationId="{011DE10A-9802-4FC5-A3AB-ACB4DC5DCB1F}"/>
          </ac:picMkLst>
        </pc:picChg>
        <pc:picChg chg="mod">
          <ac:chgData name="Marzieh Ayati" userId="719e7aeb-c3b5-48e5-801b-084d43cd09ac" providerId="ADAL" clId="{2C468DDB-6C54-4E6C-8699-4864373EFDE5}" dt="2023-10-10T20:54:50.648" v="120"/>
          <ac:picMkLst>
            <pc:docMk/>
            <pc:sldMk cId="0" sldId="287"/>
            <ac:picMk id="8" creationId="{AB966814-B327-4BE8-9A83-ED26D8A21B2D}"/>
          </ac:picMkLst>
        </pc:picChg>
        <pc:picChg chg="mod">
          <ac:chgData name="Marzieh Ayati" userId="719e7aeb-c3b5-48e5-801b-084d43cd09ac" providerId="ADAL" clId="{2C468DDB-6C54-4E6C-8699-4864373EFDE5}" dt="2023-10-10T20:54:49.618" v="119" actId="1037"/>
          <ac:picMkLst>
            <pc:docMk/>
            <pc:sldMk cId="0" sldId="287"/>
            <ac:picMk id="339" creationId="{00000000-0000-0000-0000-000000000000}"/>
          </ac:picMkLst>
        </pc:picChg>
      </pc:sldChg>
      <pc:sldChg chg="addSp modSp new mod modAnim">
        <pc:chgData name="Marzieh Ayati" userId="719e7aeb-c3b5-48e5-801b-084d43cd09ac" providerId="ADAL" clId="{2C468DDB-6C54-4E6C-8699-4864373EFDE5}" dt="2023-10-10T22:16:46.099" v="344"/>
        <pc:sldMkLst>
          <pc:docMk/>
          <pc:sldMk cId="2335122122" sldId="293"/>
        </pc:sldMkLst>
        <pc:spChg chg="mod">
          <ac:chgData name="Marzieh Ayati" userId="719e7aeb-c3b5-48e5-801b-084d43cd09ac" providerId="ADAL" clId="{2C468DDB-6C54-4E6C-8699-4864373EFDE5}" dt="2023-10-10T22:08:27.058" v="224" actId="20577"/>
          <ac:spMkLst>
            <pc:docMk/>
            <pc:sldMk cId="2335122122" sldId="293"/>
            <ac:spMk id="2" creationId="{DBAA49E1-DE9F-46C4-BE0F-F7F060CA1934}"/>
          </ac:spMkLst>
        </pc:spChg>
        <pc:spChg chg="mod">
          <ac:chgData name="Marzieh Ayati" userId="719e7aeb-c3b5-48e5-801b-084d43cd09ac" providerId="ADAL" clId="{2C468DDB-6C54-4E6C-8699-4864373EFDE5}" dt="2023-10-10T22:15:45.693" v="322" actId="1076"/>
          <ac:spMkLst>
            <pc:docMk/>
            <pc:sldMk cId="2335122122" sldId="293"/>
            <ac:spMk id="3" creationId="{BB2B5AFD-8C38-4EFC-A419-2867EFE96AA6}"/>
          </ac:spMkLst>
        </pc:spChg>
        <pc:spChg chg="add mod">
          <ac:chgData name="Marzieh Ayati" userId="719e7aeb-c3b5-48e5-801b-084d43cd09ac" providerId="ADAL" clId="{2C468DDB-6C54-4E6C-8699-4864373EFDE5}" dt="2023-10-10T22:15:48.643" v="323" actId="1076"/>
          <ac:spMkLst>
            <pc:docMk/>
            <pc:sldMk cId="2335122122" sldId="293"/>
            <ac:spMk id="4" creationId="{E230154C-BDE6-489E-A578-1C205AAB9989}"/>
          </ac:spMkLst>
        </pc:spChg>
        <pc:spChg chg="add mod">
          <ac:chgData name="Marzieh Ayati" userId="719e7aeb-c3b5-48e5-801b-084d43cd09ac" providerId="ADAL" clId="{2C468DDB-6C54-4E6C-8699-4864373EFDE5}" dt="2023-10-10T22:16:41.827" v="343" actId="1076"/>
          <ac:spMkLst>
            <pc:docMk/>
            <pc:sldMk cId="2335122122" sldId="293"/>
            <ac:spMk id="5" creationId="{85CBDA4C-32A2-4B73-BAB5-CA71C70744AC}"/>
          </ac:spMkLst>
        </pc:spChg>
        <pc:spChg chg="add mod">
          <ac:chgData name="Marzieh Ayati" userId="719e7aeb-c3b5-48e5-801b-084d43cd09ac" providerId="ADAL" clId="{2C468DDB-6C54-4E6C-8699-4864373EFDE5}" dt="2023-10-10T22:16:37.099" v="342" actId="1076"/>
          <ac:spMkLst>
            <pc:docMk/>
            <pc:sldMk cId="2335122122" sldId="293"/>
            <ac:spMk id="6" creationId="{B8A49161-48C6-41C5-ADF2-BDA6458A99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13884-3EA5-47D9-AC49-74F9C6CC889E}"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A4541D-2D5F-46B6-9AE6-4B3BED28A3AF}" type="slidenum">
              <a:rPr lang="en-US" smtClean="0"/>
              <a:t>‹#›</a:t>
            </a:fld>
            <a:endParaRPr lang="en-US"/>
          </a:p>
        </p:txBody>
      </p:sp>
    </p:spTree>
    <p:extLst>
      <p:ext uri="{BB962C8B-B14F-4D97-AF65-F5344CB8AC3E}">
        <p14:creationId xmlns:p14="http://schemas.microsoft.com/office/powerpoint/2010/main" val="1566989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63a8e05056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63a8e05056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6496a404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6496a404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6496a4047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6496a4047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6496a4047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6496a4047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64aa198cab_0_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64aa198cab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6496a4047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6496a4047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6496a40475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6496a4047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6496a40475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6496a40475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6496a40475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6496a40475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6496a40475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6496a40475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944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6496a40475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6496a40475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3652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6496a4047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6496a4047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64a3950608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64a395060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6496a40475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6496a40475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8965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64a395060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64a395060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9" name="Google Shape;31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6" name="Google Shape;32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5" name="Google Shape;33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64a395060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64a395060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171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64aa198ca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64aa198ca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64aa198ca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64aa198ca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2531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F4266-7F8F-4F62-8BF1-4587EB9F35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54C9E4-E759-4042-9096-A264CEA2DE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C53AC3-23B6-4C5C-906F-8CCC409D6C8B}"/>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5" name="Footer Placeholder 4">
            <a:extLst>
              <a:ext uri="{FF2B5EF4-FFF2-40B4-BE49-F238E27FC236}">
                <a16:creationId xmlns:a16="http://schemas.microsoft.com/office/drawing/2014/main" id="{ACE0C08F-3ABE-4605-97D4-F815EE9253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FD1070-7B5B-4546-A63B-5A26C613D6EA}"/>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2457798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4E84-A077-4B3C-8AEB-E4C781C9F8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1BACEB-15C3-4612-BE46-FDF29EA12C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2486CA-A876-4810-856A-E03D30925D02}"/>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5" name="Footer Placeholder 4">
            <a:extLst>
              <a:ext uri="{FF2B5EF4-FFF2-40B4-BE49-F238E27FC236}">
                <a16:creationId xmlns:a16="http://schemas.microsoft.com/office/drawing/2014/main" id="{BB62FC0D-EA40-429B-A8F3-1FB5DA1F44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FFE595-F027-41D1-9BF7-29CC0C109E52}"/>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287991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AED7D-03F5-44C3-BB83-603B3D7C18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497D21-0609-4D3E-850A-8549F2A659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826BC8-FD39-4640-A44A-68AB44CEE3E8}"/>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5" name="Footer Placeholder 4">
            <a:extLst>
              <a:ext uri="{FF2B5EF4-FFF2-40B4-BE49-F238E27FC236}">
                <a16:creationId xmlns:a16="http://schemas.microsoft.com/office/drawing/2014/main" id="{8A71314E-12F1-4345-A0FB-CA5ADD828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3A5F99-1870-4FED-B2CB-4A21B7DC24FF}"/>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3038553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C53FD-8D61-44E5-B731-DB25D02E18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810561-E377-4A20-83FA-20953B21E3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FF78ED-C12B-4201-957D-B8B86C60E7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F288B0-326E-425C-BC48-3169CCDDD28F}"/>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6" name="Footer Placeholder 5">
            <a:extLst>
              <a:ext uri="{FF2B5EF4-FFF2-40B4-BE49-F238E27FC236}">
                <a16:creationId xmlns:a16="http://schemas.microsoft.com/office/drawing/2014/main" id="{472A4FFF-A35A-4A3C-A471-FC9BB5796A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6EDFE9-FD1D-43A0-933A-8336C7F52697}"/>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425429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CD458-27AD-4E16-9D81-0A34A7AF5E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545911-DE29-4BAA-AA48-1C2E918DD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41D05F-6AB0-4E98-B4E9-6D30DEE44C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5DD7F8-5B68-4EC9-9D0F-958F165C12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4B59D0-C54F-4546-B8A5-1825187BC0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1BCDFC-0B0D-4823-A6D9-67134D2289C0}"/>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8" name="Footer Placeholder 7">
            <a:extLst>
              <a:ext uri="{FF2B5EF4-FFF2-40B4-BE49-F238E27FC236}">
                <a16:creationId xmlns:a16="http://schemas.microsoft.com/office/drawing/2014/main" id="{EAA9FC2A-BD00-477D-80C2-1FA5245F10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F0F85D-3D91-47AD-8644-7BD1244BEA9C}"/>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772749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DB948-58A0-402D-8EEC-CF4ECB97BA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3DEE0B-5494-4170-8070-5E5307ECF6BF}"/>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4" name="Footer Placeholder 3">
            <a:extLst>
              <a:ext uri="{FF2B5EF4-FFF2-40B4-BE49-F238E27FC236}">
                <a16:creationId xmlns:a16="http://schemas.microsoft.com/office/drawing/2014/main" id="{A645E2F9-C500-48EF-A025-96B182BB5A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E36BEB-729A-4516-A6A1-C2D24FB6D01F}"/>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2350299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D261A-72F4-4048-844D-A98FE852EAA7}"/>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3" name="Footer Placeholder 2">
            <a:extLst>
              <a:ext uri="{FF2B5EF4-FFF2-40B4-BE49-F238E27FC236}">
                <a16:creationId xmlns:a16="http://schemas.microsoft.com/office/drawing/2014/main" id="{29871DD8-E560-4821-889F-FA2E574484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3F77D6-0E75-4DB4-85CD-F43A8970F088}"/>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4143946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C3125-42FA-4E49-B3A8-9642C3D0F7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B64AE6-FF52-4814-9004-090F40A111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95741A-795C-4DFC-A8F0-D8B383CD57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B14E2E-D579-4DC1-B2B4-486B7ABE31EA}"/>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6" name="Footer Placeholder 5">
            <a:extLst>
              <a:ext uri="{FF2B5EF4-FFF2-40B4-BE49-F238E27FC236}">
                <a16:creationId xmlns:a16="http://schemas.microsoft.com/office/drawing/2014/main" id="{BBA09EE2-BAE9-42EA-8F13-35AB6D607A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6202B1-4D1C-4046-8EBE-DA7ACCA8BF0A}"/>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3140014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1060D-4536-4FA2-987C-29A00D335E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A580B6-B44D-4C6B-8232-E82BEEF89D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B51A0C-3156-43CC-A1A8-8AB6F55A7F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1A289-C78C-4CFF-94C1-841DC3F529F4}"/>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6" name="Footer Placeholder 5">
            <a:extLst>
              <a:ext uri="{FF2B5EF4-FFF2-40B4-BE49-F238E27FC236}">
                <a16:creationId xmlns:a16="http://schemas.microsoft.com/office/drawing/2014/main" id="{70C43B83-0644-48B7-BF2E-20943184F7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6092B-F625-4457-B00C-1711C34C27DB}"/>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3988815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A20B-A69B-4642-9F82-4C50AFFA6C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CEC534-D89C-4D2F-9822-57BB9821C1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DAC1A2-6A29-49D2-8597-9601084C33C7}"/>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5" name="Footer Placeholder 4">
            <a:extLst>
              <a:ext uri="{FF2B5EF4-FFF2-40B4-BE49-F238E27FC236}">
                <a16:creationId xmlns:a16="http://schemas.microsoft.com/office/drawing/2014/main" id="{CA0AAB6D-EB84-4D5B-B70E-B8DD9D61CA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A5EBE4-0C46-4875-8253-57FE58B0AB5B}"/>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1621393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AA39A1-1C08-4DB3-A48A-CF50D5D03D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8DAF33-89DD-4367-A0D6-E73FCD5E59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634142-B0E9-4A23-B4F5-7EA2EADDA09E}"/>
              </a:ext>
            </a:extLst>
          </p:cNvPr>
          <p:cNvSpPr>
            <a:spLocks noGrp="1"/>
          </p:cNvSpPr>
          <p:nvPr>
            <p:ph type="dt" sz="half" idx="10"/>
          </p:nvPr>
        </p:nvSpPr>
        <p:spPr/>
        <p:txBody>
          <a:bodyPr/>
          <a:lstStyle/>
          <a:p>
            <a:fld id="{F92FC686-7D5D-4B65-91F2-3D1848869315}" type="datetimeFigureOut">
              <a:rPr lang="en-US" smtClean="0"/>
              <a:t>3/5/2026</a:t>
            </a:fld>
            <a:endParaRPr lang="en-US"/>
          </a:p>
        </p:txBody>
      </p:sp>
      <p:sp>
        <p:nvSpPr>
          <p:cNvPr id="5" name="Footer Placeholder 4">
            <a:extLst>
              <a:ext uri="{FF2B5EF4-FFF2-40B4-BE49-F238E27FC236}">
                <a16:creationId xmlns:a16="http://schemas.microsoft.com/office/drawing/2014/main" id="{61705E26-6D36-4DB2-B698-152ADCF07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72FA7-8E68-4B61-A5CC-F9BAE8E2813A}"/>
              </a:ext>
            </a:extLst>
          </p:cNvPr>
          <p:cNvSpPr>
            <a:spLocks noGrp="1"/>
          </p:cNvSpPr>
          <p:nvPr>
            <p:ph type="sldNum" sz="quarter" idx="12"/>
          </p:nvPr>
        </p:nvSpPr>
        <p:spPr/>
        <p:txBody>
          <a:bodyPr/>
          <a:lstStyle/>
          <a:p>
            <a:fld id="{9B87F2CF-DB5F-4A38-A75C-589DED4BDDBC}" type="slidenum">
              <a:rPr lang="en-US" smtClean="0"/>
              <a:t>‹#›</a:t>
            </a:fld>
            <a:endParaRPr lang="en-US"/>
          </a:p>
        </p:txBody>
      </p:sp>
    </p:spTree>
    <p:extLst>
      <p:ext uri="{BB962C8B-B14F-4D97-AF65-F5344CB8AC3E}">
        <p14:creationId xmlns:p14="http://schemas.microsoft.com/office/powerpoint/2010/main" val="784955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75486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90B18F-2A70-4660-8831-E913AB463F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63E62F-3E1F-418B-B2E3-4FB9D1CECD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9AC9E7-8C0B-46C1-B822-4E46B44325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2FC686-7D5D-4B65-91F2-3D1848869315}" type="datetimeFigureOut">
              <a:rPr lang="en-US" smtClean="0"/>
              <a:t>3/5/2026</a:t>
            </a:fld>
            <a:endParaRPr lang="en-US"/>
          </a:p>
        </p:txBody>
      </p:sp>
      <p:sp>
        <p:nvSpPr>
          <p:cNvPr id="5" name="Footer Placeholder 4">
            <a:extLst>
              <a:ext uri="{FF2B5EF4-FFF2-40B4-BE49-F238E27FC236}">
                <a16:creationId xmlns:a16="http://schemas.microsoft.com/office/drawing/2014/main" id="{7A519D18-27F3-498F-9EDC-83BA34893D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209187-348B-4E84-8CB3-4707F9F9D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87F2CF-DB5F-4A38-A75C-589DED4BDDBC}" type="slidenum">
              <a:rPr lang="en-US" smtClean="0"/>
              <a:t>‹#›</a:t>
            </a:fld>
            <a:endParaRPr lang="en-US"/>
          </a:p>
        </p:txBody>
      </p:sp>
    </p:spTree>
    <p:extLst>
      <p:ext uri="{BB962C8B-B14F-4D97-AF65-F5344CB8AC3E}">
        <p14:creationId xmlns:p14="http://schemas.microsoft.com/office/powerpoint/2010/main" val="6990756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00.png"/><Relationship Id="rId4" Type="http://schemas.openxmlformats.org/officeDocument/2006/relationships/image" Target="../media/image9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22.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35.png"/><Relationship Id="rId11" Type="http://schemas.openxmlformats.org/officeDocument/2006/relationships/image" Target="../media/image39.png"/><Relationship Id="rId5" Type="http://schemas.openxmlformats.org/officeDocument/2006/relationships/image" Target="../media/image34.png"/><Relationship Id="rId10" Type="http://schemas.openxmlformats.org/officeDocument/2006/relationships/image" Target="../media/image38.png"/><Relationship Id="rId4" Type="http://schemas.openxmlformats.org/officeDocument/2006/relationships/image" Target="../media/image33.png"/><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 Id="rId4" Type="http://schemas.openxmlformats.org/officeDocument/2006/relationships/image" Target="../media/image57.jpe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 Id="rId4" Type="http://schemas.openxmlformats.org/officeDocument/2006/relationships/image" Target="../media/image57.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3F2D8-3CE0-4FA8-B8DB-78A75094202B}"/>
              </a:ext>
            </a:extLst>
          </p:cNvPr>
          <p:cNvSpPr>
            <a:spLocks noGrp="1"/>
          </p:cNvSpPr>
          <p:nvPr>
            <p:ph type="ctrTitle"/>
          </p:nvPr>
        </p:nvSpPr>
        <p:spPr/>
        <p:txBody>
          <a:bodyPr>
            <a:normAutofit fontScale="90000"/>
          </a:bodyPr>
          <a:lstStyle/>
          <a:p>
            <a:r>
              <a:rPr lang="en-US">
                <a:solidFill>
                  <a:srgbClr val="1155CC"/>
                </a:solidFill>
              </a:rPr>
              <a:t>INTRODUCTION TO DATA ANALYSIS</a:t>
            </a:r>
            <a:br>
              <a:rPr lang="en-US">
                <a:solidFill>
                  <a:srgbClr val="1155CC"/>
                </a:solidFill>
              </a:rPr>
            </a:br>
            <a:endParaRPr lang="en-US"/>
          </a:p>
        </p:txBody>
      </p:sp>
      <p:sp>
        <p:nvSpPr>
          <p:cNvPr id="3" name="Subtitle 2">
            <a:extLst>
              <a:ext uri="{FF2B5EF4-FFF2-40B4-BE49-F238E27FC236}">
                <a16:creationId xmlns:a16="http://schemas.microsoft.com/office/drawing/2014/main" id="{E1626BB1-20A1-406C-AEFA-6703FB6A2227}"/>
              </a:ext>
            </a:extLst>
          </p:cNvPr>
          <p:cNvSpPr>
            <a:spLocks noGrp="1"/>
          </p:cNvSpPr>
          <p:nvPr>
            <p:ph type="subTitle" idx="1"/>
          </p:nvPr>
        </p:nvSpPr>
        <p:spPr/>
        <p:txBody>
          <a:bodyPr/>
          <a:lstStyle/>
          <a:p>
            <a:pPr lvl="0">
              <a:spcBef>
                <a:spcPts val="0"/>
              </a:spcBef>
            </a:pPr>
            <a:r>
              <a:rPr lang="en-US">
                <a:solidFill>
                  <a:srgbClr val="595959"/>
                </a:solidFill>
              </a:rPr>
              <a:t>Topic 3: Assessing Pairwise Association </a:t>
            </a:r>
            <a:endParaRPr lang="en-US" sz="1600">
              <a:solidFill>
                <a:srgbClr val="595959"/>
              </a:solidFill>
            </a:endParaRPr>
          </a:p>
          <a:p>
            <a:pPr lvl="0">
              <a:spcBef>
                <a:spcPts val="0"/>
              </a:spcBef>
            </a:pPr>
            <a:endParaRPr lang="en-US" sz="1600">
              <a:solidFill>
                <a:srgbClr val="595959"/>
              </a:solidFill>
            </a:endParaRPr>
          </a:p>
          <a:p>
            <a:endParaRPr lang="en-US"/>
          </a:p>
        </p:txBody>
      </p:sp>
      <p:sp>
        <p:nvSpPr>
          <p:cNvPr id="4" name="TextBox 3">
            <a:extLst>
              <a:ext uri="{FF2B5EF4-FFF2-40B4-BE49-F238E27FC236}">
                <a16:creationId xmlns:a16="http://schemas.microsoft.com/office/drawing/2014/main" id="{2EAE7F06-F26C-48A5-BC95-37D9DB9031E9}"/>
              </a:ext>
            </a:extLst>
          </p:cNvPr>
          <p:cNvSpPr txBox="1"/>
          <p:nvPr/>
        </p:nvSpPr>
        <p:spPr>
          <a:xfrm>
            <a:off x="629174" y="6065240"/>
            <a:ext cx="5583773" cy="923330"/>
          </a:xfrm>
          <a:prstGeom prst="rect">
            <a:avLst/>
          </a:prstGeom>
          <a:noFill/>
        </p:spPr>
        <p:txBody>
          <a:bodyPr wrap="none" rtlCol="0">
            <a:spAutoFit/>
          </a:bodyPr>
          <a:lstStyle/>
          <a:p>
            <a:pPr lvl="0"/>
            <a:r>
              <a:rPr lang="en-US" b="1">
                <a:solidFill>
                  <a:srgbClr val="595959"/>
                </a:solidFill>
              </a:rPr>
              <a:t>Sources:</a:t>
            </a:r>
          </a:p>
          <a:p>
            <a:pPr marL="139700" lvl="0">
              <a:buClr>
                <a:srgbClr val="595959"/>
              </a:buClr>
              <a:buSzPts val="1400"/>
            </a:pPr>
            <a:r>
              <a:rPr lang="en-US">
                <a:solidFill>
                  <a:srgbClr val="595959"/>
                </a:solidFill>
              </a:rPr>
              <a:t>Kan et al., Introduction to Data Mining, Chapter 2, 2018.</a:t>
            </a:r>
          </a:p>
          <a:p>
            <a:endParaRPr lang="en-US"/>
          </a:p>
        </p:txBody>
      </p:sp>
    </p:spTree>
    <p:extLst>
      <p:ext uri="{BB962C8B-B14F-4D97-AF65-F5344CB8AC3E}">
        <p14:creationId xmlns:p14="http://schemas.microsoft.com/office/powerpoint/2010/main" val="1731760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What is Association?</a:t>
            </a:r>
            <a:endParaRPr sz="4267">
              <a:solidFill>
                <a:srgbClr val="1155CC"/>
              </a:solidFill>
            </a:endParaRPr>
          </a:p>
          <a:p>
            <a:endParaRPr>
              <a:solidFill>
                <a:srgbClr val="1155CC"/>
              </a:solidFill>
            </a:endParaRPr>
          </a:p>
        </p:txBody>
      </p:sp>
      <p:sp>
        <p:nvSpPr>
          <p:cNvPr id="136" name="Google Shape;136;p26"/>
          <p:cNvSpPr txBox="1"/>
          <p:nvPr/>
        </p:nvSpPr>
        <p:spPr>
          <a:xfrm>
            <a:off x="341467" y="1204100"/>
            <a:ext cx="11706400" cy="4657200"/>
          </a:xfrm>
          <a:prstGeom prst="rect">
            <a:avLst/>
          </a:prstGeom>
          <a:noFill/>
          <a:ln>
            <a:noFill/>
          </a:ln>
        </p:spPr>
        <p:txBody>
          <a:bodyPr spcFirstLastPara="1" wrap="square" lIns="121900" tIns="121900" rIns="121900" bIns="121900" anchor="t" anchorCtr="0">
            <a:noAutofit/>
          </a:bodyPr>
          <a:lstStyle/>
          <a:p>
            <a:pPr marL="609585" indent="-507987">
              <a:lnSpc>
                <a:spcPct val="90000"/>
              </a:lnSpc>
              <a:spcBef>
                <a:spcPts val="933"/>
              </a:spcBef>
              <a:buClr>
                <a:schemeClr val="dk1"/>
              </a:buClr>
              <a:buSzPts val="2400"/>
              <a:buChar char="●"/>
            </a:pPr>
            <a:r>
              <a:rPr lang="en" sz="3200">
                <a:solidFill>
                  <a:schemeClr val="dk1"/>
                </a:solidFill>
              </a:rPr>
              <a:t>Algebraic perspective </a:t>
            </a:r>
            <a:endParaRPr sz="3200">
              <a:solidFill>
                <a:schemeClr val="dk1"/>
              </a:solidFill>
            </a:endParaRPr>
          </a:p>
          <a:p>
            <a:pPr marL="1219170" lvl="1" indent="-507987">
              <a:lnSpc>
                <a:spcPct val="90000"/>
              </a:lnSpc>
              <a:buClr>
                <a:schemeClr val="dk1"/>
              </a:buClr>
              <a:buSzPts val="2400"/>
              <a:buChar char="○"/>
            </a:pPr>
            <a:r>
              <a:rPr lang="en" sz="3200">
                <a:solidFill>
                  <a:schemeClr val="dk1"/>
                </a:solidFill>
              </a:rPr>
              <a:t>Distance or alignment between vectors</a:t>
            </a:r>
            <a:endParaRPr sz="3200">
              <a:solidFill>
                <a:schemeClr val="dk1"/>
              </a:solidFill>
            </a:endParaRPr>
          </a:p>
          <a:p>
            <a:pPr marL="1219170" lvl="1" indent="-507987">
              <a:lnSpc>
                <a:spcPct val="90000"/>
              </a:lnSpc>
              <a:buClr>
                <a:schemeClr val="dk1"/>
              </a:buClr>
              <a:buSzPts val="2400"/>
              <a:buChar char="○"/>
            </a:pPr>
            <a:r>
              <a:rPr lang="en" sz="3200">
                <a:solidFill>
                  <a:schemeClr val="dk1"/>
                </a:solidFill>
              </a:rPr>
              <a:t>Linearity and/or direction of relationship</a:t>
            </a:r>
            <a:endParaRPr sz="3200">
              <a:solidFill>
                <a:schemeClr val="dk1"/>
              </a:solidFill>
            </a:endParaRPr>
          </a:p>
          <a:p>
            <a:pPr>
              <a:lnSpc>
                <a:spcPct val="90000"/>
              </a:lnSpc>
              <a:spcBef>
                <a:spcPts val="933"/>
              </a:spcBef>
            </a:pPr>
            <a:endParaRPr sz="3200">
              <a:solidFill>
                <a:schemeClr val="dk1"/>
              </a:solidFill>
            </a:endParaRPr>
          </a:p>
          <a:p>
            <a:pPr marL="609585" indent="-507987">
              <a:lnSpc>
                <a:spcPct val="90000"/>
              </a:lnSpc>
              <a:spcBef>
                <a:spcPts val="933"/>
              </a:spcBef>
              <a:buClr>
                <a:schemeClr val="dk1"/>
              </a:buClr>
              <a:buSzPts val="2400"/>
              <a:buChar char="●"/>
            </a:pPr>
            <a:r>
              <a:rPr lang="en" sz="3200">
                <a:solidFill>
                  <a:schemeClr val="dk1"/>
                </a:solidFill>
              </a:rPr>
              <a:t>Probabilistic perspective</a:t>
            </a:r>
            <a:endParaRPr sz="3200">
              <a:solidFill>
                <a:schemeClr val="dk1"/>
              </a:solidFill>
            </a:endParaRPr>
          </a:p>
          <a:p>
            <a:pPr marL="1219170" lvl="1" indent="-507987">
              <a:lnSpc>
                <a:spcPct val="90000"/>
              </a:lnSpc>
              <a:buClr>
                <a:schemeClr val="dk1"/>
              </a:buClr>
              <a:buSzPts val="2400"/>
              <a:buChar char="○"/>
            </a:pPr>
            <a:r>
              <a:rPr lang="en" sz="3200">
                <a:solidFill>
                  <a:schemeClr val="dk1"/>
                </a:solidFill>
              </a:rPr>
              <a:t>Statistical dependence (If…then…)</a:t>
            </a:r>
            <a:endParaRPr sz="32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Similarity vs. Dissimilarity</a:t>
            </a:r>
            <a:endParaRPr sz="4267">
              <a:solidFill>
                <a:srgbClr val="1155CC"/>
              </a:solidFill>
            </a:endParaRPr>
          </a:p>
          <a:p>
            <a:endParaRPr>
              <a:solidFill>
                <a:srgbClr val="1155CC"/>
              </a:solidFill>
            </a:endParaRPr>
          </a:p>
        </p:txBody>
      </p:sp>
      <p:sp>
        <p:nvSpPr>
          <p:cNvPr id="142" name="Google Shape;142;p27"/>
          <p:cNvSpPr txBox="1"/>
          <p:nvPr/>
        </p:nvSpPr>
        <p:spPr>
          <a:xfrm>
            <a:off x="341467" y="1045767"/>
            <a:ext cx="11706400" cy="4657200"/>
          </a:xfrm>
          <a:prstGeom prst="rect">
            <a:avLst/>
          </a:prstGeom>
          <a:noFill/>
          <a:ln>
            <a:noFill/>
          </a:ln>
        </p:spPr>
        <p:txBody>
          <a:bodyPr spcFirstLastPara="1" wrap="square" lIns="121900" tIns="121900" rIns="121900" bIns="121900" anchor="t" anchorCtr="0">
            <a:noAutofit/>
          </a:bodyPr>
          <a:lstStyle/>
          <a:p>
            <a:pPr marL="609585" indent="-507987">
              <a:lnSpc>
                <a:spcPct val="115000"/>
              </a:lnSpc>
              <a:spcBef>
                <a:spcPts val="400"/>
              </a:spcBef>
              <a:buClr>
                <a:schemeClr val="dk1"/>
              </a:buClr>
              <a:buSzPts val="2400"/>
              <a:buChar char="●"/>
            </a:pPr>
            <a:r>
              <a:rPr lang="en" sz="3733">
                <a:solidFill>
                  <a:schemeClr val="dk1"/>
                </a:solidFill>
              </a:rPr>
              <a:t>Similarity measure</a:t>
            </a:r>
            <a:endParaRPr sz="3733">
              <a:solidFill>
                <a:schemeClr val="dk1"/>
              </a:solidFill>
            </a:endParaRPr>
          </a:p>
          <a:p>
            <a:pPr marL="1219170" lvl="1" indent="-507987">
              <a:lnSpc>
                <a:spcPct val="115000"/>
              </a:lnSpc>
              <a:buClr>
                <a:schemeClr val="dk1"/>
              </a:buClr>
              <a:buSzPts val="2400"/>
              <a:buChar char="○"/>
            </a:pPr>
            <a:r>
              <a:rPr lang="en" sz="3200">
                <a:solidFill>
                  <a:schemeClr val="dk1"/>
                </a:solidFill>
              </a:rPr>
              <a:t>Numerical measure of how alike two data objects are</a:t>
            </a:r>
            <a:endParaRPr sz="3200">
              <a:solidFill>
                <a:schemeClr val="dk1"/>
              </a:solidFill>
            </a:endParaRPr>
          </a:p>
          <a:p>
            <a:pPr marL="1219170" lvl="1" indent="-507987">
              <a:lnSpc>
                <a:spcPct val="115000"/>
              </a:lnSpc>
              <a:buClr>
                <a:schemeClr val="dk1"/>
              </a:buClr>
              <a:buSzPts val="2400"/>
              <a:buChar char="○"/>
            </a:pPr>
            <a:r>
              <a:rPr lang="en" sz="3200">
                <a:solidFill>
                  <a:schemeClr val="dk1"/>
                </a:solidFill>
              </a:rPr>
              <a:t>Is higher when objects are more alike</a:t>
            </a:r>
            <a:endParaRPr sz="3200">
              <a:solidFill>
                <a:schemeClr val="dk1"/>
              </a:solidFill>
            </a:endParaRPr>
          </a:p>
          <a:p>
            <a:pPr marL="1219170" lvl="1" indent="-507987">
              <a:lnSpc>
                <a:spcPct val="115000"/>
              </a:lnSpc>
              <a:buClr>
                <a:schemeClr val="dk1"/>
              </a:buClr>
              <a:buSzPts val="2400"/>
              <a:buChar char="○"/>
            </a:pPr>
            <a:r>
              <a:rPr lang="en" sz="3200">
                <a:solidFill>
                  <a:schemeClr val="dk1"/>
                </a:solidFill>
              </a:rPr>
              <a:t>Often falls in the range [0,1]</a:t>
            </a:r>
            <a:endParaRPr sz="3200">
              <a:solidFill>
                <a:schemeClr val="dk1"/>
              </a:solidFill>
            </a:endParaRPr>
          </a:p>
          <a:p>
            <a:pPr marL="609585" indent="-507987">
              <a:lnSpc>
                <a:spcPct val="115000"/>
              </a:lnSpc>
              <a:buClr>
                <a:schemeClr val="dk1"/>
              </a:buClr>
              <a:buSzPts val="2400"/>
              <a:buChar char="●"/>
            </a:pPr>
            <a:r>
              <a:rPr lang="en" sz="3733">
                <a:solidFill>
                  <a:schemeClr val="dk1"/>
                </a:solidFill>
              </a:rPr>
              <a:t>Dissimilarity measure</a:t>
            </a:r>
            <a:endParaRPr sz="3733">
              <a:solidFill>
                <a:schemeClr val="dk1"/>
              </a:solidFill>
            </a:endParaRPr>
          </a:p>
          <a:p>
            <a:pPr marL="1219170" lvl="1" indent="-507987">
              <a:lnSpc>
                <a:spcPct val="115000"/>
              </a:lnSpc>
              <a:buClr>
                <a:schemeClr val="dk1"/>
              </a:buClr>
              <a:buSzPts val="2400"/>
              <a:buChar char="○"/>
            </a:pPr>
            <a:r>
              <a:rPr lang="en" sz="3200">
                <a:solidFill>
                  <a:schemeClr val="dk1"/>
                </a:solidFill>
              </a:rPr>
              <a:t>Numerical measure of how different two data objects are</a:t>
            </a:r>
            <a:endParaRPr sz="3200">
              <a:solidFill>
                <a:schemeClr val="dk1"/>
              </a:solidFill>
            </a:endParaRPr>
          </a:p>
          <a:p>
            <a:pPr marL="1219170" lvl="1" indent="-507987">
              <a:lnSpc>
                <a:spcPct val="115000"/>
              </a:lnSpc>
              <a:buClr>
                <a:schemeClr val="dk1"/>
              </a:buClr>
              <a:buSzPts val="2400"/>
              <a:buChar char="○"/>
            </a:pPr>
            <a:r>
              <a:rPr lang="en" sz="3200">
                <a:solidFill>
                  <a:schemeClr val="dk1"/>
                </a:solidFill>
              </a:rPr>
              <a:t>Lower when objects are more alike</a:t>
            </a:r>
            <a:endParaRPr sz="3200">
              <a:solidFill>
                <a:schemeClr val="dk1"/>
              </a:solidFill>
            </a:endParaRPr>
          </a:p>
          <a:p>
            <a:pPr marL="1219170" lvl="1" indent="-507987">
              <a:lnSpc>
                <a:spcPct val="115000"/>
              </a:lnSpc>
              <a:buClr>
                <a:schemeClr val="dk1"/>
              </a:buClr>
              <a:buSzPts val="2400"/>
              <a:buChar char="○"/>
            </a:pPr>
            <a:r>
              <a:rPr lang="en" sz="3200">
                <a:solidFill>
                  <a:schemeClr val="dk1"/>
                </a:solidFill>
              </a:rPr>
              <a:t>Minimum dissimilarity is often 0</a:t>
            </a:r>
            <a:endParaRPr sz="3200">
              <a:solidFill>
                <a:schemeClr val="dk1"/>
              </a:solidFill>
            </a:endParaRPr>
          </a:p>
          <a:p>
            <a:pPr marL="1219170" lvl="1" indent="-507987">
              <a:lnSpc>
                <a:spcPct val="115000"/>
              </a:lnSpc>
              <a:buClr>
                <a:schemeClr val="dk1"/>
              </a:buClr>
              <a:buSzPts val="2400"/>
              <a:buChar char="○"/>
            </a:pPr>
            <a:r>
              <a:rPr lang="en" sz="3200">
                <a:solidFill>
                  <a:schemeClr val="dk1"/>
                </a:solidFill>
              </a:rPr>
              <a:t>Upper limit varies</a:t>
            </a:r>
            <a:r>
              <a:rPr lang="en" sz="2400">
                <a:solidFill>
                  <a:schemeClr val="dk1"/>
                </a:solidFill>
              </a:rPr>
              <a:t>	</a:t>
            </a:r>
            <a:endParaRPr sz="2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8"/>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Similarity and Dissimilarity of Single Attributes</a:t>
            </a:r>
            <a:endParaRPr sz="4267">
              <a:solidFill>
                <a:srgbClr val="1155CC"/>
              </a:solidFill>
            </a:endParaRPr>
          </a:p>
          <a:p>
            <a:endParaRPr>
              <a:solidFill>
                <a:srgbClr val="1155CC"/>
              </a:solidFill>
            </a:endParaRPr>
          </a:p>
        </p:txBody>
      </p:sp>
      <p:pic>
        <p:nvPicPr>
          <p:cNvPr id="148" name="Google Shape;148;p28"/>
          <p:cNvPicPr preferRelativeResize="0"/>
          <p:nvPr/>
        </p:nvPicPr>
        <p:blipFill>
          <a:blip r:embed="rId3">
            <a:alphaModFix/>
          </a:blip>
          <a:stretch>
            <a:fillRect/>
          </a:stretch>
        </p:blipFill>
        <p:spPr>
          <a:xfrm>
            <a:off x="203200" y="1599767"/>
            <a:ext cx="11785600" cy="35356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Assessing the Association between Vectors</a:t>
            </a:r>
            <a:endParaRPr sz="4267">
              <a:solidFill>
                <a:srgbClr val="1155CC"/>
              </a:solidFill>
            </a:endParaRPr>
          </a:p>
          <a:p>
            <a:endParaRPr>
              <a:solidFill>
                <a:srgbClr val="1155CC"/>
              </a:solidFill>
            </a:endParaRPr>
          </a:p>
        </p:txBody>
      </p:sp>
      <p:sp>
        <p:nvSpPr>
          <p:cNvPr id="155" name="Google Shape;155;p29"/>
          <p:cNvSpPr/>
          <p:nvPr/>
        </p:nvSpPr>
        <p:spPr>
          <a:xfrm>
            <a:off x="1610967" y="1604867"/>
            <a:ext cx="5067200" cy="3094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a:t>Data Matrix</a:t>
            </a:r>
            <a:endParaRPr sz="3200"/>
          </a:p>
        </p:txBody>
      </p:sp>
      <p:sp>
        <p:nvSpPr>
          <p:cNvPr id="156" name="Google Shape;156;p29"/>
          <p:cNvSpPr txBox="1"/>
          <p:nvPr/>
        </p:nvSpPr>
        <p:spPr>
          <a:xfrm>
            <a:off x="2232199" y="989233"/>
            <a:ext cx="4130099" cy="523600"/>
          </a:xfrm>
          <a:prstGeom prst="rect">
            <a:avLst/>
          </a:prstGeom>
          <a:noFill/>
          <a:ln>
            <a:noFill/>
          </a:ln>
        </p:spPr>
        <p:txBody>
          <a:bodyPr spcFirstLastPara="1" wrap="square" lIns="121900" tIns="121900" rIns="121900" bIns="121900" anchor="t" anchorCtr="0">
            <a:noAutofit/>
          </a:bodyPr>
          <a:lstStyle/>
          <a:p>
            <a:r>
              <a:rPr lang="en" sz="2400"/>
              <a:t>Attributes/Features/Variables</a:t>
            </a:r>
            <a:endParaRPr sz="2400"/>
          </a:p>
        </p:txBody>
      </p:sp>
      <p:sp>
        <p:nvSpPr>
          <p:cNvPr id="157" name="Google Shape;157;p29"/>
          <p:cNvSpPr txBox="1"/>
          <p:nvPr/>
        </p:nvSpPr>
        <p:spPr>
          <a:xfrm rot="-5400000">
            <a:off x="-741817" y="2613550"/>
            <a:ext cx="3772234" cy="523600"/>
          </a:xfrm>
          <a:prstGeom prst="rect">
            <a:avLst/>
          </a:prstGeom>
          <a:noFill/>
          <a:ln>
            <a:noFill/>
          </a:ln>
        </p:spPr>
        <p:txBody>
          <a:bodyPr spcFirstLastPara="1" wrap="square" lIns="121900" tIns="121900" rIns="121900" bIns="121900" anchor="t" anchorCtr="0">
            <a:noAutofit/>
          </a:bodyPr>
          <a:lstStyle/>
          <a:p>
            <a:r>
              <a:rPr lang="en" sz="2400"/>
              <a:t>Items/Samples/Observations</a:t>
            </a:r>
            <a:endParaRPr sz="2400"/>
          </a:p>
        </p:txBody>
      </p:sp>
      <p:sp>
        <p:nvSpPr>
          <p:cNvPr id="158" name="Google Shape;158;p29"/>
          <p:cNvSpPr txBox="1"/>
          <p:nvPr/>
        </p:nvSpPr>
        <p:spPr>
          <a:xfrm>
            <a:off x="341467" y="4698867"/>
            <a:ext cx="11706400" cy="1747200"/>
          </a:xfrm>
          <a:prstGeom prst="rect">
            <a:avLst/>
          </a:prstGeom>
          <a:noFill/>
          <a:ln>
            <a:noFill/>
          </a:ln>
        </p:spPr>
        <p:txBody>
          <a:bodyPr spcFirstLastPara="1" wrap="square" lIns="121900" tIns="121900" rIns="121900" bIns="121900" anchor="t" anchorCtr="0">
            <a:noAutofit/>
          </a:bodyPr>
          <a:lstStyle/>
          <a:p>
            <a:pPr marL="609585" indent="-507987">
              <a:lnSpc>
                <a:spcPct val="115000"/>
              </a:lnSpc>
              <a:spcBef>
                <a:spcPts val="400"/>
              </a:spcBef>
              <a:buClr>
                <a:schemeClr val="dk1"/>
              </a:buClr>
              <a:buSzPts val="2400"/>
              <a:buFont typeface="Arial"/>
              <a:buChar char="●"/>
            </a:pPr>
            <a:r>
              <a:rPr lang="en" sz="3200">
                <a:solidFill>
                  <a:schemeClr val="dk1"/>
                </a:solidFill>
              </a:rPr>
              <a:t>How are two variables associated?</a:t>
            </a:r>
            <a:endParaRPr sz="3200">
              <a:solidFill>
                <a:schemeClr val="dk1"/>
              </a:solidFill>
            </a:endParaRPr>
          </a:p>
          <a:p>
            <a:pPr marL="1219170" lvl="1" indent="-457189">
              <a:lnSpc>
                <a:spcPct val="115000"/>
              </a:lnSpc>
              <a:buClr>
                <a:schemeClr val="dk1"/>
              </a:buClr>
              <a:buSzPts val="1800"/>
              <a:buFont typeface="Arial"/>
              <a:buChar char="○"/>
            </a:pPr>
            <a:r>
              <a:rPr lang="en" sz="2400">
                <a:solidFill>
                  <a:schemeClr val="dk1"/>
                </a:solidFill>
              </a:rPr>
              <a:t>Association between pairs of columns</a:t>
            </a:r>
            <a:endParaRPr sz="2400">
              <a:solidFill>
                <a:schemeClr val="dk1"/>
              </a:solidFill>
            </a:endParaRPr>
          </a:p>
          <a:p>
            <a:pPr marL="609585" indent="-507987">
              <a:lnSpc>
                <a:spcPct val="115000"/>
              </a:lnSpc>
              <a:buClr>
                <a:schemeClr val="dk1"/>
              </a:buClr>
              <a:buSzPts val="2400"/>
              <a:buFont typeface="Arial"/>
              <a:buChar char="●"/>
            </a:pPr>
            <a:r>
              <a:rPr lang="en" sz="3200">
                <a:solidFill>
                  <a:schemeClr val="dk1"/>
                </a:solidFill>
              </a:rPr>
              <a:t>How similar are two items?	</a:t>
            </a:r>
            <a:endParaRPr sz="3200">
              <a:solidFill>
                <a:schemeClr val="dk1"/>
              </a:solidFill>
            </a:endParaRPr>
          </a:p>
          <a:p>
            <a:pPr marL="1219170" lvl="1" indent="-457189">
              <a:lnSpc>
                <a:spcPct val="115000"/>
              </a:lnSpc>
              <a:buClr>
                <a:schemeClr val="dk1"/>
              </a:buClr>
              <a:buSzPts val="1800"/>
              <a:buChar char="○"/>
            </a:pPr>
            <a:r>
              <a:rPr lang="en" sz="2400">
                <a:solidFill>
                  <a:schemeClr val="dk1"/>
                </a:solidFill>
              </a:rPr>
              <a:t>Association between pairs of rows</a:t>
            </a:r>
            <a:endParaRPr sz="2400">
              <a:solidFill>
                <a:schemeClr val="dk1"/>
              </a:solidFill>
            </a:endParaRPr>
          </a:p>
        </p:txBody>
      </p:sp>
      <p:sp>
        <p:nvSpPr>
          <p:cNvPr id="159" name="Google Shape;159;p29"/>
          <p:cNvSpPr/>
          <p:nvPr/>
        </p:nvSpPr>
        <p:spPr>
          <a:xfrm>
            <a:off x="8420233" y="1272433"/>
            <a:ext cx="3627600" cy="3051200"/>
          </a:xfrm>
          <a:prstGeom prst="wedgeRoundRectCallout">
            <a:avLst>
              <a:gd name="adj1" fmla="val -105416"/>
              <a:gd name="adj2" fmla="val 11100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rgbClr val="980000"/>
                </a:solidFill>
              </a:rPr>
              <a:t>Many data mining and machine learning algorithms work directly on pairwise distance/similarity measures</a:t>
            </a:r>
            <a:endParaRPr sz="2400">
              <a:solidFill>
                <a:srgbClr val="98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Outline</a:t>
            </a:r>
            <a:endParaRPr sz="4267">
              <a:solidFill>
                <a:srgbClr val="1155CC"/>
              </a:solidFill>
            </a:endParaRPr>
          </a:p>
          <a:p>
            <a:endParaRPr>
              <a:solidFill>
                <a:srgbClr val="1155CC"/>
              </a:solidFill>
            </a:endParaRPr>
          </a:p>
        </p:txBody>
      </p:sp>
      <p:sp>
        <p:nvSpPr>
          <p:cNvPr id="165" name="Google Shape;165;p30"/>
          <p:cNvSpPr txBox="1"/>
          <p:nvPr/>
        </p:nvSpPr>
        <p:spPr>
          <a:xfrm>
            <a:off x="341467" y="1204100"/>
            <a:ext cx="11706400" cy="4657200"/>
          </a:xfrm>
          <a:prstGeom prst="rect">
            <a:avLst/>
          </a:prstGeom>
          <a:noFill/>
          <a:ln>
            <a:noFill/>
          </a:ln>
        </p:spPr>
        <p:txBody>
          <a:bodyPr spcFirstLastPara="1" wrap="square" lIns="121900" tIns="121900" rIns="121900" bIns="121900" anchor="t" anchorCtr="0">
            <a:noAutofit/>
          </a:bodyPr>
          <a:lstStyle/>
          <a:p>
            <a:pPr marL="609585" indent="-507987">
              <a:lnSpc>
                <a:spcPct val="90000"/>
              </a:lnSpc>
              <a:spcBef>
                <a:spcPts val="933"/>
              </a:spcBef>
              <a:buClr>
                <a:schemeClr val="dk1"/>
              </a:buClr>
              <a:buSzPts val="2400"/>
              <a:buFont typeface="Arial"/>
              <a:buChar char="●"/>
            </a:pPr>
            <a:r>
              <a:rPr lang="en" sz="3200">
                <a:solidFill>
                  <a:schemeClr val="dk1"/>
                </a:solidFill>
              </a:rPr>
              <a:t>Continuous variables</a:t>
            </a:r>
            <a:endParaRPr sz="3200">
              <a:solidFill>
                <a:schemeClr val="dk1"/>
              </a:solidFill>
            </a:endParaRPr>
          </a:p>
          <a:p>
            <a:pPr marL="1219170" lvl="1" indent="-457189">
              <a:lnSpc>
                <a:spcPct val="90000"/>
              </a:lnSpc>
              <a:buClr>
                <a:schemeClr val="dk1"/>
              </a:buClr>
              <a:buSzPts val="1800"/>
              <a:buChar char="○"/>
            </a:pPr>
            <a:r>
              <a:rPr lang="en" sz="2400">
                <a:solidFill>
                  <a:schemeClr val="dk1"/>
                </a:solidFill>
              </a:rPr>
              <a:t>Distance measures, co-variance, cosine similarity, correlation</a:t>
            </a:r>
            <a:endParaRPr sz="2400">
              <a:solidFill>
                <a:schemeClr val="dk1"/>
              </a:solidFill>
            </a:endParaRPr>
          </a:p>
          <a:p>
            <a:pPr marL="1219170">
              <a:lnSpc>
                <a:spcPct val="90000"/>
              </a:lnSpc>
              <a:spcBef>
                <a:spcPts val="933"/>
              </a:spcBef>
            </a:pPr>
            <a:endParaRPr sz="2400">
              <a:solidFill>
                <a:schemeClr val="dk1"/>
              </a:solidFill>
            </a:endParaRPr>
          </a:p>
          <a:p>
            <a:pPr marL="609585" indent="-507987">
              <a:lnSpc>
                <a:spcPct val="90000"/>
              </a:lnSpc>
              <a:spcBef>
                <a:spcPts val="933"/>
              </a:spcBef>
              <a:buClr>
                <a:schemeClr val="dk1"/>
              </a:buClr>
              <a:buSzPts val="2400"/>
              <a:buChar char="●"/>
            </a:pPr>
            <a:r>
              <a:rPr lang="en" sz="3200">
                <a:solidFill>
                  <a:schemeClr val="dk1"/>
                </a:solidFill>
              </a:rPr>
              <a:t>Categorical/discrete variables</a:t>
            </a:r>
            <a:endParaRPr sz="3200">
              <a:solidFill>
                <a:schemeClr val="dk1"/>
              </a:solidFill>
            </a:endParaRPr>
          </a:p>
          <a:p>
            <a:pPr marL="1219170" lvl="1" indent="-457189">
              <a:lnSpc>
                <a:spcPct val="90000"/>
              </a:lnSpc>
              <a:buClr>
                <a:schemeClr val="dk1"/>
              </a:buClr>
              <a:buSzPts val="1800"/>
              <a:buChar char="○"/>
            </a:pPr>
            <a:r>
              <a:rPr lang="en" sz="2400">
                <a:solidFill>
                  <a:schemeClr val="dk1"/>
                </a:solidFill>
              </a:rPr>
              <a:t>contingency analysis, Chi-Square test, Hyper-geometric test, Jaccard index</a:t>
            </a:r>
            <a:endParaRPr sz="2400">
              <a:solidFill>
                <a:schemeClr val="dk1"/>
              </a:solidFill>
            </a:endParaRPr>
          </a:p>
          <a:p>
            <a:pPr marL="1219170">
              <a:lnSpc>
                <a:spcPct val="90000"/>
              </a:lnSpc>
              <a:spcBef>
                <a:spcPts val="933"/>
              </a:spcBef>
            </a:pPr>
            <a:endParaRPr sz="2400">
              <a:solidFill>
                <a:schemeClr val="dk1"/>
              </a:solidFill>
            </a:endParaRPr>
          </a:p>
          <a:p>
            <a:pPr marL="609585" indent="-507987">
              <a:lnSpc>
                <a:spcPct val="90000"/>
              </a:lnSpc>
              <a:spcBef>
                <a:spcPts val="933"/>
              </a:spcBef>
              <a:buClr>
                <a:schemeClr val="dk1"/>
              </a:buClr>
              <a:buSzPts val="2400"/>
              <a:buChar char="●"/>
            </a:pPr>
            <a:r>
              <a:rPr lang="en" sz="3200">
                <a:solidFill>
                  <a:schemeClr val="dk1"/>
                </a:solidFill>
              </a:rPr>
              <a:t>Information theoretic measures</a:t>
            </a:r>
            <a:endParaRPr sz="3200">
              <a:solidFill>
                <a:schemeClr val="dk1"/>
              </a:solidFill>
            </a:endParaRPr>
          </a:p>
          <a:p>
            <a:pPr marL="1219170" lvl="1" indent="-457189">
              <a:lnSpc>
                <a:spcPct val="90000"/>
              </a:lnSpc>
              <a:buClr>
                <a:schemeClr val="dk1"/>
              </a:buClr>
              <a:buSzPts val="1800"/>
              <a:buChar char="○"/>
            </a:pPr>
            <a:r>
              <a:rPr lang="en" sz="2400">
                <a:solidFill>
                  <a:schemeClr val="dk1"/>
                </a:solidFill>
              </a:rPr>
              <a:t>Mutual Information =&gt; Discrete variables</a:t>
            </a:r>
            <a:endParaRPr sz="2400">
              <a:solidFill>
                <a:schemeClr val="dk1"/>
              </a:solidFill>
            </a:endParaRPr>
          </a:p>
          <a:p>
            <a:pPr marL="1219170" lvl="1" indent="-457189">
              <a:lnSpc>
                <a:spcPct val="90000"/>
              </a:lnSpc>
              <a:buClr>
                <a:schemeClr val="dk1"/>
              </a:buClr>
              <a:buSzPts val="1800"/>
              <a:buChar char="○"/>
            </a:pPr>
            <a:r>
              <a:rPr lang="en" sz="2400">
                <a:solidFill>
                  <a:schemeClr val="dk1"/>
                </a:solidFill>
              </a:rPr>
              <a:t>Discretization for computation of mutual information</a:t>
            </a:r>
            <a:endParaRPr sz="2400">
              <a:solidFill>
                <a:schemeClr val="dk1"/>
              </a:solidFill>
            </a:endParaRPr>
          </a:p>
          <a:p>
            <a:pPr marL="1219170" lvl="1" indent="-457189">
              <a:lnSpc>
                <a:spcPct val="90000"/>
              </a:lnSpc>
              <a:buClr>
                <a:schemeClr val="dk1"/>
              </a:buClr>
              <a:buSzPts val="1800"/>
              <a:buChar char="○"/>
            </a:pPr>
            <a:r>
              <a:rPr lang="en" sz="2400">
                <a:solidFill>
                  <a:schemeClr val="dk1"/>
                </a:solidFill>
              </a:rPr>
              <a:t>Maximal Information Coefficient</a:t>
            </a:r>
            <a:endParaRPr sz="24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1"/>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Euclidian Distance</a:t>
            </a:r>
            <a:endParaRPr sz="4267">
              <a:solidFill>
                <a:srgbClr val="1155CC"/>
              </a:solidFill>
            </a:endParaRPr>
          </a:p>
          <a:p>
            <a:endParaRPr>
              <a:solidFill>
                <a:srgbClr val="1155CC"/>
              </a:solidFill>
            </a:endParaRPr>
          </a:p>
        </p:txBody>
      </p:sp>
      <p:pic>
        <p:nvPicPr>
          <p:cNvPr id="171" name="Google Shape;171;p31"/>
          <p:cNvPicPr preferRelativeResize="0"/>
          <p:nvPr/>
        </p:nvPicPr>
        <p:blipFill>
          <a:blip r:embed="rId3">
            <a:alphaModFix/>
          </a:blip>
          <a:stretch>
            <a:fillRect/>
          </a:stretch>
        </p:blipFill>
        <p:spPr>
          <a:xfrm>
            <a:off x="203200" y="1100368"/>
            <a:ext cx="8848925" cy="5554433"/>
          </a:xfrm>
          <a:prstGeom prst="rect">
            <a:avLst/>
          </a:prstGeom>
          <a:noFill/>
          <a:ln>
            <a:noFill/>
          </a:ln>
        </p:spPr>
      </p:pic>
      <p:pic>
        <p:nvPicPr>
          <p:cNvPr id="172" name="Google Shape;172;p31"/>
          <p:cNvPicPr preferRelativeResize="0"/>
          <p:nvPr/>
        </p:nvPicPr>
        <p:blipFill rotWithShape="1">
          <a:blip r:embed="rId4">
            <a:alphaModFix/>
          </a:blip>
          <a:srcRect b="7063"/>
          <a:stretch/>
        </p:blipFill>
        <p:spPr>
          <a:xfrm>
            <a:off x="7195067" y="198868"/>
            <a:ext cx="4883500" cy="30258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1397-1AA7-4658-83AD-AF4EDBEE83CF}"/>
              </a:ext>
            </a:extLst>
          </p:cNvPr>
          <p:cNvSpPr>
            <a:spLocks noGrp="1"/>
          </p:cNvSpPr>
          <p:nvPr>
            <p:ph type="title"/>
          </p:nvPr>
        </p:nvSpPr>
        <p:spPr>
          <a:xfrm>
            <a:off x="129850" y="263695"/>
            <a:ext cx="11360800" cy="763600"/>
          </a:xfrm>
        </p:spPr>
        <p:txBody>
          <a:bodyPr/>
          <a:lstStyle/>
          <a:p>
            <a:r>
              <a:rPr lang="en-US" dirty="0">
                <a:solidFill>
                  <a:srgbClr val="0070C0"/>
                </a:solidFill>
              </a:rPr>
              <a:t>Scaling is important</a:t>
            </a:r>
          </a:p>
        </p:txBody>
      </p:sp>
      <p:sp>
        <p:nvSpPr>
          <p:cNvPr id="3" name="Text Placeholder 2">
            <a:extLst>
              <a:ext uri="{FF2B5EF4-FFF2-40B4-BE49-F238E27FC236}">
                <a16:creationId xmlns:a16="http://schemas.microsoft.com/office/drawing/2014/main" id="{1EDA8233-287A-414E-A2B0-346116273AE5}"/>
              </a:ext>
            </a:extLst>
          </p:cNvPr>
          <p:cNvSpPr>
            <a:spLocks noGrp="1"/>
          </p:cNvSpPr>
          <p:nvPr>
            <p:ph type="body" idx="1"/>
          </p:nvPr>
        </p:nvSpPr>
        <p:spPr/>
        <p:txBody>
          <a:bodyPr/>
          <a:lstStyle/>
          <a:p>
            <a:r>
              <a:rPr lang="en-US" dirty="0"/>
              <a:t>Standardization is important </a:t>
            </a:r>
          </a:p>
        </p:txBody>
      </p:sp>
      <p:pic>
        <p:nvPicPr>
          <p:cNvPr id="4" name="Picture 3">
            <a:extLst>
              <a:ext uri="{FF2B5EF4-FFF2-40B4-BE49-F238E27FC236}">
                <a16:creationId xmlns:a16="http://schemas.microsoft.com/office/drawing/2014/main" id="{2C56EE7A-EB9B-4E10-B640-42F4ADA1EE79}"/>
              </a:ext>
            </a:extLst>
          </p:cNvPr>
          <p:cNvPicPr>
            <a:picLocks noChangeAspect="1"/>
          </p:cNvPicPr>
          <p:nvPr/>
        </p:nvPicPr>
        <p:blipFill>
          <a:blip r:embed="rId2"/>
          <a:stretch>
            <a:fillRect/>
          </a:stretch>
        </p:blipFill>
        <p:spPr>
          <a:xfrm>
            <a:off x="9473911" y="941321"/>
            <a:ext cx="2219325" cy="619125"/>
          </a:xfrm>
          <a:prstGeom prst="rect">
            <a:avLst/>
          </a:prstGeom>
        </p:spPr>
      </p:pic>
      <p:pic>
        <p:nvPicPr>
          <p:cNvPr id="5" name="Picture 4">
            <a:extLst>
              <a:ext uri="{FF2B5EF4-FFF2-40B4-BE49-F238E27FC236}">
                <a16:creationId xmlns:a16="http://schemas.microsoft.com/office/drawing/2014/main" id="{DBB48F26-C860-4A39-828E-B1C7D21C3F81}"/>
              </a:ext>
            </a:extLst>
          </p:cNvPr>
          <p:cNvPicPr>
            <a:picLocks noChangeAspect="1"/>
          </p:cNvPicPr>
          <p:nvPr/>
        </p:nvPicPr>
        <p:blipFill>
          <a:blip r:embed="rId3"/>
          <a:stretch>
            <a:fillRect/>
          </a:stretch>
        </p:blipFill>
        <p:spPr>
          <a:xfrm>
            <a:off x="9311986" y="1880084"/>
            <a:ext cx="2381250" cy="1704975"/>
          </a:xfrm>
          <a:prstGeom prst="rect">
            <a:avLst/>
          </a:prstGeom>
        </p:spPr>
      </p:pic>
      <p:pic>
        <p:nvPicPr>
          <p:cNvPr id="6" name="Picture 5">
            <a:extLst>
              <a:ext uri="{FF2B5EF4-FFF2-40B4-BE49-F238E27FC236}">
                <a16:creationId xmlns:a16="http://schemas.microsoft.com/office/drawing/2014/main" id="{3F957DB4-659F-43BB-A67D-06C9D387D53A}"/>
              </a:ext>
            </a:extLst>
          </p:cNvPr>
          <p:cNvPicPr>
            <a:picLocks noChangeAspect="1"/>
          </p:cNvPicPr>
          <p:nvPr/>
        </p:nvPicPr>
        <p:blipFill>
          <a:blip r:embed="rId4"/>
          <a:stretch>
            <a:fillRect/>
          </a:stretch>
        </p:blipFill>
        <p:spPr>
          <a:xfrm>
            <a:off x="6890153" y="965133"/>
            <a:ext cx="2247900" cy="571500"/>
          </a:xfrm>
          <a:prstGeom prst="rect">
            <a:avLst/>
          </a:prstGeom>
        </p:spPr>
      </p:pic>
      <p:pic>
        <p:nvPicPr>
          <p:cNvPr id="7" name="Picture 6">
            <a:extLst>
              <a:ext uri="{FF2B5EF4-FFF2-40B4-BE49-F238E27FC236}">
                <a16:creationId xmlns:a16="http://schemas.microsoft.com/office/drawing/2014/main" id="{92654A67-A028-4998-833C-BF3C52250030}"/>
              </a:ext>
            </a:extLst>
          </p:cNvPr>
          <p:cNvPicPr>
            <a:picLocks noChangeAspect="1"/>
          </p:cNvPicPr>
          <p:nvPr/>
        </p:nvPicPr>
        <p:blipFill>
          <a:blip r:embed="rId5"/>
          <a:stretch>
            <a:fillRect/>
          </a:stretch>
        </p:blipFill>
        <p:spPr>
          <a:xfrm>
            <a:off x="7027674" y="1880084"/>
            <a:ext cx="1905000" cy="1590675"/>
          </a:xfrm>
          <a:prstGeom prst="rect">
            <a:avLst/>
          </a:prstGeom>
        </p:spPr>
      </p:pic>
      <p:sp>
        <p:nvSpPr>
          <p:cNvPr id="8" name="TextBox 7">
            <a:extLst>
              <a:ext uri="{FF2B5EF4-FFF2-40B4-BE49-F238E27FC236}">
                <a16:creationId xmlns:a16="http://schemas.microsoft.com/office/drawing/2014/main" id="{54A0A3C0-69E6-4054-ACCA-56F0EFF27FE1}"/>
              </a:ext>
            </a:extLst>
          </p:cNvPr>
          <p:cNvSpPr txBox="1"/>
          <p:nvPr/>
        </p:nvSpPr>
        <p:spPr>
          <a:xfrm>
            <a:off x="268002" y="3690151"/>
            <a:ext cx="9746964" cy="1631216"/>
          </a:xfrm>
          <a:prstGeom prst="rect">
            <a:avLst/>
          </a:prstGeom>
          <a:noFill/>
        </p:spPr>
        <p:txBody>
          <a:bodyPr wrap="none" rtlCol="0">
            <a:spAutoFit/>
          </a:bodyPr>
          <a:lstStyle/>
          <a:p>
            <a:pPr algn="l">
              <a:buFont typeface="Arial" panose="020B0604020202020204" pitchFamily="34" charset="0"/>
              <a:buChar char="•"/>
            </a:pPr>
            <a:r>
              <a:rPr lang="en-US" sz="2800" dirty="0">
                <a:latin typeface="Söhne"/>
              </a:rPr>
              <a:t>The feature with higher values may dominate the whole distance</a:t>
            </a:r>
          </a:p>
          <a:p>
            <a:pPr algn="l">
              <a:buFont typeface="Arial" panose="020B0604020202020204" pitchFamily="34" charset="0"/>
              <a:buChar char="•"/>
            </a:pPr>
            <a:endParaRPr lang="en-US" b="0" i="0" dirty="0">
              <a:effectLst/>
              <a:latin typeface="Söhne"/>
            </a:endParaRPr>
          </a:p>
          <a:p>
            <a:pPr algn="l"/>
            <a:r>
              <a:rPr lang="en-US" b="0" i="0" dirty="0">
                <a:effectLst/>
                <a:latin typeface="Söhne"/>
              </a:rPr>
              <a:t>Person A: Age = 25 years, Income = $25,000</a:t>
            </a:r>
          </a:p>
          <a:p>
            <a:pPr algn="l"/>
            <a:r>
              <a:rPr lang="en-US" b="0" i="0" dirty="0">
                <a:effectLst/>
                <a:latin typeface="Söhne"/>
              </a:rPr>
              <a:t>Person B: Age = 35 years, Income = $30,000</a:t>
            </a:r>
          </a:p>
          <a:p>
            <a:endParaRPr lang="en-US" dirty="0"/>
          </a:p>
        </p:txBody>
      </p:sp>
      <p:pic>
        <p:nvPicPr>
          <p:cNvPr id="10" name="Picture 9">
            <a:extLst>
              <a:ext uri="{FF2B5EF4-FFF2-40B4-BE49-F238E27FC236}">
                <a16:creationId xmlns:a16="http://schemas.microsoft.com/office/drawing/2014/main" id="{2FFD66F8-2278-453C-8646-B00D7413CE0E}"/>
              </a:ext>
            </a:extLst>
          </p:cNvPr>
          <p:cNvPicPr>
            <a:picLocks noChangeAspect="1"/>
          </p:cNvPicPr>
          <p:nvPr/>
        </p:nvPicPr>
        <p:blipFill>
          <a:blip r:embed="rId6"/>
          <a:stretch>
            <a:fillRect/>
          </a:stretch>
        </p:blipFill>
        <p:spPr>
          <a:xfrm>
            <a:off x="5302526" y="4288179"/>
            <a:ext cx="6306430" cy="485843"/>
          </a:xfrm>
          <a:prstGeom prst="rect">
            <a:avLst/>
          </a:prstGeom>
        </p:spPr>
      </p:pic>
      <p:sp>
        <p:nvSpPr>
          <p:cNvPr id="12" name="TextBox 11">
            <a:extLst>
              <a:ext uri="{FF2B5EF4-FFF2-40B4-BE49-F238E27FC236}">
                <a16:creationId xmlns:a16="http://schemas.microsoft.com/office/drawing/2014/main" id="{ECFED77F-7B8F-40E9-A7FE-1465D6EE5769}"/>
              </a:ext>
            </a:extLst>
          </p:cNvPr>
          <p:cNvSpPr txBox="1"/>
          <p:nvPr/>
        </p:nvSpPr>
        <p:spPr>
          <a:xfrm>
            <a:off x="5950262" y="4960194"/>
            <a:ext cx="6154992" cy="646331"/>
          </a:xfrm>
          <a:prstGeom prst="rect">
            <a:avLst/>
          </a:prstGeom>
          <a:noFill/>
        </p:spPr>
        <p:txBody>
          <a:bodyPr wrap="square">
            <a:spAutoFit/>
          </a:bodyPr>
          <a:lstStyle/>
          <a:p>
            <a:r>
              <a:rPr lang="en-US" b="0" i="0" dirty="0">
                <a:effectLst/>
                <a:latin typeface="Söhne"/>
              </a:rPr>
              <a:t>the difference in Age contributes almost nothing to the overall distance due to the overwhelming scale of the Income feature.</a:t>
            </a:r>
            <a:endParaRPr lang="en-US" dirty="0"/>
          </a:p>
        </p:txBody>
      </p:sp>
      <p:pic>
        <p:nvPicPr>
          <p:cNvPr id="14" name="Picture 13">
            <a:extLst>
              <a:ext uri="{FF2B5EF4-FFF2-40B4-BE49-F238E27FC236}">
                <a16:creationId xmlns:a16="http://schemas.microsoft.com/office/drawing/2014/main" id="{9037FDCD-213F-454F-BDBA-D7DB87415BF2}"/>
              </a:ext>
            </a:extLst>
          </p:cNvPr>
          <p:cNvPicPr>
            <a:picLocks noChangeAspect="1"/>
          </p:cNvPicPr>
          <p:nvPr/>
        </p:nvPicPr>
        <p:blipFill>
          <a:blip r:embed="rId7"/>
          <a:stretch>
            <a:fillRect/>
          </a:stretch>
        </p:blipFill>
        <p:spPr>
          <a:xfrm>
            <a:off x="181621" y="4505759"/>
            <a:ext cx="5354884" cy="2079155"/>
          </a:xfrm>
          <a:prstGeom prst="rect">
            <a:avLst/>
          </a:prstGeom>
        </p:spPr>
      </p:pic>
      <p:sp>
        <p:nvSpPr>
          <p:cNvPr id="16" name="TextBox 15">
            <a:extLst>
              <a:ext uri="{FF2B5EF4-FFF2-40B4-BE49-F238E27FC236}">
                <a16:creationId xmlns:a16="http://schemas.microsoft.com/office/drawing/2014/main" id="{80D1156E-5BD0-4FF2-85DA-B4A4D6DEF1FB}"/>
              </a:ext>
            </a:extLst>
          </p:cNvPr>
          <p:cNvSpPr txBox="1"/>
          <p:nvPr/>
        </p:nvSpPr>
        <p:spPr>
          <a:xfrm>
            <a:off x="5855387" y="5731079"/>
            <a:ext cx="6154992" cy="923330"/>
          </a:xfrm>
          <a:prstGeom prst="rect">
            <a:avLst/>
          </a:prstGeom>
          <a:noFill/>
        </p:spPr>
        <p:txBody>
          <a:bodyPr wrap="square">
            <a:spAutoFit/>
          </a:bodyPr>
          <a:lstStyle/>
          <a:p>
            <a:r>
              <a:rPr lang="en-US" b="0" i="0" dirty="0">
                <a:effectLst/>
                <a:latin typeface="Söhne"/>
              </a:rPr>
              <a:t>In this scaled version, both Age and Income contribute more equally to the overall distance, giving a more balanced and meaningful measure of similarity between individuals.</a:t>
            </a:r>
            <a:endParaRPr lang="en-US" dirty="0"/>
          </a:p>
        </p:txBody>
      </p:sp>
    </p:spTree>
    <p:extLst>
      <p:ext uri="{BB962C8B-B14F-4D97-AF65-F5344CB8AC3E}">
        <p14:creationId xmlns:p14="http://schemas.microsoft.com/office/powerpoint/2010/main" val="219645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2"/>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Distance Matrix</a:t>
            </a:r>
            <a:endParaRPr sz="4267">
              <a:solidFill>
                <a:srgbClr val="1155CC"/>
              </a:solidFill>
            </a:endParaRPr>
          </a:p>
          <a:p>
            <a:endParaRPr>
              <a:solidFill>
                <a:srgbClr val="1155CC"/>
              </a:solidFill>
            </a:endParaRPr>
          </a:p>
        </p:txBody>
      </p:sp>
      <p:pic>
        <p:nvPicPr>
          <p:cNvPr id="178" name="Google Shape;178;p32"/>
          <p:cNvPicPr preferRelativeResize="0"/>
          <p:nvPr/>
        </p:nvPicPr>
        <p:blipFill>
          <a:blip r:embed="rId3">
            <a:alphaModFix/>
          </a:blip>
          <a:stretch>
            <a:fillRect/>
          </a:stretch>
        </p:blipFill>
        <p:spPr>
          <a:xfrm>
            <a:off x="203201" y="1100368"/>
            <a:ext cx="9962713" cy="5554433"/>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366902F-8F2E-4DC3-8EF4-97BF66285CF2}"/>
                  </a:ext>
                </a:extLst>
              </p:cNvPr>
              <p:cNvSpPr txBox="1"/>
              <p:nvPr/>
            </p:nvSpPr>
            <p:spPr>
              <a:xfrm>
                <a:off x="5293563" y="3877584"/>
                <a:ext cx="2933752" cy="7308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dirty="0" smtClean="0">
                              <a:latin typeface="Cambria Math" panose="02040503050406030204" pitchFamily="18" charset="0"/>
                            </a:rPr>
                          </m:ctrlPr>
                        </m:radPr>
                        <m:deg/>
                        <m:e>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0−2</m:t>
                                  </m:r>
                                </m:e>
                              </m:d>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2−0</m:t>
                                  </m:r>
                                </m:e>
                              </m:d>
                            </m:e>
                            <m:sup>
                              <m:r>
                                <a:rPr lang="en-US" b="0" i="1" dirty="0" smtClean="0">
                                  <a:latin typeface="Cambria Math" panose="02040503050406030204" pitchFamily="18" charset="0"/>
                                </a:rPr>
                                <m:t>2</m:t>
                              </m:r>
                            </m:sup>
                          </m:sSup>
                        </m:e>
                      </m:rad>
                    </m:oMath>
                  </m:oMathPara>
                </a14:m>
                <a:endParaRPr lang="en-US" b="0" i="1">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8</m:t>
                        </m:r>
                      </m:e>
                    </m:rad>
                    <m:r>
                      <a:rPr lang="en-US" b="0" i="1" smtClean="0">
                        <a:latin typeface="Cambria Math" panose="02040503050406030204" pitchFamily="18" charset="0"/>
                      </a:rPr>
                      <m:t>=</m:t>
                    </m:r>
                  </m:oMath>
                </a14:m>
                <a:r>
                  <a:rPr lang="en-US"/>
                  <a:t>2.828</a:t>
                </a:r>
              </a:p>
            </p:txBody>
          </p:sp>
        </mc:Choice>
        <mc:Fallback xmlns="">
          <p:sp>
            <p:nvSpPr>
              <p:cNvPr id="2" name="TextBox 1">
                <a:extLst>
                  <a:ext uri="{FF2B5EF4-FFF2-40B4-BE49-F238E27FC236}">
                    <a16:creationId xmlns:a16="http://schemas.microsoft.com/office/drawing/2014/main" id="{5366902F-8F2E-4DC3-8EF4-97BF66285CF2}"/>
                  </a:ext>
                </a:extLst>
              </p:cNvPr>
              <p:cNvSpPr txBox="1">
                <a:spLocks noRot="1" noChangeAspect="1" noMove="1" noResize="1" noEditPoints="1" noAdjustHandles="1" noChangeArrowheads="1" noChangeShapeType="1" noTextEdit="1"/>
              </p:cNvSpPr>
              <p:nvPr/>
            </p:nvSpPr>
            <p:spPr>
              <a:xfrm>
                <a:off x="5293563" y="3877584"/>
                <a:ext cx="2933752" cy="730841"/>
              </a:xfrm>
              <a:prstGeom prst="rect">
                <a:avLst/>
              </a:prstGeom>
              <a:blipFill>
                <a:blip r:embed="rId4"/>
                <a:stretch>
                  <a:fillRect b="-12500"/>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39373CBB-C773-478B-A459-A95CCA5C044E}"/>
              </a:ext>
            </a:extLst>
          </p:cNvPr>
          <p:cNvCxnSpPr>
            <a:cxnSpLocks/>
          </p:cNvCxnSpPr>
          <p:nvPr/>
        </p:nvCxnSpPr>
        <p:spPr>
          <a:xfrm flipH="1">
            <a:off x="5650029" y="4514248"/>
            <a:ext cx="548641" cy="5390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FE8B8B6-19D4-4A0A-A3FE-FBCF70B48302}"/>
                  </a:ext>
                </a:extLst>
              </p:cNvPr>
              <p:cNvSpPr txBox="1"/>
              <p:nvPr/>
            </p:nvSpPr>
            <p:spPr>
              <a:xfrm>
                <a:off x="7967782" y="3826525"/>
                <a:ext cx="2403928" cy="743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dirty="0" smtClean="0">
                              <a:latin typeface="Cambria Math" panose="02040503050406030204" pitchFamily="18" charset="0"/>
                            </a:rPr>
                          </m:ctrlPr>
                        </m:radPr>
                        <m:deg/>
                        <m:e>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0−3</m:t>
                                  </m:r>
                                </m:e>
                              </m:d>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2−1</m:t>
                                  </m:r>
                                </m:e>
                              </m:d>
                            </m:e>
                            <m:sup>
                              <m:r>
                                <a:rPr lang="en-US" b="0" i="1" dirty="0" smtClean="0">
                                  <a:latin typeface="Cambria Math" panose="02040503050406030204" pitchFamily="18" charset="0"/>
                                </a:rPr>
                                <m:t>2</m:t>
                              </m:r>
                            </m:sup>
                          </m:sSup>
                        </m:e>
                      </m:rad>
                    </m:oMath>
                  </m:oMathPara>
                </a14:m>
                <a:endParaRPr lang="en-US" b="0" i="1">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10</m:t>
                        </m:r>
                      </m:e>
                    </m:rad>
                    <m:r>
                      <a:rPr lang="en-US" b="0" i="1" smtClean="0">
                        <a:latin typeface="Cambria Math" panose="02040503050406030204" pitchFamily="18" charset="0"/>
                      </a:rPr>
                      <m:t>=</m:t>
                    </m:r>
                  </m:oMath>
                </a14:m>
                <a:r>
                  <a:rPr lang="en-US"/>
                  <a:t>3.162</a:t>
                </a:r>
              </a:p>
            </p:txBody>
          </p:sp>
        </mc:Choice>
        <mc:Fallback xmlns="">
          <p:sp>
            <p:nvSpPr>
              <p:cNvPr id="8" name="TextBox 7">
                <a:extLst>
                  <a:ext uri="{FF2B5EF4-FFF2-40B4-BE49-F238E27FC236}">
                    <a16:creationId xmlns:a16="http://schemas.microsoft.com/office/drawing/2014/main" id="{3FE8B8B6-19D4-4A0A-A3FE-FBCF70B48302}"/>
                  </a:ext>
                </a:extLst>
              </p:cNvPr>
              <p:cNvSpPr txBox="1">
                <a:spLocks noRot="1" noChangeAspect="1" noMove="1" noResize="1" noEditPoints="1" noAdjustHandles="1" noChangeArrowheads="1" noChangeShapeType="1" noTextEdit="1"/>
              </p:cNvSpPr>
              <p:nvPr/>
            </p:nvSpPr>
            <p:spPr>
              <a:xfrm>
                <a:off x="7967782" y="3826525"/>
                <a:ext cx="2403928" cy="743665"/>
              </a:xfrm>
              <a:prstGeom prst="rect">
                <a:avLst/>
              </a:prstGeom>
              <a:blipFill>
                <a:blip r:embed="rId5"/>
                <a:stretch>
                  <a:fillRect b="-10656"/>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E6F51AED-DED2-4073-889C-781A4F577300}"/>
              </a:ext>
            </a:extLst>
          </p:cNvPr>
          <p:cNvCxnSpPr>
            <a:cxnSpLocks/>
          </p:cNvCxnSpPr>
          <p:nvPr/>
        </p:nvCxnSpPr>
        <p:spPr>
          <a:xfrm flipH="1">
            <a:off x="7247823" y="4514248"/>
            <a:ext cx="1655545" cy="5390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8" grpId="0"/>
      <p:bldP spid="8"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3"/>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Minkowski Distance</a:t>
            </a:r>
            <a:endParaRPr sz="4267">
              <a:solidFill>
                <a:srgbClr val="1155CC"/>
              </a:solidFill>
            </a:endParaRPr>
          </a:p>
          <a:p>
            <a:endParaRPr>
              <a:solidFill>
                <a:srgbClr val="1155CC"/>
              </a:solidFill>
            </a:endParaRPr>
          </a:p>
        </p:txBody>
      </p:sp>
      <p:pic>
        <p:nvPicPr>
          <p:cNvPr id="184" name="Google Shape;184;p33"/>
          <p:cNvPicPr preferRelativeResize="0"/>
          <p:nvPr/>
        </p:nvPicPr>
        <p:blipFill>
          <a:blip r:embed="rId3">
            <a:alphaModFix/>
          </a:blip>
          <a:stretch>
            <a:fillRect/>
          </a:stretch>
        </p:blipFill>
        <p:spPr>
          <a:xfrm>
            <a:off x="203200" y="1100367"/>
            <a:ext cx="10718800" cy="4889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4"/>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Minkowski Distance: Examples</a:t>
            </a:r>
            <a:endParaRPr sz="4267">
              <a:solidFill>
                <a:srgbClr val="1155CC"/>
              </a:solidFill>
            </a:endParaRPr>
          </a:p>
          <a:p>
            <a:endParaRPr>
              <a:solidFill>
                <a:srgbClr val="1155CC"/>
              </a:solidFill>
            </a:endParaRPr>
          </a:p>
        </p:txBody>
      </p:sp>
      <p:pic>
        <p:nvPicPr>
          <p:cNvPr id="190" name="Google Shape;190;p34"/>
          <p:cNvPicPr preferRelativeResize="0"/>
          <p:nvPr/>
        </p:nvPicPr>
        <p:blipFill>
          <a:blip r:embed="rId3">
            <a:alphaModFix/>
          </a:blip>
          <a:stretch>
            <a:fillRect/>
          </a:stretch>
        </p:blipFill>
        <p:spPr>
          <a:xfrm>
            <a:off x="341467" y="1100368"/>
            <a:ext cx="9437247" cy="55544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1"/>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Metrics</a:t>
            </a:r>
            <a:endParaRPr>
              <a:solidFill>
                <a:srgbClr val="1155CC"/>
              </a:solidFill>
            </a:endParaRPr>
          </a:p>
        </p:txBody>
      </p:sp>
      <p:pic>
        <p:nvPicPr>
          <p:cNvPr id="234" name="Google Shape;234;p41"/>
          <p:cNvPicPr preferRelativeResize="0"/>
          <p:nvPr/>
        </p:nvPicPr>
        <p:blipFill>
          <a:blip r:embed="rId3">
            <a:alphaModFix/>
          </a:blip>
          <a:stretch>
            <a:fillRect/>
          </a:stretch>
        </p:blipFill>
        <p:spPr>
          <a:xfrm>
            <a:off x="203200" y="1025368"/>
            <a:ext cx="8643368" cy="5629433"/>
          </a:xfrm>
          <a:prstGeom prst="rect">
            <a:avLst/>
          </a:prstGeom>
          <a:noFill/>
          <a:ln>
            <a:noFill/>
          </a:ln>
        </p:spPr>
      </p:pic>
    </p:spTree>
    <p:extLst>
      <p:ext uri="{BB962C8B-B14F-4D97-AF65-F5344CB8AC3E}">
        <p14:creationId xmlns:p14="http://schemas.microsoft.com/office/powerpoint/2010/main" val="3997667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4"/>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US" sz="4267">
                <a:solidFill>
                  <a:srgbClr val="1155CC"/>
                </a:solidFill>
              </a:rPr>
              <a:t>Covariance</a:t>
            </a:r>
            <a:endParaRPr>
              <a:solidFill>
                <a:srgbClr val="1155CC"/>
              </a:solidFill>
            </a:endParaRPr>
          </a:p>
        </p:txBody>
      </p:sp>
      <p:pic>
        <p:nvPicPr>
          <p:cNvPr id="2" name="Picture 1">
            <a:extLst>
              <a:ext uri="{FF2B5EF4-FFF2-40B4-BE49-F238E27FC236}">
                <a16:creationId xmlns:a16="http://schemas.microsoft.com/office/drawing/2014/main" id="{7C7E9EEC-F3FF-4693-944C-DEA9813A77C9}"/>
              </a:ext>
            </a:extLst>
          </p:cNvPr>
          <p:cNvPicPr>
            <a:picLocks noChangeAspect="1"/>
          </p:cNvPicPr>
          <p:nvPr/>
        </p:nvPicPr>
        <p:blipFill>
          <a:blip r:embed="rId3"/>
          <a:stretch>
            <a:fillRect/>
          </a:stretch>
        </p:blipFill>
        <p:spPr>
          <a:xfrm>
            <a:off x="539779" y="1282380"/>
            <a:ext cx="9048750" cy="5048250"/>
          </a:xfrm>
          <a:prstGeom prst="rect">
            <a:avLst/>
          </a:prstGeom>
        </p:spPr>
      </p:pic>
      <p:sp>
        <p:nvSpPr>
          <p:cNvPr id="5" name="TextBox 4">
            <a:extLst>
              <a:ext uri="{FF2B5EF4-FFF2-40B4-BE49-F238E27FC236}">
                <a16:creationId xmlns:a16="http://schemas.microsoft.com/office/drawing/2014/main" id="{27C0B10F-BE26-4DFA-B4AF-1D3425A1DB09}"/>
              </a:ext>
            </a:extLst>
          </p:cNvPr>
          <p:cNvSpPr txBox="1"/>
          <p:nvPr/>
        </p:nvSpPr>
        <p:spPr>
          <a:xfrm>
            <a:off x="4118994" y="5813571"/>
            <a:ext cx="351378" cy="338554"/>
          </a:xfrm>
          <a:prstGeom prst="rect">
            <a:avLst/>
          </a:prstGeom>
          <a:noFill/>
        </p:spPr>
        <p:txBody>
          <a:bodyPr wrap="none" rtlCol="0">
            <a:spAutoFit/>
          </a:bodyPr>
          <a:lstStyle/>
          <a:p>
            <a:r>
              <a:rPr lang="en-US" sz="1600"/>
              <a:t>-1</a:t>
            </a:r>
          </a:p>
        </p:txBody>
      </p:sp>
    </p:spTree>
    <p:extLst>
      <p:ext uri="{BB962C8B-B14F-4D97-AF65-F5344CB8AC3E}">
        <p14:creationId xmlns:p14="http://schemas.microsoft.com/office/powerpoint/2010/main" val="1109999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8"/>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pPr>
              <a:lnSpc>
                <a:spcPct val="112500"/>
              </a:lnSpc>
            </a:pPr>
            <a:r>
              <a:rPr lang="en" sz="4267">
                <a:solidFill>
                  <a:srgbClr val="1155CC"/>
                </a:solidFill>
              </a:rPr>
              <a:t>Covariance Matrix</a:t>
            </a:r>
            <a:endParaRPr sz="4267">
              <a:solidFill>
                <a:srgbClr val="1155CC"/>
              </a:solidFill>
            </a:endParaRPr>
          </a:p>
          <a:p>
            <a:endParaRPr>
              <a:solidFill>
                <a:srgbClr val="1155CC"/>
              </a:solidFill>
            </a:endParaRPr>
          </a:p>
        </p:txBody>
      </p:sp>
      <p:pic>
        <p:nvPicPr>
          <p:cNvPr id="214" name="Google Shape;214;p38"/>
          <p:cNvPicPr preferRelativeResize="0"/>
          <p:nvPr/>
        </p:nvPicPr>
        <p:blipFill>
          <a:blip r:embed="rId3">
            <a:alphaModFix/>
          </a:blip>
          <a:stretch>
            <a:fillRect/>
          </a:stretch>
        </p:blipFill>
        <p:spPr>
          <a:xfrm>
            <a:off x="203201" y="1100367"/>
            <a:ext cx="8802313" cy="555443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EEA48-76E0-44FC-92A3-23EAF4DA4034}"/>
              </a:ext>
            </a:extLst>
          </p:cNvPr>
          <p:cNvSpPr>
            <a:spLocks noGrp="1"/>
          </p:cNvSpPr>
          <p:nvPr>
            <p:ph type="title"/>
          </p:nvPr>
        </p:nvSpPr>
        <p:spPr>
          <a:xfrm>
            <a:off x="306543" y="252685"/>
            <a:ext cx="11360800" cy="763600"/>
          </a:xfrm>
        </p:spPr>
        <p:txBody>
          <a:bodyPr/>
          <a:lstStyle/>
          <a:p>
            <a:r>
              <a:rPr lang="en-US" sz="4267">
                <a:solidFill>
                  <a:srgbClr val="1155CC"/>
                </a:solidFill>
              </a:rPr>
              <a:t>Covariance Values</a:t>
            </a:r>
          </a:p>
        </p:txBody>
      </p:sp>
      <p:sp>
        <p:nvSpPr>
          <p:cNvPr id="3" name="Text Placeholder 2">
            <a:extLst>
              <a:ext uri="{FF2B5EF4-FFF2-40B4-BE49-F238E27FC236}">
                <a16:creationId xmlns:a16="http://schemas.microsoft.com/office/drawing/2014/main" id="{8DAEDD1E-BBC1-4DE1-BEF9-2E7735E36916}"/>
              </a:ext>
            </a:extLst>
          </p:cNvPr>
          <p:cNvSpPr>
            <a:spLocks noGrp="1"/>
          </p:cNvSpPr>
          <p:nvPr>
            <p:ph type="body" idx="1"/>
          </p:nvPr>
        </p:nvSpPr>
        <p:spPr>
          <a:xfrm>
            <a:off x="0" y="1628912"/>
            <a:ext cx="5362600" cy="5124226"/>
          </a:xfrm>
        </p:spPr>
        <p:txBody>
          <a:bodyPr/>
          <a:lstStyle/>
          <a:p>
            <a:r>
              <a:rPr lang="en-US"/>
              <a:t>Positive co-variance means relationship has a positive slope</a:t>
            </a:r>
          </a:p>
          <a:p>
            <a:endParaRPr lang="en-US"/>
          </a:p>
          <a:p>
            <a:endParaRPr lang="en-US"/>
          </a:p>
          <a:p>
            <a:r>
              <a:rPr lang="en-US"/>
              <a:t>Negative co-variance means the relationship has a negative slope</a:t>
            </a:r>
          </a:p>
          <a:p>
            <a:endParaRPr lang="en-US"/>
          </a:p>
          <a:p>
            <a:endParaRPr lang="en-US"/>
          </a:p>
          <a:p>
            <a:r>
              <a:rPr lang="en-US"/>
              <a:t>Co-variance is zero when there is no relationship between X and Y</a:t>
            </a:r>
          </a:p>
          <a:p>
            <a:endParaRPr lang="en-US"/>
          </a:p>
          <a:p>
            <a:endParaRPr lang="en-US"/>
          </a:p>
          <a:p>
            <a:endParaRPr lang="en-US"/>
          </a:p>
        </p:txBody>
      </p:sp>
      <p:grpSp>
        <p:nvGrpSpPr>
          <p:cNvPr id="4" name="Group 3">
            <a:extLst>
              <a:ext uri="{FF2B5EF4-FFF2-40B4-BE49-F238E27FC236}">
                <a16:creationId xmlns:a16="http://schemas.microsoft.com/office/drawing/2014/main" id="{4ADC748E-CB9C-4788-B7EA-640FCA0D9620}"/>
              </a:ext>
            </a:extLst>
          </p:cNvPr>
          <p:cNvGrpSpPr/>
          <p:nvPr/>
        </p:nvGrpSpPr>
        <p:grpSpPr>
          <a:xfrm>
            <a:off x="5362600" y="1276835"/>
            <a:ext cx="6829400" cy="4304330"/>
            <a:chOff x="5362600" y="1119673"/>
            <a:chExt cx="6829400" cy="4304330"/>
          </a:xfrm>
        </p:grpSpPr>
        <p:pic>
          <p:nvPicPr>
            <p:cNvPr id="5" name="Picture 4">
              <a:extLst>
                <a:ext uri="{FF2B5EF4-FFF2-40B4-BE49-F238E27FC236}">
                  <a16:creationId xmlns:a16="http://schemas.microsoft.com/office/drawing/2014/main" id="{0E3441E9-610D-44D9-BEFA-513B13EC1D32}"/>
                </a:ext>
              </a:extLst>
            </p:cNvPr>
            <p:cNvPicPr>
              <a:picLocks noChangeAspect="1"/>
            </p:cNvPicPr>
            <p:nvPr/>
          </p:nvPicPr>
          <p:blipFill>
            <a:blip r:embed="rId2"/>
            <a:stretch>
              <a:fillRect/>
            </a:stretch>
          </p:blipFill>
          <p:spPr>
            <a:xfrm>
              <a:off x="5362600" y="1259536"/>
              <a:ext cx="6829400" cy="4164467"/>
            </a:xfrm>
            <a:prstGeom prst="rect">
              <a:avLst/>
            </a:prstGeom>
          </p:spPr>
        </p:pic>
        <p:sp>
          <p:nvSpPr>
            <p:cNvPr id="6" name="Rectangle 5">
              <a:extLst>
                <a:ext uri="{FF2B5EF4-FFF2-40B4-BE49-F238E27FC236}">
                  <a16:creationId xmlns:a16="http://schemas.microsoft.com/office/drawing/2014/main" id="{E350C2C5-2CB3-4B73-A647-73DA612F40AB}"/>
                </a:ext>
              </a:extLst>
            </p:cNvPr>
            <p:cNvSpPr/>
            <p:nvPr/>
          </p:nvSpPr>
          <p:spPr>
            <a:xfrm>
              <a:off x="11196735" y="1119673"/>
              <a:ext cx="662473" cy="14275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E6FF4777-403E-44AB-837A-B428866C0402}"/>
              </a:ext>
            </a:extLst>
          </p:cNvPr>
          <p:cNvGrpSpPr/>
          <p:nvPr/>
        </p:nvGrpSpPr>
        <p:grpSpPr>
          <a:xfrm>
            <a:off x="5312974" y="1416698"/>
            <a:ext cx="6879026" cy="4234868"/>
            <a:chOff x="831200" y="2139193"/>
            <a:chExt cx="6879026" cy="4234868"/>
          </a:xfrm>
        </p:grpSpPr>
        <p:pic>
          <p:nvPicPr>
            <p:cNvPr id="7" name="Picture 6">
              <a:extLst>
                <a:ext uri="{FF2B5EF4-FFF2-40B4-BE49-F238E27FC236}">
                  <a16:creationId xmlns:a16="http://schemas.microsoft.com/office/drawing/2014/main" id="{D5DC372C-6750-4CB8-B46E-F16EFF5F7864}"/>
                </a:ext>
              </a:extLst>
            </p:cNvPr>
            <p:cNvPicPr>
              <a:picLocks noChangeAspect="1"/>
            </p:cNvPicPr>
            <p:nvPr/>
          </p:nvPicPr>
          <p:blipFill>
            <a:blip r:embed="rId3"/>
            <a:stretch>
              <a:fillRect/>
            </a:stretch>
          </p:blipFill>
          <p:spPr>
            <a:xfrm>
              <a:off x="831200" y="2183198"/>
              <a:ext cx="6879026" cy="4190863"/>
            </a:xfrm>
            <a:prstGeom prst="rect">
              <a:avLst/>
            </a:prstGeom>
          </p:spPr>
        </p:pic>
        <p:sp>
          <p:nvSpPr>
            <p:cNvPr id="8" name="Rectangle: Rounded Corners 7">
              <a:extLst>
                <a:ext uri="{FF2B5EF4-FFF2-40B4-BE49-F238E27FC236}">
                  <a16:creationId xmlns:a16="http://schemas.microsoft.com/office/drawing/2014/main" id="{0721207E-1BFB-42C5-B5FA-52CC7F31D126}"/>
                </a:ext>
              </a:extLst>
            </p:cNvPr>
            <p:cNvSpPr/>
            <p:nvPr/>
          </p:nvSpPr>
          <p:spPr>
            <a:xfrm>
              <a:off x="2726422" y="2139193"/>
              <a:ext cx="1233182" cy="56522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7E197EB2-5FFC-41F4-8D26-E3BADB61E03B}"/>
              </a:ext>
            </a:extLst>
          </p:cNvPr>
          <p:cNvPicPr>
            <a:picLocks noChangeAspect="1"/>
          </p:cNvPicPr>
          <p:nvPr/>
        </p:nvPicPr>
        <p:blipFill>
          <a:blip r:embed="rId4"/>
          <a:stretch>
            <a:fillRect/>
          </a:stretch>
        </p:blipFill>
        <p:spPr>
          <a:xfrm>
            <a:off x="5312974" y="1361153"/>
            <a:ext cx="6879026" cy="4389961"/>
          </a:xfrm>
          <a:prstGeom prst="rect">
            <a:avLst/>
          </a:prstGeom>
        </p:spPr>
      </p:pic>
      <p:pic>
        <p:nvPicPr>
          <p:cNvPr id="11" name="Picture 10">
            <a:extLst>
              <a:ext uri="{FF2B5EF4-FFF2-40B4-BE49-F238E27FC236}">
                <a16:creationId xmlns:a16="http://schemas.microsoft.com/office/drawing/2014/main" id="{AB2EF91B-B996-4568-B25B-C01CF25EE0A0}"/>
              </a:ext>
            </a:extLst>
          </p:cNvPr>
          <p:cNvPicPr>
            <a:picLocks noChangeAspect="1"/>
          </p:cNvPicPr>
          <p:nvPr/>
        </p:nvPicPr>
        <p:blipFill>
          <a:blip r:embed="rId5"/>
          <a:stretch>
            <a:fillRect/>
          </a:stretch>
        </p:blipFill>
        <p:spPr>
          <a:xfrm>
            <a:off x="5362600" y="1361152"/>
            <a:ext cx="6720447" cy="4636975"/>
          </a:xfrm>
          <a:prstGeom prst="rect">
            <a:avLst/>
          </a:prstGeom>
        </p:spPr>
      </p:pic>
    </p:spTree>
    <p:extLst>
      <p:ext uri="{BB962C8B-B14F-4D97-AF65-F5344CB8AC3E}">
        <p14:creationId xmlns:p14="http://schemas.microsoft.com/office/powerpoint/2010/main" val="4605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4985A-1762-40C6-A6F2-CF95A6BE13E7}"/>
              </a:ext>
            </a:extLst>
          </p:cNvPr>
          <p:cNvSpPr>
            <a:spLocks noGrp="1"/>
          </p:cNvSpPr>
          <p:nvPr>
            <p:ph type="title"/>
          </p:nvPr>
        </p:nvSpPr>
        <p:spPr>
          <a:xfrm>
            <a:off x="256209" y="224252"/>
            <a:ext cx="11360800" cy="763600"/>
          </a:xfrm>
        </p:spPr>
        <p:txBody>
          <a:bodyPr/>
          <a:lstStyle/>
          <a:p>
            <a:r>
              <a:rPr lang="en">
                <a:solidFill>
                  <a:srgbClr val="1155CC"/>
                </a:solidFill>
              </a:rPr>
              <a:t>DRAWBACK: Covariance is senstitive to scale</a:t>
            </a:r>
            <a:endParaRPr lang="en-US"/>
          </a:p>
        </p:txBody>
      </p:sp>
      <p:sp>
        <p:nvSpPr>
          <p:cNvPr id="3" name="Text Placeholder 2">
            <a:extLst>
              <a:ext uri="{FF2B5EF4-FFF2-40B4-BE49-F238E27FC236}">
                <a16:creationId xmlns:a16="http://schemas.microsoft.com/office/drawing/2014/main" id="{7FC27A4B-C03E-4F6C-81A9-7F4917E07F84}"/>
              </a:ext>
            </a:extLst>
          </p:cNvPr>
          <p:cNvSpPr>
            <a:spLocks noGrp="1"/>
          </p:cNvSpPr>
          <p:nvPr>
            <p:ph type="body" idx="1"/>
          </p:nvPr>
        </p:nvSpPr>
        <p:spPr>
          <a:xfrm>
            <a:off x="415599" y="1294037"/>
            <a:ext cx="11360800" cy="4555200"/>
          </a:xfrm>
        </p:spPr>
        <p:txBody>
          <a:bodyPr/>
          <a:lstStyle/>
          <a:p>
            <a:pPr marL="152396" indent="0">
              <a:buNone/>
            </a:pPr>
            <a:r>
              <a:rPr lang="en-US"/>
              <a:t>Here, we just double the data</a:t>
            </a:r>
          </a:p>
          <a:p>
            <a:pPr marL="152396" indent="0">
              <a:buNone/>
            </a:pPr>
            <a:endParaRPr lang="en-US"/>
          </a:p>
          <a:p>
            <a:pPr marL="152396" indent="0">
              <a:buNone/>
            </a:pPr>
            <a:r>
              <a:rPr lang="en-US"/>
              <a:t>The relationship has not changed but the co-variance value is  has changed</a:t>
            </a:r>
          </a:p>
        </p:txBody>
      </p:sp>
      <p:pic>
        <p:nvPicPr>
          <p:cNvPr id="9" name="Picture 8">
            <a:extLst>
              <a:ext uri="{FF2B5EF4-FFF2-40B4-BE49-F238E27FC236}">
                <a16:creationId xmlns:a16="http://schemas.microsoft.com/office/drawing/2014/main" id="{38092CD4-C5D8-4B30-956F-07CB52CEE508}"/>
              </a:ext>
            </a:extLst>
          </p:cNvPr>
          <p:cNvPicPr>
            <a:picLocks noChangeAspect="1"/>
          </p:cNvPicPr>
          <p:nvPr/>
        </p:nvPicPr>
        <p:blipFill>
          <a:blip r:embed="rId2"/>
          <a:stretch>
            <a:fillRect/>
          </a:stretch>
        </p:blipFill>
        <p:spPr>
          <a:xfrm>
            <a:off x="1720661" y="3034748"/>
            <a:ext cx="7817622" cy="3493634"/>
          </a:xfrm>
          <a:prstGeom prst="rect">
            <a:avLst/>
          </a:prstGeom>
        </p:spPr>
      </p:pic>
    </p:spTree>
    <p:extLst>
      <p:ext uri="{BB962C8B-B14F-4D97-AF65-F5344CB8AC3E}">
        <p14:creationId xmlns:p14="http://schemas.microsoft.com/office/powerpoint/2010/main" val="4156697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EEA48-76E0-44FC-92A3-23EAF4DA4034}"/>
              </a:ext>
            </a:extLst>
          </p:cNvPr>
          <p:cNvSpPr>
            <a:spLocks noGrp="1"/>
          </p:cNvSpPr>
          <p:nvPr>
            <p:ph type="title"/>
          </p:nvPr>
        </p:nvSpPr>
        <p:spPr>
          <a:xfrm>
            <a:off x="306543" y="252685"/>
            <a:ext cx="11360800" cy="763600"/>
          </a:xfrm>
        </p:spPr>
        <p:txBody>
          <a:bodyPr/>
          <a:lstStyle/>
          <a:p>
            <a:r>
              <a:rPr lang="en-US" sz="4267">
                <a:solidFill>
                  <a:srgbClr val="1155CC"/>
                </a:solidFill>
              </a:rPr>
              <a:t>Interpretation of Covariance</a:t>
            </a:r>
          </a:p>
        </p:txBody>
      </p:sp>
      <p:sp>
        <p:nvSpPr>
          <p:cNvPr id="3" name="Text Placeholder 2">
            <a:extLst>
              <a:ext uri="{FF2B5EF4-FFF2-40B4-BE49-F238E27FC236}">
                <a16:creationId xmlns:a16="http://schemas.microsoft.com/office/drawing/2014/main" id="{8DAEDD1E-BBC1-4DE1-BEF9-2E7735E36916}"/>
              </a:ext>
            </a:extLst>
          </p:cNvPr>
          <p:cNvSpPr>
            <a:spLocks noGrp="1"/>
          </p:cNvSpPr>
          <p:nvPr>
            <p:ph type="body" idx="1"/>
          </p:nvPr>
        </p:nvSpPr>
        <p:spPr/>
        <p:txBody>
          <a:bodyPr/>
          <a:lstStyle/>
          <a:p>
            <a:r>
              <a:rPr lang="en-US" sz="3200"/>
              <a:t>It is hard to interpret the co-variance value</a:t>
            </a:r>
          </a:p>
          <a:p>
            <a:endParaRPr lang="en-US" sz="3200"/>
          </a:p>
          <a:p>
            <a:r>
              <a:rPr lang="en-US" sz="3200"/>
              <a:t>It doesn’t not tell us if the points are relatively close to the trend line or not</a:t>
            </a:r>
          </a:p>
          <a:p>
            <a:endParaRPr lang="en-US" sz="3200"/>
          </a:p>
          <a:p>
            <a:r>
              <a:rPr lang="en-US" sz="3200"/>
              <a:t>It does not tell us if the slope of the relationship line is steep or not</a:t>
            </a:r>
          </a:p>
          <a:p>
            <a:endParaRPr lang="en-US" sz="3200"/>
          </a:p>
          <a:p>
            <a:r>
              <a:rPr lang="en-US" sz="3200"/>
              <a:t>It just tells us the slope of the relationship is positive, or negative</a:t>
            </a:r>
          </a:p>
          <a:p>
            <a:endParaRPr lang="en-US" sz="3200"/>
          </a:p>
          <a:p>
            <a:endParaRPr lang="en-US" sz="3200"/>
          </a:p>
          <a:p>
            <a:endParaRPr lang="en-US" sz="3200"/>
          </a:p>
        </p:txBody>
      </p:sp>
    </p:spTree>
    <p:extLst>
      <p:ext uri="{BB962C8B-B14F-4D97-AF65-F5344CB8AC3E}">
        <p14:creationId xmlns:p14="http://schemas.microsoft.com/office/powerpoint/2010/main" val="196157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A51F5-A3D8-4483-8582-97FB0762CF2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7134F02-CBF0-43C3-BF9D-F421884738D8}"/>
              </a:ext>
            </a:extLst>
          </p:cNvPr>
          <p:cNvSpPr>
            <a:spLocks noGrp="1"/>
          </p:cNvSpPr>
          <p:nvPr>
            <p:ph type="body" idx="1"/>
          </p:nvPr>
        </p:nvSpPr>
        <p:spPr/>
        <p:txBody>
          <a:bodyPr/>
          <a:lstStyle/>
          <a:p>
            <a:pPr marL="152396" indent="0">
              <a:buNone/>
            </a:pPr>
            <a:r>
              <a:rPr lang="en-US" b="0" i="0" dirty="0">
                <a:effectLst/>
                <a:latin typeface="Söhne"/>
              </a:rPr>
              <a:t>Consider a dataset with two variables: </a:t>
            </a:r>
          </a:p>
          <a:p>
            <a:pPr marL="152396" indent="0">
              <a:buNone/>
            </a:pPr>
            <a:r>
              <a:rPr lang="en-US" b="0" i="0" dirty="0">
                <a:effectLst/>
                <a:latin typeface="Söhne"/>
              </a:rPr>
              <a:t>the number of hours studied (X) and the score on a test (Y). </a:t>
            </a:r>
          </a:p>
          <a:p>
            <a:pPr marL="152396" indent="0">
              <a:buNone/>
            </a:pPr>
            <a:endParaRPr lang="en-US" dirty="0">
              <a:latin typeface="Söhne"/>
            </a:endParaRPr>
          </a:p>
          <a:p>
            <a:pPr marL="152396" indent="0">
              <a:buNone/>
            </a:pPr>
            <a:r>
              <a:rPr lang="en-US" b="0" i="0" dirty="0">
                <a:effectLst/>
                <a:latin typeface="Söhne"/>
              </a:rPr>
              <a:t>If we calculate the covariance of X and Y and find it to be a positive number, this indicates that, generally, students who studied more hours tended to score higher on the test. </a:t>
            </a:r>
          </a:p>
          <a:p>
            <a:pPr marL="152396" indent="0">
              <a:buNone/>
            </a:pPr>
            <a:endParaRPr lang="en-US" dirty="0">
              <a:latin typeface="Söhne"/>
            </a:endParaRPr>
          </a:p>
          <a:p>
            <a:pPr marL="152396" indent="0">
              <a:buNone/>
            </a:pPr>
            <a:r>
              <a:rPr lang="en-US" b="0" i="0" dirty="0">
                <a:effectLst/>
                <a:latin typeface="Söhne"/>
              </a:rPr>
              <a:t>If the covariance were negative, it would indicate that students who studied more hours tended to score lower</a:t>
            </a:r>
          </a:p>
          <a:p>
            <a:pPr marL="152396" indent="0">
              <a:buNone/>
            </a:pPr>
            <a:endParaRPr lang="en-US" dirty="0">
              <a:latin typeface="Söhne"/>
            </a:endParaRPr>
          </a:p>
          <a:p>
            <a:pPr marL="152396" indent="0">
              <a:buNone/>
            </a:pPr>
            <a:r>
              <a:rPr lang="en-US" dirty="0">
                <a:latin typeface="Söhne"/>
              </a:rPr>
              <a:t>W</a:t>
            </a:r>
            <a:r>
              <a:rPr lang="en-US" b="0" i="0" dirty="0">
                <a:effectLst/>
                <a:latin typeface="Söhne"/>
              </a:rPr>
              <a:t>e cannot say how strong this relationship is</a:t>
            </a:r>
            <a:endParaRPr lang="en-US" dirty="0"/>
          </a:p>
        </p:txBody>
      </p:sp>
    </p:spTree>
    <p:extLst>
      <p:ext uri="{BB962C8B-B14F-4D97-AF65-F5344CB8AC3E}">
        <p14:creationId xmlns:p14="http://schemas.microsoft.com/office/powerpoint/2010/main" val="52799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4686C-AF81-478E-85CE-2E8784CCDC70}"/>
              </a:ext>
            </a:extLst>
          </p:cNvPr>
          <p:cNvSpPr>
            <a:spLocks noGrp="1"/>
          </p:cNvSpPr>
          <p:nvPr>
            <p:ph type="title"/>
          </p:nvPr>
        </p:nvSpPr>
        <p:spPr>
          <a:xfrm>
            <a:off x="145012" y="190345"/>
            <a:ext cx="11360800" cy="763600"/>
          </a:xfrm>
        </p:spPr>
        <p:txBody>
          <a:bodyPr/>
          <a:lstStyle/>
          <a:p>
            <a:r>
              <a:rPr lang="en-US">
                <a:solidFill>
                  <a:srgbClr val="1155CC"/>
                </a:solidFill>
              </a:rPr>
              <a:t>Pearson Correlation</a:t>
            </a:r>
            <a:endParaRPr lang="en-US"/>
          </a:p>
        </p:txBody>
      </p:sp>
      <p:sp>
        <p:nvSpPr>
          <p:cNvPr id="3" name="Text Placeholder 2">
            <a:extLst>
              <a:ext uri="{FF2B5EF4-FFF2-40B4-BE49-F238E27FC236}">
                <a16:creationId xmlns:a16="http://schemas.microsoft.com/office/drawing/2014/main" id="{E15063A6-8B34-4A65-B0B2-06666268AE63}"/>
              </a:ext>
            </a:extLst>
          </p:cNvPr>
          <p:cNvSpPr>
            <a:spLocks noGrp="1"/>
          </p:cNvSpPr>
          <p:nvPr>
            <p:ph type="body" idx="1"/>
          </p:nvPr>
        </p:nvSpPr>
        <p:spPr>
          <a:xfrm>
            <a:off x="254808" y="1151400"/>
            <a:ext cx="9064302" cy="4555200"/>
          </a:xfrm>
        </p:spPr>
        <p:txBody>
          <a:bodyPr/>
          <a:lstStyle/>
          <a:p>
            <a:pPr marL="152396" indent="0">
              <a:buNone/>
            </a:pPr>
            <a:r>
              <a:rPr lang="en-US"/>
              <a:t>How well a linear model can describe a relationship between two variables. Correlation quantifies the strength of relationships.</a:t>
            </a:r>
          </a:p>
        </p:txBody>
      </p:sp>
      <p:pic>
        <p:nvPicPr>
          <p:cNvPr id="4" name="Picture 3">
            <a:extLst>
              <a:ext uri="{FF2B5EF4-FFF2-40B4-BE49-F238E27FC236}">
                <a16:creationId xmlns:a16="http://schemas.microsoft.com/office/drawing/2014/main" id="{F74D5AB8-3236-464F-A8FF-6298A592A670}"/>
              </a:ext>
            </a:extLst>
          </p:cNvPr>
          <p:cNvPicPr>
            <a:picLocks noChangeAspect="1"/>
          </p:cNvPicPr>
          <p:nvPr/>
        </p:nvPicPr>
        <p:blipFill>
          <a:blip r:embed="rId2"/>
          <a:stretch>
            <a:fillRect/>
          </a:stretch>
        </p:blipFill>
        <p:spPr>
          <a:xfrm>
            <a:off x="71929" y="2483418"/>
            <a:ext cx="8753475" cy="4486275"/>
          </a:xfrm>
          <a:prstGeom prst="rect">
            <a:avLst/>
          </a:prstGeom>
        </p:spPr>
      </p:pic>
      <p:pic>
        <p:nvPicPr>
          <p:cNvPr id="7" name="Picture 6">
            <a:extLst>
              <a:ext uri="{FF2B5EF4-FFF2-40B4-BE49-F238E27FC236}">
                <a16:creationId xmlns:a16="http://schemas.microsoft.com/office/drawing/2014/main" id="{5FF75BC2-EB8E-4B65-AE09-5A928EC12B6C}"/>
              </a:ext>
            </a:extLst>
          </p:cNvPr>
          <p:cNvPicPr>
            <a:picLocks noChangeAspect="1"/>
          </p:cNvPicPr>
          <p:nvPr/>
        </p:nvPicPr>
        <p:blipFill>
          <a:blip r:embed="rId3"/>
          <a:stretch>
            <a:fillRect/>
          </a:stretch>
        </p:blipFill>
        <p:spPr>
          <a:xfrm>
            <a:off x="7748096" y="5472708"/>
            <a:ext cx="4371975" cy="1238250"/>
          </a:xfrm>
          <a:prstGeom prst="rect">
            <a:avLst/>
          </a:prstGeom>
        </p:spPr>
      </p:pic>
      <p:sp>
        <p:nvSpPr>
          <p:cNvPr id="8" name="TextBox 7">
            <a:extLst>
              <a:ext uri="{FF2B5EF4-FFF2-40B4-BE49-F238E27FC236}">
                <a16:creationId xmlns:a16="http://schemas.microsoft.com/office/drawing/2014/main" id="{8A0389D3-D471-4F03-9828-829AAC1742F4}"/>
              </a:ext>
            </a:extLst>
          </p:cNvPr>
          <p:cNvSpPr txBox="1"/>
          <p:nvPr/>
        </p:nvSpPr>
        <p:spPr>
          <a:xfrm>
            <a:off x="8499108" y="4530417"/>
            <a:ext cx="3438084" cy="646331"/>
          </a:xfrm>
          <a:prstGeom prst="rect">
            <a:avLst/>
          </a:prstGeom>
          <a:noFill/>
        </p:spPr>
        <p:txBody>
          <a:bodyPr wrap="square" rtlCol="0">
            <a:spAutoFit/>
          </a:bodyPr>
          <a:lstStyle/>
          <a:p>
            <a:r>
              <a:rPr lang="en-US"/>
              <a:t>How many sample standard deviation it is far from its mean</a:t>
            </a:r>
          </a:p>
        </p:txBody>
      </p:sp>
      <p:cxnSp>
        <p:nvCxnSpPr>
          <p:cNvPr id="10" name="Straight Arrow Connector 9">
            <a:extLst>
              <a:ext uri="{FF2B5EF4-FFF2-40B4-BE49-F238E27FC236}">
                <a16:creationId xmlns:a16="http://schemas.microsoft.com/office/drawing/2014/main" id="{5D784B67-2BE3-42C8-BAAD-8A3E4C58A234}"/>
              </a:ext>
            </a:extLst>
          </p:cNvPr>
          <p:cNvCxnSpPr/>
          <p:nvPr/>
        </p:nvCxnSpPr>
        <p:spPr>
          <a:xfrm>
            <a:off x="9673389" y="5176748"/>
            <a:ext cx="336885" cy="4444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5" name="Picture 4">
            <a:extLst>
              <a:ext uri="{FF2B5EF4-FFF2-40B4-BE49-F238E27FC236}">
                <a16:creationId xmlns:a16="http://schemas.microsoft.com/office/drawing/2014/main" id="{355E45E2-06BF-4EC6-AB21-066C59F7F30D}"/>
              </a:ext>
            </a:extLst>
          </p:cNvPr>
          <p:cNvPicPr>
            <a:picLocks noChangeAspect="1"/>
          </p:cNvPicPr>
          <p:nvPr/>
        </p:nvPicPr>
        <p:blipFill>
          <a:blip r:embed="rId4"/>
          <a:stretch>
            <a:fillRect/>
          </a:stretch>
        </p:blipFill>
        <p:spPr>
          <a:xfrm>
            <a:off x="6382072" y="3493488"/>
            <a:ext cx="5394328" cy="969150"/>
          </a:xfrm>
          <a:prstGeom prst="rect">
            <a:avLst/>
          </a:prstGeom>
        </p:spPr>
      </p:pic>
    </p:spTree>
    <p:extLst>
      <p:ext uri="{BB962C8B-B14F-4D97-AF65-F5344CB8AC3E}">
        <p14:creationId xmlns:p14="http://schemas.microsoft.com/office/powerpoint/2010/main" val="31533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6E393-AB3A-4519-9648-0DC7791A6A46}"/>
              </a:ext>
            </a:extLst>
          </p:cNvPr>
          <p:cNvSpPr>
            <a:spLocks noGrp="1"/>
          </p:cNvSpPr>
          <p:nvPr>
            <p:ph type="title"/>
          </p:nvPr>
        </p:nvSpPr>
        <p:spPr>
          <a:xfrm>
            <a:off x="341697" y="572527"/>
            <a:ext cx="11360800" cy="763600"/>
          </a:xfrm>
        </p:spPr>
        <p:txBody>
          <a:bodyPr/>
          <a:lstStyle/>
          <a:p>
            <a:r>
              <a:rPr lang="en-US"/>
              <a:t>Example</a:t>
            </a:r>
          </a:p>
        </p:txBody>
      </p:sp>
      <p:pic>
        <p:nvPicPr>
          <p:cNvPr id="4" name="Picture 3">
            <a:extLst>
              <a:ext uri="{FF2B5EF4-FFF2-40B4-BE49-F238E27FC236}">
                <a16:creationId xmlns:a16="http://schemas.microsoft.com/office/drawing/2014/main" id="{82075582-31FE-4CE7-A3BB-5B3619941B2F}"/>
              </a:ext>
            </a:extLst>
          </p:cNvPr>
          <p:cNvPicPr>
            <a:picLocks noChangeAspect="1"/>
          </p:cNvPicPr>
          <p:nvPr/>
        </p:nvPicPr>
        <p:blipFill>
          <a:blip r:embed="rId2"/>
          <a:stretch>
            <a:fillRect/>
          </a:stretch>
        </p:blipFill>
        <p:spPr>
          <a:xfrm>
            <a:off x="1578445" y="2590615"/>
            <a:ext cx="2143125" cy="2343150"/>
          </a:xfrm>
          <a:prstGeom prst="rect">
            <a:avLst/>
          </a:prstGeom>
        </p:spPr>
      </p:pic>
      <p:pic>
        <p:nvPicPr>
          <p:cNvPr id="5" name="Picture 4">
            <a:extLst>
              <a:ext uri="{FF2B5EF4-FFF2-40B4-BE49-F238E27FC236}">
                <a16:creationId xmlns:a16="http://schemas.microsoft.com/office/drawing/2014/main" id="{09DE1E39-6798-4255-BF93-EEB4857151A5}"/>
              </a:ext>
            </a:extLst>
          </p:cNvPr>
          <p:cNvPicPr>
            <a:picLocks noChangeAspect="1"/>
          </p:cNvPicPr>
          <p:nvPr/>
        </p:nvPicPr>
        <p:blipFill>
          <a:blip r:embed="rId3"/>
          <a:stretch>
            <a:fillRect/>
          </a:stretch>
        </p:blipFill>
        <p:spPr>
          <a:xfrm>
            <a:off x="1597495" y="2666815"/>
            <a:ext cx="2124075" cy="2190750"/>
          </a:xfrm>
          <a:prstGeom prst="rect">
            <a:avLst/>
          </a:prstGeom>
        </p:spPr>
      </p:pic>
      <p:sp>
        <p:nvSpPr>
          <p:cNvPr id="6" name="TextBox 5">
            <a:extLst>
              <a:ext uri="{FF2B5EF4-FFF2-40B4-BE49-F238E27FC236}">
                <a16:creationId xmlns:a16="http://schemas.microsoft.com/office/drawing/2014/main" id="{B38C7209-A1D1-495A-8F70-F6520FCD1133}"/>
              </a:ext>
            </a:extLst>
          </p:cNvPr>
          <p:cNvSpPr txBox="1"/>
          <p:nvPr/>
        </p:nvSpPr>
        <p:spPr>
          <a:xfrm>
            <a:off x="1887523" y="2170715"/>
            <a:ext cx="1575752" cy="369332"/>
          </a:xfrm>
          <a:prstGeom prst="rect">
            <a:avLst/>
          </a:prstGeom>
          <a:noFill/>
        </p:spPr>
        <p:txBody>
          <a:bodyPr wrap="none" rtlCol="0">
            <a:spAutoFit/>
          </a:bodyPr>
          <a:lstStyle/>
          <a:p>
            <a:r>
              <a:rPr lang="en-US"/>
              <a:t>Correlation = 1</a:t>
            </a:r>
          </a:p>
        </p:txBody>
      </p:sp>
      <p:pic>
        <p:nvPicPr>
          <p:cNvPr id="7" name="Picture 6">
            <a:extLst>
              <a:ext uri="{FF2B5EF4-FFF2-40B4-BE49-F238E27FC236}">
                <a16:creationId xmlns:a16="http://schemas.microsoft.com/office/drawing/2014/main" id="{6A640912-4B6D-4363-85F1-A16D6F7FBBDA}"/>
              </a:ext>
            </a:extLst>
          </p:cNvPr>
          <p:cNvPicPr>
            <a:picLocks noChangeAspect="1"/>
          </p:cNvPicPr>
          <p:nvPr/>
        </p:nvPicPr>
        <p:blipFill>
          <a:blip r:embed="rId4"/>
          <a:stretch>
            <a:fillRect/>
          </a:stretch>
        </p:blipFill>
        <p:spPr>
          <a:xfrm>
            <a:off x="4974347" y="2540047"/>
            <a:ext cx="2171700" cy="2466975"/>
          </a:xfrm>
          <a:prstGeom prst="rect">
            <a:avLst/>
          </a:prstGeom>
        </p:spPr>
      </p:pic>
      <p:pic>
        <p:nvPicPr>
          <p:cNvPr id="8" name="Picture 7">
            <a:extLst>
              <a:ext uri="{FF2B5EF4-FFF2-40B4-BE49-F238E27FC236}">
                <a16:creationId xmlns:a16="http://schemas.microsoft.com/office/drawing/2014/main" id="{1056C9A5-776D-46EE-AEAE-3A53788BE1D7}"/>
              </a:ext>
            </a:extLst>
          </p:cNvPr>
          <p:cNvPicPr>
            <a:picLocks noChangeAspect="1"/>
          </p:cNvPicPr>
          <p:nvPr/>
        </p:nvPicPr>
        <p:blipFill>
          <a:blip r:embed="rId5"/>
          <a:stretch>
            <a:fillRect/>
          </a:stretch>
        </p:blipFill>
        <p:spPr>
          <a:xfrm>
            <a:off x="4974347" y="2649971"/>
            <a:ext cx="2095500" cy="2400300"/>
          </a:xfrm>
          <a:prstGeom prst="rect">
            <a:avLst/>
          </a:prstGeom>
        </p:spPr>
      </p:pic>
      <p:sp>
        <p:nvSpPr>
          <p:cNvPr id="9" name="TextBox 8">
            <a:extLst>
              <a:ext uri="{FF2B5EF4-FFF2-40B4-BE49-F238E27FC236}">
                <a16:creationId xmlns:a16="http://schemas.microsoft.com/office/drawing/2014/main" id="{08EBD637-BD33-4339-834D-1846FEABB705}"/>
              </a:ext>
            </a:extLst>
          </p:cNvPr>
          <p:cNvSpPr txBox="1"/>
          <p:nvPr/>
        </p:nvSpPr>
        <p:spPr>
          <a:xfrm>
            <a:off x="5093516" y="2135834"/>
            <a:ext cx="1646285" cy="369332"/>
          </a:xfrm>
          <a:prstGeom prst="rect">
            <a:avLst/>
          </a:prstGeom>
          <a:noFill/>
        </p:spPr>
        <p:txBody>
          <a:bodyPr wrap="none" rtlCol="0">
            <a:spAutoFit/>
          </a:bodyPr>
          <a:lstStyle/>
          <a:p>
            <a:r>
              <a:rPr lang="en-US"/>
              <a:t>Correlation = -1</a:t>
            </a:r>
          </a:p>
        </p:txBody>
      </p:sp>
      <p:pic>
        <p:nvPicPr>
          <p:cNvPr id="10" name="Picture 9">
            <a:extLst>
              <a:ext uri="{FF2B5EF4-FFF2-40B4-BE49-F238E27FC236}">
                <a16:creationId xmlns:a16="http://schemas.microsoft.com/office/drawing/2014/main" id="{0AF009D6-6855-43E1-BE93-384FC1917378}"/>
              </a:ext>
            </a:extLst>
          </p:cNvPr>
          <p:cNvPicPr>
            <a:picLocks noChangeAspect="1"/>
          </p:cNvPicPr>
          <p:nvPr/>
        </p:nvPicPr>
        <p:blipFill>
          <a:blip r:embed="rId6"/>
          <a:stretch>
            <a:fillRect/>
          </a:stretch>
        </p:blipFill>
        <p:spPr>
          <a:xfrm>
            <a:off x="8152599" y="2540046"/>
            <a:ext cx="2794816" cy="2484281"/>
          </a:xfrm>
          <a:prstGeom prst="rect">
            <a:avLst/>
          </a:prstGeom>
        </p:spPr>
      </p:pic>
      <p:pic>
        <p:nvPicPr>
          <p:cNvPr id="11" name="Picture 10">
            <a:extLst>
              <a:ext uri="{FF2B5EF4-FFF2-40B4-BE49-F238E27FC236}">
                <a16:creationId xmlns:a16="http://schemas.microsoft.com/office/drawing/2014/main" id="{7572FEFB-37B7-4B06-94E0-B9AC854AD37D}"/>
              </a:ext>
            </a:extLst>
          </p:cNvPr>
          <p:cNvPicPr>
            <a:picLocks noChangeAspect="1"/>
          </p:cNvPicPr>
          <p:nvPr/>
        </p:nvPicPr>
        <p:blipFill>
          <a:blip r:embed="rId7"/>
          <a:stretch>
            <a:fillRect/>
          </a:stretch>
        </p:blipFill>
        <p:spPr>
          <a:xfrm>
            <a:off x="7947425" y="2540046"/>
            <a:ext cx="2964698" cy="2393719"/>
          </a:xfrm>
          <a:prstGeom prst="rect">
            <a:avLst/>
          </a:prstGeom>
        </p:spPr>
      </p:pic>
      <p:sp>
        <p:nvSpPr>
          <p:cNvPr id="12" name="TextBox 11">
            <a:extLst>
              <a:ext uri="{FF2B5EF4-FFF2-40B4-BE49-F238E27FC236}">
                <a16:creationId xmlns:a16="http://schemas.microsoft.com/office/drawing/2014/main" id="{6C3536E7-7BB7-4EB1-8EDC-302C5C3B1A9A}"/>
              </a:ext>
            </a:extLst>
          </p:cNvPr>
          <p:cNvSpPr txBox="1"/>
          <p:nvPr/>
        </p:nvSpPr>
        <p:spPr>
          <a:xfrm>
            <a:off x="8528130" y="2135834"/>
            <a:ext cx="1575752" cy="369332"/>
          </a:xfrm>
          <a:prstGeom prst="rect">
            <a:avLst/>
          </a:prstGeom>
          <a:noFill/>
        </p:spPr>
        <p:txBody>
          <a:bodyPr wrap="none" rtlCol="0">
            <a:spAutoFit/>
          </a:bodyPr>
          <a:lstStyle/>
          <a:p>
            <a:r>
              <a:rPr lang="en-US"/>
              <a:t>Correlation = 0</a:t>
            </a:r>
          </a:p>
        </p:txBody>
      </p:sp>
    </p:spTree>
    <p:extLst>
      <p:ext uri="{BB962C8B-B14F-4D97-AF65-F5344CB8AC3E}">
        <p14:creationId xmlns:p14="http://schemas.microsoft.com/office/powerpoint/2010/main" val="113994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7"/>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Interpretation of Correlation</a:t>
            </a:r>
            <a:endParaRPr>
              <a:solidFill>
                <a:srgbClr val="1155CC"/>
              </a:solidFill>
            </a:endParaRPr>
          </a:p>
        </p:txBody>
      </p:sp>
      <p:sp>
        <p:nvSpPr>
          <p:cNvPr id="272" name="Google Shape;272;p47"/>
          <p:cNvSpPr txBox="1"/>
          <p:nvPr/>
        </p:nvSpPr>
        <p:spPr>
          <a:xfrm>
            <a:off x="124200" y="897167"/>
            <a:ext cx="11198800" cy="1455200"/>
          </a:xfrm>
          <a:prstGeom prst="rect">
            <a:avLst/>
          </a:prstGeom>
          <a:noFill/>
          <a:ln>
            <a:noFill/>
          </a:ln>
        </p:spPr>
        <p:txBody>
          <a:bodyPr spcFirstLastPara="1" wrap="square" lIns="121900" tIns="121900" rIns="121900" bIns="121900" anchor="t" anchorCtr="0">
            <a:noAutofit/>
          </a:bodyPr>
          <a:lstStyle/>
          <a:p>
            <a:pPr marL="609585" indent="-423323">
              <a:lnSpc>
                <a:spcPct val="90000"/>
              </a:lnSpc>
              <a:spcBef>
                <a:spcPts val="933"/>
              </a:spcBef>
              <a:buClr>
                <a:schemeClr val="dk1"/>
              </a:buClr>
              <a:buSzPts val="1400"/>
              <a:buChar char="●"/>
            </a:pPr>
            <a:r>
              <a:rPr lang="en" sz="3200">
                <a:solidFill>
                  <a:schemeClr val="dk1"/>
                </a:solidFill>
              </a:rPr>
              <a:t>Correlation coefficient assesses the linearity of the relationship between two variables</a:t>
            </a:r>
            <a:endParaRPr sz="2400" b="1">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pic>
        <p:nvPicPr>
          <p:cNvPr id="273" name="Google Shape;273;p47"/>
          <p:cNvPicPr preferRelativeResize="0"/>
          <p:nvPr/>
        </p:nvPicPr>
        <p:blipFill>
          <a:blip r:embed="rId3">
            <a:alphaModFix/>
          </a:blip>
          <a:stretch>
            <a:fillRect/>
          </a:stretch>
        </p:blipFill>
        <p:spPr>
          <a:xfrm>
            <a:off x="2899767" y="2162768"/>
            <a:ext cx="4793733" cy="4567433"/>
          </a:xfrm>
          <a:prstGeom prst="rect">
            <a:avLst/>
          </a:prstGeom>
          <a:noFill/>
          <a:ln>
            <a:noFill/>
          </a:ln>
        </p:spPr>
      </p:pic>
      <p:sp>
        <p:nvSpPr>
          <p:cNvPr id="275" name="Google Shape;275;p47"/>
          <p:cNvSpPr/>
          <p:nvPr/>
        </p:nvSpPr>
        <p:spPr>
          <a:xfrm>
            <a:off x="279167" y="4072733"/>
            <a:ext cx="2393600" cy="2211200"/>
          </a:xfrm>
          <a:prstGeom prst="wedgeRoundRectCallout">
            <a:avLst>
              <a:gd name="adj1" fmla="val 68079"/>
              <a:gd name="adj2" fmla="val -15981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rgbClr val="980000"/>
                </a:solidFill>
              </a:rPr>
              <a:t>Correlation coefficient is the measure we use to quantify correlation</a:t>
            </a:r>
            <a:endParaRPr sz="2400">
              <a:solidFill>
                <a:srgbClr val="98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BB3B5-5F9D-49F9-A653-781FAF1BC362}"/>
              </a:ext>
            </a:extLst>
          </p:cNvPr>
          <p:cNvSpPr>
            <a:spLocks noGrp="1"/>
          </p:cNvSpPr>
          <p:nvPr>
            <p:ph type="title"/>
          </p:nvPr>
        </p:nvSpPr>
        <p:spPr>
          <a:xfrm>
            <a:off x="174969" y="246857"/>
            <a:ext cx="11360800" cy="763600"/>
          </a:xfrm>
        </p:spPr>
        <p:txBody>
          <a:bodyPr/>
          <a:lstStyle/>
          <a:p>
            <a:r>
              <a:rPr lang="en-US"/>
              <a:t>Example</a:t>
            </a:r>
          </a:p>
        </p:txBody>
      </p:sp>
      <p:pic>
        <p:nvPicPr>
          <p:cNvPr id="4" name="Picture 3">
            <a:extLst>
              <a:ext uri="{FF2B5EF4-FFF2-40B4-BE49-F238E27FC236}">
                <a16:creationId xmlns:a16="http://schemas.microsoft.com/office/drawing/2014/main" id="{21173DDF-6D7F-4F17-BD1B-1B94259E69D5}"/>
              </a:ext>
            </a:extLst>
          </p:cNvPr>
          <p:cNvPicPr>
            <a:picLocks noChangeAspect="1"/>
          </p:cNvPicPr>
          <p:nvPr/>
        </p:nvPicPr>
        <p:blipFill>
          <a:blip r:embed="rId2"/>
          <a:stretch>
            <a:fillRect/>
          </a:stretch>
        </p:blipFill>
        <p:spPr>
          <a:xfrm>
            <a:off x="174969" y="1639798"/>
            <a:ext cx="3968589" cy="4452035"/>
          </a:xfrm>
          <a:prstGeom prst="rect">
            <a:avLst/>
          </a:prstGeom>
        </p:spPr>
      </p:pic>
      <p:pic>
        <p:nvPicPr>
          <p:cNvPr id="5" name="Picture 4">
            <a:extLst>
              <a:ext uri="{FF2B5EF4-FFF2-40B4-BE49-F238E27FC236}">
                <a16:creationId xmlns:a16="http://schemas.microsoft.com/office/drawing/2014/main" id="{A43CFA90-CA20-4B8B-B809-089A5CA2C95C}"/>
              </a:ext>
            </a:extLst>
          </p:cNvPr>
          <p:cNvPicPr>
            <a:picLocks noChangeAspect="1"/>
          </p:cNvPicPr>
          <p:nvPr/>
        </p:nvPicPr>
        <p:blipFill>
          <a:blip r:embed="rId3"/>
          <a:stretch>
            <a:fillRect/>
          </a:stretch>
        </p:blipFill>
        <p:spPr>
          <a:xfrm>
            <a:off x="4979069" y="1235644"/>
            <a:ext cx="876300" cy="2057400"/>
          </a:xfrm>
          <a:prstGeom prst="rect">
            <a:avLst/>
          </a:prstGeom>
        </p:spPr>
      </p:pic>
      <p:pic>
        <p:nvPicPr>
          <p:cNvPr id="6" name="Picture 5">
            <a:extLst>
              <a:ext uri="{FF2B5EF4-FFF2-40B4-BE49-F238E27FC236}">
                <a16:creationId xmlns:a16="http://schemas.microsoft.com/office/drawing/2014/main" id="{6D0DB38E-CC2C-47C2-9196-37EA6DCDCDE3}"/>
              </a:ext>
            </a:extLst>
          </p:cNvPr>
          <p:cNvPicPr>
            <a:picLocks noChangeAspect="1"/>
          </p:cNvPicPr>
          <p:nvPr/>
        </p:nvPicPr>
        <p:blipFill>
          <a:blip r:embed="rId4"/>
          <a:stretch>
            <a:fillRect/>
          </a:stretch>
        </p:blipFill>
        <p:spPr>
          <a:xfrm>
            <a:off x="4564983" y="3586614"/>
            <a:ext cx="1771650" cy="733425"/>
          </a:xfrm>
          <a:prstGeom prst="rect">
            <a:avLst/>
          </a:prstGeom>
        </p:spPr>
      </p:pic>
      <p:grpSp>
        <p:nvGrpSpPr>
          <p:cNvPr id="9" name="Group 8">
            <a:extLst>
              <a:ext uri="{FF2B5EF4-FFF2-40B4-BE49-F238E27FC236}">
                <a16:creationId xmlns:a16="http://schemas.microsoft.com/office/drawing/2014/main" id="{E7E65DD8-51E3-4F58-91B4-39248798F3E1}"/>
              </a:ext>
            </a:extLst>
          </p:cNvPr>
          <p:cNvGrpSpPr/>
          <p:nvPr/>
        </p:nvGrpSpPr>
        <p:grpSpPr>
          <a:xfrm>
            <a:off x="4432935" y="4577514"/>
            <a:ext cx="4057650" cy="942975"/>
            <a:chOff x="4432935" y="4577514"/>
            <a:chExt cx="4057650" cy="942975"/>
          </a:xfrm>
        </p:grpSpPr>
        <p:pic>
          <p:nvPicPr>
            <p:cNvPr id="7" name="Picture 6">
              <a:extLst>
                <a:ext uri="{FF2B5EF4-FFF2-40B4-BE49-F238E27FC236}">
                  <a16:creationId xmlns:a16="http://schemas.microsoft.com/office/drawing/2014/main" id="{26DFA4D9-26AF-44D6-B627-75AC9BB3BA47}"/>
                </a:ext>
              </a:extLst>
            </p:cNvPr>
            <p:cNvPicPr>
              <a:picLocks noChangeAspect="1"/>
            </p:cNvPicPr>
            <p:nvPr/>
          </p:nvPicPr>
          <p:blipFill>
            <a:blip r:embed="rId5"/>
            <a:stretch>
              <a:fillRect/>
            </a:stretch>
          </p:blipFill>
          <p:spPr>
            <a:xfrm>
              <a:off x="4432935" y="4577514"/>
              <a:ext cx="4057650" cy="942975"/>
            </a:xfrm>
            <a:prstGeom prst="rect">
              <a:avLst/>
            </a:prstGeom>
          </p:spPr>
        </p:pic>
        <p:sp>
          <p:nvSpPr>
            <p:cNvPr id="8" name="TextBox 7">
              <a:extLst>
                <a:ext uri="{FF2B5EF4-FFF2-40B4-BE49-F238E27FC236}">
                  <a16:creationId xmlns:a16="http://schemas.microsoft.com/office/drawing/2014/main" id="{B55EE6B7-B372-428A-B725-9E5595B68F68}"/>
                </a:ext>
              </a:extLst>
            </p:cNvPr>
            <p:cNvSpPr txBox="1"/>
            <p:nvPr/>
          </p:nvSpPr>
          <p:spPr>
            <a:xfrm>
              <a:off x="6096000" y="5151157"/>
              <a:ext cx="301686" cy="369332"/>
            </a:xfrm>
            <a:prstGeom prst="rect">
              <a:avLst/>
            </a:prstGeom>
            <a:noFill/>
          </p:spPr>
          <p:txBody>
            <a:bodyPr wrap="none" rtlCol="0">
              <a:spAutoFit/>
            </a:bodyPr>
            <a:lstStyle/>
            <a:p>
              <a:r>
                <a:rPr lang="en-US"/>
                <a:t>3</a:t>
              </a:r>
            </a:p>
          </p:txBody>
        </p:sp>
      </p:grpSp>
      <p:pic>
        <p:nvPicPr>
          <p:cNvPr id="10" name="Picture 9">
            <a:extLst>
              <a:ext uri="{FF2B5EF4-FFF2-40B4-BE49-F238E27FC236}">
                <a16:creationId xmlns:a16="http://schemas.microsoft.com/office/drawing/2014/main" id="{0DBF9DCE-9892-4C46-95E7-ED8D03C2B8A9}"/>
              </a:ext>
            </a:extLst>
          </p:cNvPr>
          <p:cNvPicPr>
            <a:picLocks noChangeAspect="1"/>
          </p:cNvPicPr>
          <p:nvPr/>
        </p:nvPicPr>
        <p:blipFill>
          <a:blip r:embed="rId6"/>
          <a:stretch>
            <a:fillRect/>
          </a:stretch>
        </p:blipFill>
        <p:spPr>
          <a:xfrm>
            <a:off x="4650708" y="3553576"/>
            <a:ext cx="1600200" cy="2047875"/>
          </a:xfrm>
          <a:prstGeom prst="rect">
            <a:avLst/>
          </a:prstGeom>
        </p:spPr>
      </p:pic>
      <p:pic>
        <p:nvPicPr>
          <p:cNvPr id="11" name="Picture 10">
            <a:extLst>
              <a:ext uri="{FF2B5EF4-FFF2-40B4-BE49-F238E27FC236}">
                <a16:creationId xmlns:a16="http://schemas.microsoft.com/office/drawing/2014/main" id="{AF15FCC2-72E8-4272-AEEC-F82BEFC2F362}"/>
              </a:ext>
            </a:extLst>
          </p:cNvPr>
          <p:cNvPicPr>
            <a:picLocks noChangeAspect="1"/>
          </p:cNvPicPr>
          <p:nvPr/>
        </p:nvPicPr>
        <p:blipFill>
          <a:blip r:embed="rId7"/>
          <a:stretch>
            <a:fillRect/>
          </a:stretch>
        </p:blipFill>
        <p:spPr>
          <a:xfrm>
            <a:off x="6874593" y="570099"/>
            <a:ext cx="4371975" cy="1238250"/>
          </a:xfrm>
          <a:prstGeom prst="rect">
            <a:avLst/>
          </a:prstGeom>
        </p:spPr>
      </p:pic>
      <p:pic>
        <p:nvPicPr>
          <p:cNvPr id="12" name="Picture 11">
            <a:extLst>
              <a:ext uri="{FF2B5EF4-FFF2-40B4-BE49-F238E27FC236}">
                <a16:creationId xmlns:a16="http://schemas.microsoft.com/office/drawing/2014/main" id="{A5188B89-93E3-4110-BB79-CDC1ABC9ADE5}"/>
              </a:ext>
            </a:extLst>
          </p:cNvPr>
          <p:cNvPicPr>
            <a:picLocks noChangeAspect="1"/>
          </p:cNvPicPr>
          <p:nvPr/>
        </p:nvPicPr>
        <p:blipFill>
          <a:blip r:embed="rId8"/>
          <a:stretch>
            <a:fillRect/>
          </a:stretch>
        </p:blipFill>
        <p:spPr>
          <a:xfrm>
            <a:off x="7133400" y="2065824"/>
            <a:ext cx="3086100" cy="838200"/>
          </a:xfrm>
          <a:prstGeom prst="rect">
            <a:avLst/>
          </a:prstGeom>
        </p:spPr>
      </p:pic>
      <p:pic>
        <p:nvPicPr>
          <p:cNvPr id="14" name="Picture 13">
            <a:extLst>
              <a:ext uri="{FF2B5EF4-FFF2-40B4-BE49-F238E27FC236}">
                <a16:creationId xmlns:a16="http://schemas.microsoft.com/office/drawing/2014/main" id="{DE0FF8BE-B50C-462C-B2EF-5176D44E7DE2}"/>
              </a:ext>
            </a:extLst>
          </p:cNvPr>
          <p:cNvPicPr>
            <a:picLocks noChangeAspect="1"/>
          </p:cNvPicPr>
          <p:nvPr/>
        </p:nvPicPr>
        <p:blipFill>
          <a:blip r:embed="rId9"/>
          <a:stretch>
            <a:fillRect/>
          </a:stretch>
        </p:blipFill>
        <p:spPr>
          <a:xfrm>
            <a:off x="7424313" y="2967489"/>
            <a:ext cx="2700280" cy="1238250"/>
          </a:xfrm>
          <a:prstGeom prst="rect">
            <a:avLst/>
          </a:prstGeom>
        </p:spPr>
      </p:pic>
      <p:pic>
        <p:nvPicPr>
          <p:cNvPr id="15" name="Picture 14">
            <a:extLst>
              <a:ext uri="{FF2B5EF4-FFF2-40B4-BE49-F238E27FC236}">
                <a16:creationId xmlns:a16="http://schemas.microsoft.com/office/drawing/2014/main" id="{72E1CD50-3667-408C-8711-E9A83D08AB97}"/>
              </a:ext>
            </a:extLst>
          </p:cNvPr>
          <p:cNvPicPr>
            <a:picLocks noChangeAspect="1"/>
          </p:cNvPicPr>
          <p:nvPr/>
        </p:nvPicPr>
        <p:blipFill>
          <a:blip r:embed="rId10"/>
          <a:stretch>
            <a:fillRect/>
          </a:stretch>
        </p:blipFill>
        <p:spPr>
          <a:xfrm>
            <a:off x="7499884" y="4269204"/>
            <a:ext cx="2863895" cy="1103960"/>
          </a:xfrm>
          <a:prstGeom prst="rect">
            <a:avLst/>
          </a:prstGeom>
        </p:spPr>
      </p:pic>
      <p:pic>
        <p:nvPicPr>
          <p:cNvPr id="16" name="Picture 15">
            <a:extLst>
              <a:ext uri="{FF2B5EF4-FFF2-40B4-BE49-F238E27FC236}">
                <a16:creationId xmlns:a16="http://schemas.microsoft.com/office/drawing/2014/main" id="{83C84149-782F-40F1-AE8C-020B93686A33}"/>
              </a:ext>
            </a:extLst>
          </p:cNvPr>
          <p:cNvPicPr>
            <a:picLocks noChangeAspect="1"/>
          </p:cNvPicPr>
          <p:nvPr/>
        </p:nvPicPr>
        <p:blipFill>
          <a:blip r:embed="rId11"/>
          <a:stretch>
            <a:fillRect/>
          </a:stretch>
        </p:blipFill>
        <p:spPr>
          <a:xfrm>
            <a:off x="7640550" y="5593741"/>
            <a:ext cx="3144654" cy="1053539"/>
          </a:xfrm>
          <a:prstGeom prst="rect">
            <a:avLst/>
          </a:prstGeom>
        </p:spPr>
      </p:pic>
      <p:sp>
        <p:nvSpPr>
          <p:cNvPr id="17" name="TextBox 16">
            <a:extLst>
              <a:ext uri="{FF2B5EF4-FFF2-40B4-BE49-F238E27FC236}">
                <a16:creationId xmlns:a16="http://schemas.microsoft.com/office/drawing/2014/main" id="{6FFB0113-050F-42BD-B088-C7A21BEEB3AB}"/>
              </a:ext>
            </a:extLst>
          </p:cNvPr>
          <p:cNvSpPr txBox="1"/>
          <p:nvPr/>
        </p:nvSpPr>
        <p:spPr>
          <a:xfrm>
            <a:off x="10785204" y="5935844"/>
            <a:ext cx="814647" cy="369332"/>
          </a:xfrm>
          <a:prstGeom prst="rect">
            <a:avLst/>
          </a:prstGeom>
          <a:noFill/>
        </p:spPr>
        <p:txBody>
          <a:bodyPr wrap="none" rtlCol="0">
            <a:spAutoFit/>
          </a:bodyPr>
          <a:lstStyle/>
          <a:p>
            <a:r>
              <a:rPr lang="en-US"/>
              <a:t> = 0.94</a:t>
            </a:r>
          </a:p>
        </p:txBody>
      </p:sp>
    </p:spTree>
    <p:extLst>
      <p:ext uri="{BB962C8B-B14F-4D97-AF65-F5344CB8AC3E}">
        <p14:creationId xmlns:p14="http://schemas.microsoft.com/office/powerpoint/2010/main" val="307179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5907F-9BF8-437E-A54B-E8BD58CEC61A}"/>
              </a:ext>
            </a:extLst>
          </p:cNvPr>
          <p:cNvSpPr>
            <a:spLocks noGrp="1"/>
          </p:cNvSpPr>
          <p:nvPr>
            <p:ph type="title"/>
          </p:nvPr>
        </p:nvSpPr>
        <p:spPr/>
        <p:txBody>
          <a:bodyPr/>
          <a:lstStyle/>
          <a:p>
            <a:r>
              <a:rPr lang="en-US" sz="4267">
                <a:solidFill>
                  <a:srgbClr val="1155CC"/>
                </a:solidFill>
              </a:rPr>
              <a:t>Pearson Correlation Is Sensitive to Outliers</a:t>
            </a:r>
          </a:p>
        </p:txBody>
      </p:sp>
      <p:pic>
        <p:nvPicPr>
          <p:cNvPr id="4" name="Picture 3">
            <a:extLst>
              <a:ext uri="{FF2B5EF4-FFF2-40B4-BE49-F238E27FC236}">
                <a16:creationId xmlns:a16="http://schemas.microsoft.com/office/drawing/2014/main" id="{97308636-51A9-4838-8C32-FB3372B6BE4D}"/>
              </a:ext>
            </a:extLst>
          </p:cNvPr>
          <p:cNvPicPr>
            <a:picLocks noChangeAspect="1"/>
          </p:cNvPicPr>
          <p:nvPr/>
        </p:nvPicPr>
        <p:blipFill>
          <a:blip r:embed="rId2"/>
          <a:stretch>
            <a:fillRect/>
          </a:stretch>
        </p:blipFill>
        <p:spPr>
          <a:xfrm>
            <a:off x="1405156" y="1624937"/>
            <a:ext cx="9005368" cy="4915430"/>
          </a:xfrm>
          <a:prstGeom prst="rect">
            <a:avLst/>
          </a:prstGeom>
        </p:spPr>
      </p:pic>
    </p:spTree>
    <p:extLst>
      <p:ext uri="{BB962C8B-B14F-4D97-AF65-F5344CB8AC3E}">
        <p14:creationId xmlns:p14="http://schemas.microsoft.com/office/powerpoint/2010/main" val="923215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6476-2387-483E-83E2-4E13B4C37E52}"/>
              </a:ext>
            </a:extLst>
          </p:cNvPr>
          <p:cNvSpPr>
            <a:spLocks noGrp="1"/>
          </p:cNvSpPr>
          <p:nvPr>
            <p:ph type="title"/>
          </p:nvPr>
        </p:nvSpPr>
        <p:spPr>
          <a:xfrm>
            <a:off x="231042" y="384367"/>
            <a:ext cx="11360800" cy="763600"/>
          </a:xfrm>
        </p:spPr>
        <p:txBody>
          <a:bodyPr/>
          <a:lstStyle/>
          <a:p>
            <a:r>
              <a:rPr lang="en-US" sz="4267">
                <a:solidFill>
                  <a:srgbClr val="1155CC"/>
                </a:solidFill>
              </a:rPr>
              <a:t>Correlation does not depend on the slope and size of data</a:t>
            </a:r>
          </a:p>
        </p:txBody>
      </p:sp>
      <p:sp>
        <p:nvSpPr>
          <p:cNvPr id="3" name="Text Placeholder 2">
            <a:extLst>
              <a:ext uri="{FF2B5EF4-FFF2-40B4-BE49-F238E27FC236}">
                <a16:creationId xmlns:a16="http://schemas.microsoft.com/office/drawing/2014/main" id="{C562E65C-CCFD-4AB6-BC13-35A2E5AEEEBC}"/>
              </a:ext>
            </a:extLst>
          </p:cNvPr>
          <p:cNvSpPr>
            <a:spLocks noGrp="1"/>
          </p:cNvSpPr>
          <p:nvPr>
            <p:ph type="body" idx="1"/>
          </p:nvPr>
        </p:nvSpPr>
        <p:spPr/>
        <p:txBody>
          <a:bodyPr/>
          <a:lstStyle/>
          <a:p>
            <a:endParaRPr lang="en-US"/>
          </a:p>
        </p:txBody>
      </p:sp>
      <p:pic>
        <p:nvPicPr>
          <p:cNvPr id="10" name="Picture 9">
            <a:extLst>
              <a:ext uri="{FF2B5EF4-FFF2-40B4-BE49-F238E27FC236}">
                <a16:creationId xmlns:a16="http://schemas.microsoft.com/office/drawing/2014/main" id="{B0414D25-C6DF-4FAE-A591-29AFADFB2EE0}"/>
              </a:ext>
            </a:extLst>
          </p:cNvPr>
          <p:cNvPicPr>
            <a:picLocks noChangeAspect="1"/>
          </p:cNvPicPr>
          <p:nvPr/>
        </p:nvPicPr>
        <p:blipFill>
          <a:blip r:embed="rId2"/>
          <a:stretch>
            <a:fillRect/>
          </a:stretch>
        </p:blipFill>
        <p:spPr>
          <a:xfrm>
            <a:off x="0" y="2379890"/>
            <a:ext cx="12192000" cy="3843130"/>
          </a:xfrm>
          <a:prstGeom prst="rect">
            <a:avLst/>
          </a:prstGeom>
        </p:spPr>
      </p:pic>
    </p:spTree>
    <p:extLst>
      <p:ext uri="{BB962C8B-B14F-4D97-AF65-F5344CB8AC3E}">
        <p14:creationId xmlns:p14="http://schemas.microsoft.com/office/powerpoint/2010/main" val="3530543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2"/>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Cosine Similarity</a:t>
            </a:r>
            <a:endParaRPr>
              <a:solidFill>
                <a:srgbClr val="1155CC"/>
              </a:solidFill>
            </a:endParaRPr>
          </a:p>
        </p:txBody>
      </p:sp>
      <p:sp>
        <p:nvSpPr>
          <p:cNvPr id="241" name="Google Shape;241;p42"/>
          <p:cNvSpPr txBox="1"/>
          <p:nvPr/>
        </p:nvSpPr>
        <p:spPr>
          <a:xfrm>
            <a:off x="341467" y="1204100"/>
            <a:ext cx="6300400" cy="2958800"/>
          </a:xfrm>
          <a:prstGeom prst="rect">
            <a:avLst/>
          </a:prstGeom>
          <a:noFill/>
          <a:ln>
            <a:noFill/>
          </a:ln>
        </p:spPr>
        <p:txBody>
          <a:bodyPr spcFirstLastPara="1" wrap="square" lIns="121900" tIns="121900" rIns="121900" bIns="121900" anchor="t" anchorCtr="0">
            <a:noAutofit/>
          </a:bodyPr>
          <a:lstStyle/>
          <a:p>
            <a:pPr marL="609585" indent="-507987">
              <a:lnSpc>
                <a:spcPct val="90000"/>
              </a:lnSpc>
              <a:spcBef>
                <a:spcPts val="933"/>
              </a:spcBef>
              <a:buClr>
                <a:schemeClr val="dk1"/>
              </a:buClr>
              <a:buSzPts val="2400"/>
              <a:buFont typeface="Arial"/>
              <a:buChar char="●"/>
            </a:pPr>
            <a:r>
              <a:rPr lang="en" sz="3200">
                <a:solidFill>
                  <a:schemeClr val="dk1"/>
                </a:solidFill>
              </a:rPr>
              <a:t>Assess the alignment of the directions of two vectors in multi-dimensional space</a:t>
            </a:r>
            <a:endParaRPr sz="3200">
              <a:solidFill>
                <a:schemeClr val="dk1"/>
              </a:solidFill>
            </a:endParaRPr>
          </a:p>
          <a:p>
            <a:pPr marL="1219170" lvl="1" indent="-507987">
              <a:lnSpc>
                <a:spcPct val="90000"/>
              </a:lnSpc>
              <a:buClr>
                <a:schemeClr val="dk1"/>
              </a:buClr>
              <a:buSzPts val="2400"/>
              <a:buFont typeface="Arial"/>
              <a:buChar char="○"/>
            </a:pPr>
            <a:r>
              <a:rPr lang="en" sz="2400">
                <a:solidFill>
                  <a:schemeClr val="dk1"/>
                </a:solidFill>
              </a:rPr>
              <a:t>cos( </a:t>
            </a:r>
            <a:r>
              <a:rPr lang="en" sz="2400" b="1">
                <a:solidFill>
                  <a:schemeClr val="dk1"/>
                </a:solidFill>
              </a:rPr>
              <a:t>d</a:t>
            </a:r>
            <a:r>
              <a:rPr lang="en" sz="2400" b="1" baseline="-25000">
                <a:solidFill>
                  <a:schemeClr val="dk1"/>
                </a:solidFill>
              </a:rPr>
              <a:t>1</a:t>
            </a:r>
            <a:r>
              <a:rPr lang="en" sz="2400" i="1">
                <a:solidFill>
                  <a:schemeClr val="dk1"/>
                </a:solidFill>
              </a:rPr>
              <a:t>, </a:t>
            </a:r>
            <a:r>
              <a:rPr lang="en" sz="2400" b="1">
                <a:solidFill>
                  <a:schemeClr val="dk1"/>
                </a:solidFill>
              </a:rPr>
              <a:t>d</a:t>
            </a:r>
            <a:r>
              <a:rPr lang="en" sz="2400" b="1" baseline="-25000">
                <a:solidFill>
                  <a:schemeClr val="dk1"/>
                </a:solidFill>
              </a:rPr>
              <a:t>2</a:t>
            </a:r>
            <a:r>
              <a:rPr lang="en" sz="2400">
                <a:solidFill>
                  <a:schemeClr val="dk1"/>
                </a:solidFill>
              </a:rPr>
              <a:t> ) =  &lt;</a:t>
            </a:r>
            <a:r>
              <a:rPr lang="en" sz="2400" b="1">
                <a:solidFill>
                  <a:schemeClr val="dk1"/>
                </a:solidFill>
              </a:rPr>
              <a:t>d</a:t>
            </a:r>
            <a:r>
              <a:rPr lang="en" sz="2400" b="1" baseline="-25000">
                <a:solidFill>
                  <a:schemeClr val="dk1"/>
                </a:solidFill>
              </a:rPr>
              <a:t>1</a:t>
            </a:r>
            <a:r>
              <a:rPr lang="en" sz="2400">
                <a:solidFill>
                  <a:schemeClr val="dk1"/>
                </a:solidFill>
              </a:rPr>
              <a:t>,</a:t>
            </a:r>
            <a:r>
              <a:rPr lang="en" sz="2400" b="1">
                <a:solidFill>
                  <a:schemeClr val="dk1"/>
                </a:solidFill>
              </a:rPr>
              <a:t>d</a:t>
            </a:r>
            <a:r>
              <a:rPr lang="en" sz="2400" b="1" baseline="-25000">
                <a:solidFill>
                  <a:schemeClr val="dk1"/>
                </a:solidFill>
              </a:rPr>
              <a:t>2</a:t>
            </a:r>
            <a:r>
              <a:rPr lang="en" sz="2400">
                <a:solidFill>
                  <a:schemeClr val="dk1"/>
                </a:solidFill>
              </a:rPr>
              <a:t>&gt; / ||</a:t>
            </a:r>
            <a:r>
              <a:rPr lang="en" sz="2400" b="1">
                <a:solidFill>
                  <a:schemeClr val="dk1"/>
                </a:solidFill>
              </a:rPr>
              <a:t>d</a:t>
            </a:r>
            <a:r>
              <a:rPr lang="en" sz="2400" baseline="-25000">
                <a:solidFill>
                  <a:schemeClr val="dk1"/>
                </a:solidFill>
              </a:rPr>
              <a:t>1</a:t>
            </a:r>
            <a:r>
              <a:rPr lang="en" sz="2400">
                <a:solidFill>
                  <a:schemeClr val="dk1"/>
                </a:solidFill>
              </a:rPr>
              <a:t>|| ||</a:t>
            </a:r>
            <a:r>
              <a:rPr lang="en" sz="2400" b="1">
                <a:solidFill>
                  <a:schemeClr val="dk1"/>
                </a:solidFill>
              </a:rPr>
              <a:t>d</a:t>
            </a:r>
            <a:r>
              <a:rPr lang="en" sz="2400" baseline="-25000">
                <a:solidFill>
                  <a:schemeClr val="dk1"/>
                </a:solidFill>
              </a:rPr>
              <a:t>2</a:t>
            </a:r>
            <a:r>
              <a:rPr lang="en" sz="2400">
                <a:solidFill>
                  <a:schemeClr val="dk1"/>
                </a:solidFill>
              </a:rPr>
              <a:t>||</a:t>
            </a:r>
            <a:endParaRPr sz="2400">
              <a:solidFill>
                <a:schemeClr val="dk1"/>
              </a:solidFill>
            </a:endParaRPr>
          </a:p>
          <a:p>
            <a:pPr marL="1828754" lvl="2" indent="-423323">
              <a:lnSpc>
                <a:spcPct val="90000"/>
              </a:lnSpc>
              <a:buClr>
                <a:schemeClr val="dk1"/>
              </a:buClr>
              <a:buSzPts val="1400"/>
              <a:buFont typeface="Arial"/>
              <a:buChar char="■"/>
            </a:pPr>
            <a:r>
              <a:rPr lang="en" sz="2400">
                <a:solidFill>
                  <a:schemeClr val="dk1"/>
                </a:solidFill>
              </a:rPr>
              <a:t>&lt;</a:t>
            </a:r>
            <a:r>
              <a:rPr lang="en" sz="2400" b="1">
                <a:solidFill>
                  <a:schemeClr val="dk1"/>
                </a:solidFill>
              </a:rPr>
              <a:t>d</a:t>
            </a:r>
            <a:r>
              <a:rPr lang="en" sz="2400" b="1" baseline="-25000">
                <a:solidFill>
                  <a:schemeClr val="dk1"/>
                </a:solidFill>
              </a:rPr>
              <a:t>1</a:t>
            </a:r>
            <a:r>
              <a:rPr lang="en" sz="2400">
                <a:solidFill>
                  <a:schemeClr val="dk1"/>
                </a:solidFill>
              </a:rPr>
              <a:t>,</a:t>
            </a:r>
            <a:r>
              <a:rPr lang="en" sz="2400" b="1">
                <a:solidFill>
                  <a:schemeClr val="dk1"/>
                </a:solidFill>
              </a:rPr>
              <a:t>d</a:t>
            </a:r>
            <a:r>
              <a:rPr lang="en" sz="2400" b="1" baseline="-25000">
                <a:solidFill>
                  <a:schemeClr val="dk1"/>
                </a:solidFill>
              </a:rPr>
              <a:t>2</a:t>
            </a:r>
            <a:r>
              <a:rPr lang="en" sz="2400">
                <a:solidFill>
                  <a:schemeClr val="dk1"/>
                </a:solidFill>
              </a:rPr>
              <a:t>&gt; indicates inner product </a:t>
            </a:r>
            <a:endParaRPr sz="2400">
              <a:solidFill>
                <a:schemeClr val="dk1"/>
              </a:solidFill>
            </a:endParaRPr>
          </a:p>
          <a:p>
            <a:pPr marL="1828754" lvl="2" indent="-423323">
              <a:lnSpc>
                <a:spcPct val="90000"/>
              </a:lnSpc>
              <a:buClr>
                <a:schemeClr val="dk1"/>
              </a:buClr>
              <a:buSzPts val="1400"/>
              <a:buFont typeface="Arial"/>
              <a:buChar char="■"/>
            </a:pPr>
            <a:r>
              <a:rPr lang="en" sz="2400" b="1">
                <a:solidFill>
                  <a:schemeClr val="dk1"/>
                </a:solidFill>
              </a:rPr>
              <a:t>|| d ||</a:t>
            </a:r>
            <a:r>
              <a:rPr lang="en" sz="2400">
                <a:solidFill>
                  <a:schemeClr val="dk1"/>
                </a:solidFill>
              </a:rPr>
              <a:t> is the   length of vector </a:t>
            </a:r>
            <a:r>
              <a:rPr lang="en" sz="2400" b="1">
                <a:solidFill>
                  <a:schemeClr val="dk1"/>
                </a:solidFill>
              </a:rPr>
              <a:t>d</a:t>
            </a:r>
            <a:endParaRPr sz="2400" b="1">
              <a:solidFill>
                <a:schemeClr val="dk1"/>
              </a:solidFill>
            </a:endParaRPr>
          </a:p>
          <a:p>
            <a:pPr>
              <a:lnSpc>
                <a:spcPct val="90000"/>
              </a:lnSpc>
              <a:spcBef>
                <a:spcPts val="933"/>
              </a:spcBef>
            </a:pPr>
            <a:endParaRPr sz="2400" b="1">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sp>
        <p:nvSpPr>
          <p:cNvPr id="242" name="Google Shape;242;p42"/>
          <p:cNvSpPr/>
          <p:nvPr/>
        </p:nvSpPr>
        <p:spPr>
          <a:xfrm>
            <a:off x="2788816" y="4260974"/>
            <a:ext cx="3425200" cy="2327200"/>
          </a:xfrm>
          <a:prstGeom prst="wedgeRoundRectCallout">
            <a:avLst>
              <a:gd name="adj1" fmla="val 92610"/>
              <a:gd name="adj2" fmla="val -25034"/>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rgbClr val="980000"/>
                </a:solidFill>
              </a:rPr>
              <a:t>Cosine similarity is related to Euclidian distance, but it is normalized by nature</a:t>
            </a:r>
            <a:endParaRPr sz="2400">
              <a:solidFill>
                <a:srgbClr val="980000"/>
              </a:solidFill>
            </a:endParaRPr>
          </a:p>
        </p:txBody>
      </p:sp>
      <p:pic>
        <p:nvPicPr>
          <p:cNvPr id="243" name="Google Shape;243;p42"/>
          <p:cNvPicPr preferRelativeResize="0"/>
          <p:nvPr/>
        </p:nvPicPr>
        <p:blipFill>
          <a:blip r:embed="rId3">
            <a:alphaModFix/>
          </a:blip>
          <a:stretch>
            <a:fillRect/>
          </a:stretch>
        </p:blipFill>
        <p:spPr>
          <a:xfrm>
            <a:off x="7690585" y="3012706"/>
            <a:ext cx="4308470" cy="3575467"/>
          </a:xfrm>
          <a:prstGeom prst="rect">
            <a:avLst/>
          </a:prstGeom>
          <a:noFill/>
          <a:ln>
            <a:noFill/>
          </a:ln>
        </p:spPr>
      </p:pic>
      <p:pic>
        <p:nvPicPr>
          <p:cNvPr id="2" name="Picture 1">
            <a:extLst>
              <a:ext uri="{FF2B5EF4-FFF2-40B4-BE49-F238E27FC236}">
                <a16:creationId xmlns:a16="http://schemas.microsoft.com/office/drawing/2014/main" id="{2B3AA07F-7D12-4774-A4FD-39A4E8AFA5D9}"/>
              </a:ext>
            </a:extLst>
          </p:cNvPr>
          <p:cNvPicPr>
            <a:picLocks noChangeAspect="1"/>
          </p:cNvPicPr>
          <p:nvPr/>
        </p:nvPicPr>
        <p:blipFill>
          <a:blip r:embed="rId4"/>
          <a:stretch>
            <a:fillRect/>
          </a:stretch>
        </p:blipFill>
        <p:spPr>
          <a:xfrm>
            <a:off x="7614022" y="419854"/>
            <a:ext cx="3537728" cy="954625"/>
          </a:xfrm>
          <a:prstGeom prst="rect">
            <a:avLst/>
          </a:prstGeom>
        </p:spPr>
      </p:pic>
      <p:pic>
        <p:nvPicPr>
          <p:cNvPr id="3" name="Picture 2">
            <a:extLst>
              <a:ext uri="{FF2B5EF4-FFF2-40B4-BE49-F238E27FC236}">
                <a16:creationId xmlns:a16="http://schemas.microsoft.com/office/drawing/2014/main" id="{608A38D8-4CE2-4490-8FBE-CDF62FDDD922}"/>
              </a:ext>
            </a:extLst>
          </p:cNvPr>
          <p:cNvPicPr>
            <a:picLocks noChangeAspect="1"/>
          </p:cNvPicPr>
          <p:nvPr/>
        </p:nvPicPr>
        <p:blipFill>
          <a:blip r:embed="rId5"/>
          <a:stretch>
            <a:fillRect/>
          </a:stretch>
        </p:blipFill>
        <p:spPr>
          <a:xfrm>
            <a:off x="6238988" y="1660766"/>
            <a:ext cx="5876925" cy="523875"/>
          </a:xfrm>
          <a:prstGeom prst="rect">
            <a:avLst/>
          </a:prstGeom>
        </p:spPr>
      </p:pic>
    </p:spTree>
    <p:extLst>
      <p:ext uri="{BB962C8B-B14F-4D97-AF65-F5344CB8AC3E}">
        <p14:creationId xmlns:p14="http://schemas.microsoft.com/office/powerpoint/2010/main" val="1600917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4"/>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Correlation vs. Cosine Similarity</a:t>
            </a:r>
            <a:endParaRPr>
              <a:solidFill>
                <a:srgbClr val="1155CC"/>
              </a:solidFill>
            </a:endParaRPr>
          </a:p>
        </p:txBody>
      </p:sp>
      <p:pic>
        <p:nvPicPr>
          <p:cNvPr id="255" name="Google Shape;255;p44"/>
          <p:cNvPicPr preferRelativeResize="0"/>
          <p:nvPr/>
        </p:nvPicPr>
        <p:blipFill>
          <a:blip r:embed="rId3">
            <a:alphaModFix/>
          </a:blip>
          <a:stretch>
            <a:fillRect/>
          </a:stretch>
        </p:blipFill>
        <p:spPr>
          <a:xfrm>
            <a:off x="7045748" y="2358698"/>
            <a:ext cx="4883200" cy="4008633"/>
          </a:xfrm>
          <a:prstGeom prst="rect">
            <a:avLst/>
          </a:prstGeom>
          <a:noFill/>
          <a:ln>
            <a:noFill/>
          </a:ln>
        </p:spPr>
      </p:pic>
      <p:sp>
        <p:nvSpPr>
          <p:cNvPr id="256" name="Google Shape;256;p44"/>
          <p:cNvSpPr txBox="1"/>
          <p:nvPr/>
        </p:nvSpPr>
        <p:spPr>
          <a:xfrm>
            <a:off x="277567" y="897167"/>
            <a:ext cx="11198800" cy="1455200"/>
          </a:xfrm>
          <a:prstGeom prst="rect">
            <a:avLst/>
          </a:prstGeom>
          <a:noFill/>
          <a:ln>
            <a:noFill/>
          </a:ln>
        </p:spPr>
        <p:txBody>
          <a:bodyPr spcFirstLastPara="1" wrap="square" lIns="121900" tIns="121900" rIns="121900" bIns="121900" anchor="t" anchorCtr="0">
            <a:noAutofit/>
          </a:bodyPr>
          <a:lstStyle/>
          <a:p>
            <a:pPr marL="609585" indent="-423323">
              <a:lnSpc>
                <a:spcPct val="90000"/>
              </a:lnSpc>
              <a:spcBef>
                <a:spcPts val="933"/>
              </a:spcBef>
              <a:buClr>
                <a:schemeClr val="dk1"/>
              </a:buClr>
              <a:buSzPts val="1400"/>
              <a:buChar char="●"/>
            </a:pPr>
            <a:r>
              <a:rPr lang="en" sz="3200" dirty="0">
                <a:solidFill>
                  <a:schemeClr val="dk1"/>
                </a:solidFill>
              </a:rPr>
              <a:t>Correlation coefficient and cosine similarity are identical when the vectors are centered (i.e., their means are 0)</a:t>
            </a:r>
          </a:p>
          <a:p>
            <a:pPr>
              <a:lnSpc>
                <a:spcPct val="90000"/>
              </a:lnSpc>
              <a:spcBef>
                <a:spcPts val="933"/>
              </a:spcBef>
            </a:pPr>
            <a:endParaRPr sz="2400" dirty="0">
              <a:solidFill>
                <a:schemeClr val="dk1"/>
              </a:solidFill>
            </a:endParaRPr>
          </a:p>
          <a:p>
            <a:pPr>
              <a:lnSpc>
                <a:spcPct val="90000"/>
              </a:lnSpc>
              <a:spcBef>
                <a:spcPts val="933"/>
              </a:spcBef>
            </a:pPr>
            <a:endParaRPr sz="3200" dirty="0">
              <a:solidFill>
                <a:schemeClr val="dk1"/>
              </a:solidFill>
            </a:endParaRPr>
          </a:p>
          <a:p>
            <a:pPr>
              <a:lnSpc>
                <a:spcPct val="90000"/>
              </a:lnSpc>
              <a:spcBef>
                <a:spcPts val="933"/>
              </a:spcBef>
            </a:pPr>
            <a:r>
              <a:rPr lang="en" sz="2400" dirty="0">
                <a:solidFill>
                  <a:schemeClr val="dk1"/>
                </a:solidFill>
              </a:rPr>
              <a:t>				</a:t>
            </a:r>
            <a:endParaRPr sz="2400" dirty="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1"/>
          <p:cNvSpPr txBox="1">
            <a:spLocks noGrp="1"/>
          </p:cNvSpPr>
          <p:nvPr>
            <p:ph type="title"/>
          </p:nvPr>
        </p:nvSpPr>
        <p:spPr>
          <a:xfrm>
            <a:off x="2438400" y="274638"/>
            <a:ext cx="7772400" cy="1143000"/>
          </a:xfrm>
          <a:prstGeom prst="rect">
            <a:avLst/>
          </a:prstGeom>
          <a:noFill/>
          <a:ln>
            <a:noFill/>
          </a:ln>
        </p:spPr>
        <p:txBody>
          <a:bodyPr spcFirstLastPara="1" vert="horz" wrap="square" lIns="91425" tIns="45700" rIns="91425" bIns="91425" rtlCol="0" anchor="b" anchorCtr="0">
            <a:noAutofit/>
          </a:bodyPr>
          <a:lstStyle/>
          <a:p>
            <a:pPr algn="ctr">
              <a:spcBef>
                <a:spcPts val="0"/>
              </a:spcBef>
            </a:pPr>
            <a:r>
              <a:rPr lang="en-US" sz="4267">
                <a:solidFill>
                  <a:srgbClr val="1155CC"/>
                </a:solidFill>
              </a:rPr>
              <a:t>Example</a:t>
            </a:r>
            <a:r>
              <a:rPr lang="en-US" sz="3200"/>
              <a:t> </a:t>
            </a:r>
            <a:r>
              <a:rPr lang="en-US" sz="4267">
                <a:solidFill>
                  <a:srgbClr val="1155CC"/>
                </a:solidFill>
              </a:rPr>
              <a:t>– Tiny Netflix subset</a:t>
            </a:r>
            <a:endParaRPr sz="4267">
              <a:solidFill>
                <a:srgbClr val="1155CC"/>
              </a:solidFill>
            </a:endParaRPr>
          </a:p>
        </p:txBody>
      </p:sp>
      <p:sp>
        <p:nvSpPr>
          <p:cNvPr id="322" name="Google Shape;322;p41"/>
          <p:cNvSpPr txBox="1">
            <a:spLocks noGrp="1"/>
          </p:cNvSpPr>
          <p:nvPr>
            <p:ph type="body" idx="1"/>
          </p:nvPr>
        </p:nvSpPr>
        <p:spPr>
          <a:xfrm>
            <a:off x="2438400" y="5181600"/>
            <a:ext cx="7772400" cy="990600"/>
          </a:xfrm>
          <a:prstGeom prst="rect">
            <a:avLst/>
          </a:prstGeom>
          <a:noFill/>
          <a:ln>
            <a:noFill/>
          </a:ln>
        </p:spPr>
        <p:txBody>
          <a:bodyPr spcFirstLastPara="1" vert="horz" wrap="square" lIns="91425" tIns="45700" rIns="91425" bIns="45700" rtlCol="0" anchor="t" anchorCtr="0">
            <a:noAutofit/>
          </a:bodyPr>
          <a:lstStyle/>
          <a:p>
            <a:pPr marL="273050" indent="-273050">
              <a:spcBef>
                <a:spcPts val="0"/>
              </a:spcBef>
              <a:buSzPts val="2210"/>
              <a:buNone/>
            </a:pPr>
            <a:r>
              <a:rPr lang="en-US"/>
              <a:t>Consider users 30878 and 823519</a:t>
            </a:r>
            <a:endParaRPr/>
          </a:p>
        </p:txBody>
      </p:sp>
      <p:pic>
        <p:nvPicPr>
          <p:cNvPr id="323" name="Google Shape;323;p41"/>
          <p:cNvPicPr preferRelativeResize="0"/>
          <p:nvPr/>
        </p:nvPicPr>
        <p:blipFill rotWithShape="1">
          <a:blip r:embed="rId3">
            <a:alphaModFix/>
          </a:blip>
          <a:srcRect/>
          <a:stretch/>
        </p:blipFill>
        <p:spPr>
          <a:xfrm>
            <a:off x="2590800" y="1447801"/>
            <a:ext cx="7143750" cy="30194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2"/>
          <p:cNvSpPr txBox="1">
            <a:spLocks noGrp="1"/>
          </p:cNvSpPr>
          <p:nvPr>
            <p:ph type="title"/>
          </p:nvPr>
        </p:nvSpPr>
        <p:spPr>
          <a:xfrm>
            <a:off x="117446" y="274638"/>
            <a:ext cx="11585196" cy="715962"/>
          </a:xfrm>
          <a:prstGeom prst="rect">
            <a:avLst/>
          </a:prstGeom>
          <a:noFill/>
          <a:ln>
            <a:noFill/>
          </a:ln>
        </p:spPr>
        <p:txBody>
          <a:bodyPr spcFirstLastPara="1" vert="horz" wrap="square" lIns="91425" tIns="45700" rIns="91425" bIns="91425" rtlCol="0" anchor="b" anchorCtr="0">
            <a:noAutofit/>
          </a:bodyPr>
          <a:lstStyle/>
          <a:p>
            <a:pPr>
              <a:spcBef>
                <a:spcPts val="0"/>
              </a:spcBef>
            </a:pPr>
            <a:r>
              <a:rPr lang="en-US" sz="4267">
                <a:solidFill>
                  <a:srgbClr val="1155CC"/>
                </a:solidFill>
              </a:rPr>
              <a:t>Correlation between users 30878 and 823519 </a:t>
            </a:r>
            <a:endParaRPr sz="4267">
              <a:solidFill>
                <a:srgbClr val="1155CC"/>
              </a:solidFill>
            </a:endParaRPr>
          </a:p>
        </p:txBody>
      </p:sp>
      <p:sp>
        <p:nvSpPr>
          <p:cNvPr id="329" name="Google Shape;329;p42"/>
          <p:cNvSpPr txBox="1">
            <a:spLocks noGrp="1"/>
          </p:cNvSpPr>
          <p:nvPr>
            <p:ph type="body" idx="1"/>
          </p:nvPr>
        </p:nvSpPr>
        <p:spPr>
          <a:xfrm>
            <a:off x="609600" y="1447800"/>
            <a:ext cx="7772400" cy="609600"/>
          </a:xfrm>
          <a:prstGeom prst="rect">
            <a:avLst/>
          </a:prstGeom>
          <a:noFill/>
          <a:ln>
            <a:noFill/>
          </a:ln>
        </p:spPr>
        <p:txBody>
          <a:bodyPr spcFirstLastPara="1" vert="horz" wrap="square" lIns="91425" tIns="45700" rIns="91425" bIns="45700" rtlCol="0" anchor="t" anchorCtr="0">
            <a:noAutofit/>
          </a:bodyPr>
          <a:lstStyle/>
          <a:p>
            <a:pPr marL="273050" indent="-273050">
              <a:spcBef>
                <a:spcPts val="0"/>
              </a:spcBef>
              <a:buSzPts val="2210"/>
              <a:buNone/>
            </a:pPr>
            <a:r>
              <a:rPr lang="en-US"/>
              <a:t>First find average ratings for each user:</a:t>
            </a:r>
            <a:endParaRPr/>
          </a:p>
          <a:p>
            <a:pPr marL="273050" indent="-132715">
              <a:spcBef>
                <a:spcPts val="575"/>
              </a:spcBef>
              <a:buSzPts val="2210"/>
              <a:buNone/>
            </a:pPr>
            <a:endParaRPr/>
          </a:p>
        </p:txBody>
      </p:sp>
      <p:pic>
        <p:nvPicPr>
          <p:cNvPr id="330" name="Google Shape;330;p42"/>
          <p:cNvPicPr preferRelativeResize="0"/>
          <p:nvPr/>
        </p:nvPicPr>
        <p:blipFill rotWithShape="1">
          <a:blip r:embed="rId3">
            <a:alphaModFix/>
          </a:blip>
          <a:srcRect/>
          <a:stretch/>
        </p:blipFill>
        <p:spPr>
          <a:xfrm>
            <a:off x="1905001" y="1905001"/>
            <a:ext cx="4162425" cy="828675"/>
          </a:xfrm>
          <a:prstGeom prst="rect">
            <a:avLst/>
          </a:prstGeom>
          <a:noFill/>
          <a:ln>
            <a:noFill/>
          </a:ln>
        </p:spPr>
      </p:pic>
      <p:sp>
        <p:nvSpPr>
          <p:cNvPr id="331" name="Google Shape;331;p42"/>
          <p:cNvSpPr txBox="1"/>
          <p:nvPr/>
        </p:nvSpPr>
        <p:spPr>
          <a:xfrm>
            <a:off x="533400" y="3048001"/>
            <a:ext cx="7467600" cy="830263"/>
          </a:xfrm>
          <a:prstGeom prst="rect">
            <a:avLst/>
          </a:prstGeom>
          <a:noFill/>
          <a:ln>
            <a:noFill/>
          </a:ln>
        </p:spPr>
        <p:txBody>
          <a:bodyPr spcFirstLastPara="1" wrap="square" lIns="91425" tIns="45700" rIns="91425" bIns="45700" anchor="t" anchorCtr="0">
            <a:noAutofit/>
          </a:bodyPr>
          <a:lstStyle/>
          <a:p>
            <a:r>
              <a:rPr lang="en-US" sz="2400">
                <a:solidFill>
                  <a:schemeClr val="dk1"/>
                </a:solidFill>
                <a:latin typeface="Libre Franklin"/>
                <a:ea typeface="Libre Franklin"/>
                <a:cs typeface="Libre Franklin"/>
                <a:sym typeface="Libre Franklin"/>
              </a:rPr>
              <a:t>Find correlation using departure from avg. ratings for the co-rated movies (movies 1, 28 and 30):</a:t>
            </a:r>
            <a:endParaRPr/>
          </a:p>
        </p:txBody>
      </p:sp>
      <p:pic>
        <p:nvPicPr>
          <p:cNvPr id="332" name="Google Shape;332;p42"/>
          <p:cNvPicPr preferRelativeResize="0"/>
          <p:nvPr/>
        </p:nvPicPr>
        <p:blipFill rotWithShape="1">
          <a:blip r:embed="rId4">
            <a:alphaModFix/>
          </a:blip>
          <a:srcRect/>
          <a:stretch/>
        </p:blipFill>
        <p:spPr>
          <a:xfrm>
            <a:off x="381000" y="4343401"/>
            <a:ext cx="7715250" cy="1323975"/>
          </a:xfrm>
          <a:prstGeom prst="rect">
            <a:avLst/>
          </a:prstGeom>
          <a:noFill/>
          <a:ln>
            <a:noFill/>
          </a:ln>
        </p:spPr>
      </p:pic>
      <p:grpSp>
        <p:nvGrpSpPr>
          <p:cNvPr id="6" name="Group 5">
            <a:extLst>
              <a:ext uri="{FF2B5EF4-FFF2-40B4-BE49-F238E27FC236}">
                <a16:creationId xmlns:a16="http://schemas.microsoft.com/office/drawing/2014/main" id="{B38FD4CB-F5CB-47F3-9102-DD08590ED0DE}"/>
              </a:ext>
            </a:extLst>
          </p:cNvPr>
          <p:cNvGrpSpPr/>
          <p:nvPr/>
        </p:nvGrpSpPr>
        <p:grpSpPr>
          <a:xfrm>
            <a:off x="6981825" y="1652445"/>
            <a:ext cx="5210175" cy="870743"/>
            <a:chOff x="6981825" y="1652445"/>
            <a:chExt cx="5210175" cy="870743"/>
          </a:xfrm>
        </p:grpSpPr>
        <p:pic>
          <p:nvPicPr>
            <p:cNvPr id="3" name="Picture 2">
              <a:extLst>
                <a:ext uri="{FF2B5EF4-FFF2-40B4-BE49-F238E27FC236}">
                  <a16:creationId xmlns:a16="http://schemas.microsoft.com/office/drawing/2014/main" id="{3644AF51-6525-4CEF-8288-1CC7FA45CA08}"/>
                </a:ext>
              </a:extLst>
            </p:cNvPr>
            <p:cNvPicPr>
              <a:picLocks noChangeAspect="1"/>
            </p:cNvPicPr>
            <p:nvPr/>
          </p:nvPicPr>
          <p:blipFill>
            <a:blip r:embed="rId5"/>
            <a:stretch>
              <a:fillRect/>
            </a:stretch>
          </p:blipFill>
          <p:spPr>
            <a:xfrm>
              <a:off x="6981825" y="1652445"/>
              <a:ext cx="5210175" cy="638175"/>
            </a:xfrm>
            <a:prstGeom prst="rect">
              <a:avLst/>
            </a:prstGeom>
          </p:spPr>
        </p:pic>
        <p:pic>
          <p:nvPicPr>
            <p:cNvPr id="5" name="Picture 4">
              <a:extLst>
                <a:ext uri="{FF2B5EF4-FFF2-40B4-BE49-F238E27FC236}">
                  <a16:creationId xmlns:a16="http://schemas.microsoft.com/office/drawing/2014/main" id="{5997E496-31D6-45FB-951E-D3516F2A32A4}"/>
                </a:ext>
              </a:extLst>
            </p:cNvPr>
            <p:cNvPicPr>
              <a:picLocks noChangeAspect="1"/>
            </p:cNvPicPr>
            <p:nvPr/>
          </p:nvPicPr>
          <p:blipFill>
            <a:blip r:embed="rId6"/>
            <a:stretch>
              <a:fillRect/>
            </a:stretch>
          </p:blipFill>
          <p:spPr>
            <a:xfrm>
              <a:off x="7525328" y="2323163"/>
              <a:ext cx="4648200" cy="200025"/>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3"/>
          <p:cNvSpPr txBox="1">
            <a:spLocks noGrp="1"/>
          </p:cNvSpPr>
          <p:nvPr>
            <p:ph type="title"/>
          </p:nvPr>
        </p:nvSpPr>
        <p:spPr>
          <a:xfrm>
            <a:off x="218114" y="274638"/>
            <a:ext cx="9992686" cy="792162"/>
          </a:xfrm>
          <a:prstGeom prst="rect">
            <a:avLst/>
          </a:prstGeom>
          <a:noFill/>
          <a:ln>
            <a:noFill/>
          </a:ln>
        </p:spPr>
        <p:txBody>
          <a:bodyPr spcFirstLastPara="1" vert="horz" wrap="square" lIns="91425" tIns="45700" rIns="91425" bIns="91425" rtlCol="0" anchor="b" anchorCtr="0">
            <a:noAutofit/>
          </a:bodyPr>
          <a:lstStyle/>
          <a:p>
            <a:pPr>
              <a:spcBef>
                <a:spcPts val="0"/>
              </a:spcBef>
            </a:pPr>
            <a:r>
              <a:rPr lang="en-US" sz="4267">
                <a:solidFill>
                  <a:srgbClr val="1155CC"/>
                </a:solidFill>
              </a:rPr>
              <a:t>Find cosine similarity for same users</a:t>
            </a:r>
            <a:endParaRPr sz="4267">
              <a:solidFill>
                <a:srgbClr val="1155CC"/>
              </a:solidFill>
            </a:endParaRPr>
          </a:p>
        </p:txBody>
      </p:sp>
      <p:sp>
        <p:nvSpPr>
          <p:cNvPr id="338" name="Google Shape;338;p43"/>
          <p:cNvSpPr txBox="1">
            <a:spLocks noGrp="1"/>
          </p:cNvSpPr>
          <p:nvPr>
            <p:ph type="body" idx="1"/>
          </p:nvPr>
        </p:nvSpPr>
        <p:spPr>
          <a:xfrm>
            <a:off x="369455" y="1447800"/>
            <a:ext cx="7772400" cy="762000"/>
          </a:xfrm>
          <a:prstGeom prst="rect">
            <a:avLst/>
          </a:prstGeom>
          <a:noFill/>
          <a:ln>
            <a:noFill/>
          </a:ln>
        </p:spPr>
        <p:txBody>
          <a:bodyPr spcFirstLastPara="1" vert="horz" wrap="square" lIns="91425" tIns="45700" rIns="91425" bIns="45700" rtlCol="0" anchor="t" anchorCtr="0">
            <a:noAutofit/>
          </a:bodyPr>
          <a:lstStyle/>
          <a:p>
            <a:pPr marL="273050" indent="-273050">
              <a:spcBef>
                <a:spcPts val="0"/>
              </a:spcBef>
              <a:buSzPts val="2210"/>
              <a:buNone/>
            </a:pPr>
            <a:r>
              <a:rPr lang="en-US"/>
              <a:t>Use raw ratings instead of departures from averages:</a:t>
            </a:r>
            <a:endParaRPr/>
          </a:p>
          <a:p>
            <a:pPr marL="273050" indent="-273050">
              <a:spcBef>
                <a:spcPts val="575"/>
              </a:spcBef>
              <a:buSzPts val="2210"/>
              <a:buNone/>
            </a:pPr>
            <a:endParaRPr/>
          </a:p>
          <a:p>
            <a:pPr marL="273050" indent="-273050">
              <a:spcBef>
                <a:spcPts val="575"/>
              </a:spcBef>
              <a:buSzPts val="2210"/>
              <a:buNone/>
            </a:pPr>
            <a:endParaRPr/>
          </a:p>
        </p:txBody>
      </p:sp>
      <p:pic>
        <p:nvPicPr>
          <p:cNvPr id="339" name="Google Shape;339;p43"/>
          <p:cNvPicPr preferRelativeResize="0"/>
          <p:nvPr/>
        </p:nvPicPr>
        <p:blipFill rotWithShape="1">
          <a:blip r:embed="rId3">
            <a:alphaModFix/>
          </a:blip>
          <a:srcRect/>
          <a:stretch/>
        </p:blipFill>
        <p:spPr>
          <a:xfrm>
            <a:off x="1283856" y="2438401"/>
            <a:ext cx="5400675" cy="1000125"/>
          </a:xfrm>
          <a:prstGeom prst="rect">
            <a:avLst/>
          </a:prstGeom>
          <a:noFill/>
          <a:ln>
            <a:noFill/>
          </a:ln>
        </p:spPr>
      </p:pic>
      <p:sp>
        <p:nvSpPr>
          <p:cNvPr id="340" name="Google Shape;340;p43"/>
          <p:cNvSpPr txBox="1"/>
          <p:nvPr/>
        </p:nvSpPr>
        <p:spPr>
          <a:xfrm>
            <a:off x="293255" y="4343401"/>
            <a:ext cx="10707254" cy="2239961"/>
          </a:xfrm>
          <a:prstGeom prst="rect">
            <a:avLst/>
          </a:prstGeom>
          <a:noFill/>
          <a:ln>
            <a:noFill/>
          </a:ln>
        </p:spPr>
        <p:txBody>
          <a:bodyPr spcFirstLastPara="1" wrap="square" lIns="91425" tIns="45700" rIns="91425" bIns="45700" anchor="t" anchorCtr="0">
            <a:noAutofit/>
          </a:bodyPr>
          <a:lstStyle/>
          <a:p>
            <a:r>
              <a:rPr lang="en-US" sz="2600" dirty="0">
                <a:solidFill>
                  <a:schemeClr val="dk1"/>
                </a:solidFill>
                <a:latin typeface="Libre Franklin"/>
                <a:ea typeface="Libre Franklin"/>
                <a:cs typeface="Libre Franklin"/>
                <a:sym typeface="Libre Franklin"/>
              </a:rPr>
              <a:t>Ranges from 0 (no similarity) to 1 (perfect match) since the numbers are ranking/frequencies, it can not be negative. </a:t>
            </a:r>
          </a:p>
          <a:p>
            <a:endParaRPr lang="en-US" sz="2600" dirty="0">
              <a:solidFill>
                <a:schemeClr val="dk1"/>
              </a:solidFill>
              <a:latin typeface="Libre Franklin"/>
              <a:sym typeface="Libre Franklin"/>
            </a:endParaRPr>
          </a:p>
          <a:p>
            <a:r>
              <a:rPr lang="en-US" sz="2600" dirty="0">
                <a:solidFill>
                  <a:schemeClr val="dk1"/>
                </a:solidFill>
                <a:latin typeface="Libre Franklin"/>
                <a:sym typeface="Libre Franklin"/>
              </a:rPr>
              <a:t>But cosine similarity could be -1</a:t>
            </a:r>
            <a:endParaRPr dirty="0"/>
          </a:p>
        </p:txBody>
      </p:sp>
      <p:grpSp>
        <p:nvGrpSpPr>
          <p:cNvPr id="6" name="Group 5">
            <a:extLst>
              <a:ext uri="{FF2B5EF4-FFF2-40B4-BE49-F238E27FC236}">
                <a16:creationId xmlns:a16="http://schemas.microsoft.com/office/drawing/2014/main" id="{00B6074B-368D-430C-A97F-3490089AA4DC}"/>
              </a:ext>
            </a:extLst>
          </p:cNvPr>
          <p:cNvGrpSpPr/>
          <p:nvPr/>
        </p:nvGrpSpPr>
        <p:grpSpPr>
          <a:xfrm>
            <a:off x="6981825" y="1652445"/>
            <a:ext cx="5210175" cy="870743"/>
            <a:chOff x="6981825" y="1652445"/>
            <a:chExt cx="5210175" cy="870743"/>
          </a:xfrm>
        </p:grpSpPr>
        <p:pic>
          <p:nvPicPr>
            <p:cNvPr id="7" name="Picture 6">
              <a:extLst>
                <a:ext uri="{FF2B5EF4-FFF2-40B4-BE49-F238E27FC236}">
                  <a16:creationId xmlns:a16="http://schemas.microsoft.com/office/drawing/2014/main" id="{011DE10A-9802-4FC5-A3AB-ACB4DC5DCB1F}"/>
                </a:ext>
              </a:extLst>
            </p:cNvPr>
            <p:cNvPicPr>
              <a:picLocks noChangeAspect="1"/>
            </p:cNvPicPr>
            <p:nvPr/>
          </p:nvPicPr>
          <p:blipFill>
            <a:blip r:embed="rId4"/>
            <a:stretch>
              <a:fillRect/>
            </a:stretch>
          </p:blipFill>
          <p:spPr>
            <a:xfrm>
              <a:off x="6981825" y="1652445"/>
              <a:ext cx="5210175" cy="638175"/>
            </a:xfrm>
            <a:prstGeom prst="rect">
              <a:avLst/>
            </a:prstGeom>
          </p:spPr>
        </p:pic>
        <p:pic>
          <p:nvPicPr>
            <p:cNvPr id="8" name="Picture 7">
              <a:extLst>
                <a:ext uri="{FF2B5EF4-FFF2-40B4-BE49-F238E27FC236}">
                  <a16:creationId xmlns:a16="http://schemas.microsoft.com/office/drawing/2014/main" id="{AB966814-B327-4BE8-9A83-ED26D8A21B2D}"/>
                </a:ext>
              </a:extLst>
            </p:cNvPr>
            <p:cNvPicPr>
              <a:picLocks noChangeAspect="1"/>
            </p:cNvPicPr>
            <p:nvPr/>
          </p:nvPicPr>
          <p:blipFill>
            <a:blip r:embed="rId5"/>
            <a:stretch>
              <a:fillRect/>
            </a:stretch>
          </p:blipFill>
          <p:spPr>
            <a:xfrm>
              <a:off x="7525328" y="2323163"/>
              <a:ext cx="4648200" cy="200025"/>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53"/>
        <p:cNvGrpSpPr/>
        <p:nvPr/>
      </p:nvGrpSpPr>
      <p:grpSpPr>
        <a:xfrm>
          <a:off x="0" y="0"/>
          <a:ext cx="0" cy="0"/>
          <a:chOff x="0" y="0"/>
          <a:chExt cx="0" cy="0"/>
        </a:xfrm>
      </p:grpSpPr>
      <p:sp>
        <p:nvSpPr>
          <p:cNvPr id="254" name="Google Shape;254;p44"/>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dirty="0">
                <a:solidFill>
                  <a:srgbClr val="1155CC"/>
                </a:solidFill>
              </a:rPr>
              <a:t>In text analysis, cosine similarity is preferred, why?</a:t>
            </a:r>
            <a:br>
              <a:rPr lang="en" sz="4267" dirty="0">
                <a:solidFill>
                  <a:srgbClr val="1155CC"/>
                </a:solidFill>
              </a:rPr>
            </a:br>
            <a:r>
              <a:rPr lang="en" sz="4267" dirty="0">
                <a:solidFill>
                  <a:srgbClr val="1155CC"/>
                </a:solidFill>
              </a:rPr>
              <a:t>Correlation vs. Cosine Similarity</a:t>
            </a:r>
            <a:endParaRPr dirty="0">
              <a:solidFill>
                <a:srgbClr val="1155CC"/>
              </a:solidFill>
            </a:endParaRPr>
          </a:p>
        </p:txBody>
      </p:sp>
      <p:sp>
        <p:nvSpPr>
          <p:cNvPr id="2" name="TextBox 1">
            <a:extLst>
              <a:ext uri="{FF2B5EF4-FFF2-40B4-BE49-F238E27FC236}">
                <a16:creationId xmlns:a16="http://schemas.microsoft.com/office/drawing/2014/main" id="{AEAA9183-DE2B-44D5-AF07-7185D9EDCD44}"/>
              </a:ext>
            </a:extLst>
          </p:cNvPr>
          <p:cNvSpPr txBox="1"/>
          <p:nvPr/>
        </p:nvSpPr>
        <p:spPr>
          <a:xfrm>
            <a:off x="452788" y="1475209"/>
            <a:ext cx="11485957" cy="5078313"/>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Data Sparsity</a:t>
            </a:r>
            <a:r>
              <a:rPr lang="en-US" dirty="0"/>
              <a:t>: In text data, </a:t>
            </a:r>
            <a:r>
              <a:rPr lang="en-US" b="0" i="0" dirty="0">
                <a:effectLst/>
                <a:latin typeface="Söhne"/>
              </a:rPr>
              <a:t>vectors are usually sparse, meaning that they contain a lot of zeros because most words do not occur in most documents. Cosine similarity is particularly effective for comparing such sparse vectors because it focuses on the angle between vectors, not their magnitude. This makes it well-suited to measuring similarity in high-dimensional, sparse data spaces typical in text analysis.</a:t>
            </a:r>
          </a:p>
          <a:p>
            <a:pPr marL="285750" indent="-285750">
              <a:buFont typeface="Arial" panose="020B0604020202020204" pitchFamily="34" charset="0"/>
              <a:buChar char="•"/>
            </a:pPr>
            <a:endParaRPr lang="en-US" dirty="0">
              <a:latin typeface="Söhne"/>
            </a:endParaRPr>
          </a:p>
          <a:p>
            <a:pPr marL="285750" indent="-285750">
              <a:buFont typeface="Arial" panose="020B0604020202020204" pitchFamily="34" charset="0"/>
              <a:buChar char="•"/>
            </a:pPr>
            <a:endParaRPr lang="en-US" dirty="0">
              <a:latin typeface="Söhne"/>
            </a:endParaRPr>
          </a:p>
          <a:p>
            <a:pPr marL="285750" indent="-285750">
              <a:buFont typeface="Arial" panose="020B0604020202020204" pitchFamily="34" charset="0"/>
              <a:buChar char="•"/>
            </a:pPr>
            <a:r>
              <a:rPr lang="en-US" b="1" i="0" dirty="0">
                <a:effectLst/>
                <a:latin typeface="Söhne"/>
              </a:rPr>
              <a:t>Normalization</a:t>
            </a:r>
            <a:r>
              <a:rPr lang="en-US" b="0" i="0" dirty="0">
                <a:effectLst/>
                <a:latin typeface="Söhne"/>
              </a:rPr>
              <a:t>: Cosine similarity inherently normalizes for the length of the vectors (documents). This means that it measures the similarity in terms of the orientation of the vectors and not their magnitude, which is beneficial when comparing documents of different lengths.</a:t>
            </a:r>
          </a:p>
          <a:p>
            <a:pPr marL="285750" indent="-285750">
              <a:buFont typeface="Arial" panose="020B0604020202020204" pitchFamily="34" charset="0"/>
              <a:buChar char="•"/>
            </a:pPr>
            <a:endParaRPr lang="en-US" dirty="0">
              <a:latin typeface="Söhne"/>
            </a:endParaRPr>
          </a:p>
          <a:p>
            <a:pPr marL="285750" indent="-285750">
              <a:buFont typeface="Arial" panose="020B0604020202020204" pitchFamily="34" charset="0"/>
              <a:buChar char="•"/>
            </a:pPr>
            <a:endParaRPr lang="en-US" dirty="0">
              <a:latin typeface="Söhne"/>
            </a:endParaRPr>
          </a:p>
          <a:p>
            <a:pPr marL="285750" indent="-285750">
              <a:buFont typeface="Arial" panose="020B0604020202020204" pitchFamily="34" charset="0"/>
              <a:buChar char="•"/>
            </a:pPr>
            <a:r>
              <a:rPr lang="en-US" b="1" i="0" dirty="0">
                <a:effectLst/>
                <a:latin typeface="Söhne"/>
              </a:rPr>
              <a:t>Non-centrality</a:t>
            </a:r>
            <a:r>
              <a:rPr lang="en-US" b="0" i="0" dirty="0">
                <a:effectLst/>
                <a:latin typeface="Söhne"/>
              </a:rPr>
              <a:t>: Pearson correlation coefficients are centered around the mean, considering the deviation from the average behavior of the dataset. This is ideal for measuring linear relationships where the average is meaningful. However, in text analysis, the absence of a term (which contributes to the zero entries in sparse vectors) does not always carry the same kind of statistical significance as numerical data points around a central mean. Cosine similarity bypasses this by treating the zero entries as absence of terms, focusing instead on the direction where terms exist.</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544963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A49E1-DE9F-46C4-BE0F-F7F060CA1934}"/>
              </a:ext>
            </a:extLst>
          </p:cNvPr>
          <p:cNvSpPr>
            <a:spLocks noGrp="1"/>
          </p:cNvSpPr>
          <p:nvPr>
            <p:ph type="title"/>
          </p:nvPr>
        </p:nvSpPr>
        <p:spPr>
          <a:xfrm>
            <a:off x="838200" y="-47829"/>
            <a:ext cx="10515600" cy="1325563"/>
          </a:xfrm>
        </p:spPr>
        <p:txBody>
          <a:bodyPr/>
          <a:lstStyle/>
          <a:p>
            <a:r>
              <a:rPr lang="en-US" dirty="0"/>
              <a:t>Some Examples</a:t>
            </a:r>
          </a:p>
        </p:txBody>
      </p:sp>
      <p:sp>
        <p:nvSpPr>
          <p:cNvPr id="3" name="Content Placeholder 2">
            <a:extLst>
              <a:ext uri="{FF2B5EF4-FFF2-40B4-BE49-F238E27FC236}">
                <a16:creationId xmlns:a16="http://schemas.microsoft.com/office/drawing/2014/main" id="{BB2B5AFD-8C38-4EFC-A419-2867EFE96AA6}"/>
              </a:ext>
            </a:extLst>
          </p:cNvPr>
          <p:cNvSpPr>
            <a:spLocks noGrp="1"/>
          </p:cNvSpPr>
          <p:nvPr>
            <p:ph idx="1"/>
          </p:nvPr>
        </p:nvSpPr>
        <p:spPr>
          <a:xfrm>
            <a:off x="264392" y="1277734"/>
            <a:ext cx="2727036" cy="4351338"/>
          </a:xfrm>
        </p:spPr>
        <p:txBody>
          <a:bodyPr/>
          <a:lstStyle/>
          <a:p>
            <a:pPr marL="0" indent="0">
              <a:buNone/>
            </a:pPr>
            <a:r>
              <a:rPr lang="en-US" dirty="0"/>
              <a:t>A = [4 , 3 , 4];</a:t>
            </a:r>
          </a:p>
          <a:p>
            <a:pPr marL="0" indent="0">
              <a:buNone/>
            </a:pPr>
            <a:r>
              <a:rPr lang="en-US" dirty="0"/>
              <a:t>B = [3, 4 , 5];</a:t>
            </a:r>
          </a:p>
          <a:p>
            <a:pPr marL="0" indent="0">
              <a:buNone/>
            </a:pPr>
            <a:endParaRPr lang="en-US" dirty="0"/>
          </a:p>
          <a:p>
            <a:pPr marL="0" indent="0">
              <a:buNone/>
            </a:pPr>
            <a:endParaRPr lang="en-US" dirty="0"/>
          </a:p>
          <a:p>
            <a:pPr marL="0" indent="0">
              <a:buNone/>
            </a:pPr>
            <a:r>
              <a:rPr lang="en-US" dirty="0" err="1"/>
              <a:t>Cosin</a:t>
            </a:r>
            <a:r>
              <a:rPr lang="en-US" dirty="0"/>
              <a:t>(A,B) = 0.97 </a:t>
            </a:r>
          </a:p>
          <a:p>
            <a:pPr marL="0" indent="0">
              <a:buNone/>
            </a:pPr>
            <a:r>
              <a:rPr lang="en-US" dirty="0" err="1"/>
              <a:t>Corr</a:t>
            </a:r>
            <a:r>
              <a:rPr lang="en-US" dirty="0"/>
              <a:t>(A,B) = 0</a:t>
            </a:r>
          </a:p>
          <a:p>
            <a:pPr marL="0" indent="0">
              <a:buNone/>
            </a:pPr>
            <a:endParaRPr lang="en-US" dirty="0"/>
          </a:p>
        </p:txBody>
      </p:sp>
      <p:sp>
        <p:nvSpPr>
          <p:cNvPr id="4" name="Content Placeholder 2">
            <a:extLst>
              <a:ext uri="{FF2B5EF4-FFF2-40B4-BE49-F238E27FC236}">
                <a16:creationId xmlns:a16="http://schemas.microsoft.com/office/drawing/2014/main" id="{E230154C-BDE6-489E-A578-1C205AAB9989}"/>
              </a:ext>
            </a:extLst>
          </p:cNvPr>
          <p:cNvSpPr txBox="1">
            <a:spLocks/>
          </p:cNvSpPr>
          <p:nvPr/>
        </p:nvSpPr>
        <p:spPr>
          <a:xfrm>
            <a:off x="3368964" y="1277734"/>
            <a:ext cx="272703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 = [4 , 3 , 4];</a:t>
            </a:r>
          </a:p>
          <a:p>
            <a:pPr marL="0" indent="0">
              <a:buFont typeface="Arial" panose="020B0604020202020204" pitchFamily="34" charset="0"/>
              <a:buNone/>
            </a:pPr>
            <a:r>
              <a:rPr lang="en-US" dirty="0"/>
              <a:t>B = [3, 4 , 3];</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err="1"/>
              <a:t>Cosin</a:t>
            </a:r>
            <a:r>
              <a:rPr lang="en-US" dirty="0"/>
              <a:t>(A,B) = 0.96 </a:t>
            </a:r>
          </a:p>
          <a:p>
            <a:pPr marL="0" indent="0">
              <a:buFont typeface="Arial" panose="020B0604020202020204" pitchFamily="34" charset="0"/>
              <a:buNone/>
            </a:pPr>
            <a:r>
              <a:rPr lang="en-US" dirty="0" err="1"/>
              <a:t>Corr</a:t>
            </a:r>
            <a:r>
              <a:rPr lang="en-US" dirty="0"/>
              <a:t>(A,B) = -1</a:t>
            </a:r>
          </a:p>
          <a:p>
            <a:pPr marL="0" indent="0">
              <a:buFont typeface="Arial" panose="020B0604020202020204" pitchFamily="34" charset="0"/>
              <a:buNone/>
            </a:pPr>
            <a:endParaRPr lang="en-US" dirty="0"/>
          </a:p>
        </p:txBody>
      </p:sp>
      <p:sp>
        <p:nvSpPr>
          <p:cNvPr id="5" name="Content Placeholder 2">
            <a:extLst>
              <a:ext uri="{FF2B5EF4-FFF2-40B4-BE49-F238E27FC236}">
                <a16:creationId xmlns:a16="http://schemas.microsoft.com/office/drawing/2014/main" id="{85CBDA4C-32A2-4B73-BAB5-CA71C70744AC}"/>
              </a:ext>
            </a:extLst>
          </p:cNvPr>
          <p:cNvSpPr txBox="1">
            <a:spLocks/>
          </p:cNvSpPr>
          <p:nvPr/>
        </p:nvSpPr>
        <p:spPr>
          <a:xfrm>
            <a:off x="9387609" y="1209472"/>
            <a:ext cx="31311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 = [-4 , -3 , -4];</a:t>
            </a:r>
          </a:p>
          <a:p>
            <a:pPr marL="0" indent="0">
              <a:buFont typeface="Arial" panose="020B0604020202020204" pitchFamily="34" charset="0"/>
              <a:buNone/>
            </a:pPr>
            <a:r>
              <a:rPr lang="en-US" dirty="0"/>
              <a:t>B = [3, 4 , 3];</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err="1"/>
              <a:t>Cosin</a:t>
            </a:r>
            <a:r>
              <a:rPr lang="en-US" dirty="0"/>
              <a:t>(A,B) = -0.96 </a:t>
            </a:r>
          </a:p>
          <a:p>
            <a:pPr marL="0" indent="0">
              <a:buFont typeface="Arial" panose="020B0604020202020204" pitchFamily="34" charset="0"/>
              <a:buNone/>
            </a:pPr>
            <a:r>
              <a:rPr lang="en-US" dirty="0" err="1"/>
              <a:t>Corr</a:t>
            </a:r>
            <a:r>
              <a:rPr lang="en-US" dirty="0"/>
              <a:t>(A,B) = -1</a:t>
            </a:r>
          </a:p>
          <a:p>
            <a:pPr marL="0" indent="0">
              <a:buFont typeface="Arial" panose="020B0604020202020204" pitchFamily="34" charset="0"/>
              <a:buNone/>
            </a:pPr>
            <a:endParaRPr lang="en-US" dirty="0"/>
          </a:p>
        </p:txBody>
      </p:sp>
      <p:sp>
        <p:nvSpPr>
          <p:cNvPr id="6" name="Content Placeholder 2">
            <a:extLst>
              <a:ext uri="{FF2B5EF4-FFF2-40B4-BE49-F238E27FC236}">
                <a16:creationId xmlns:a16="http://schemas.microsoft.com/office/drawing/2014/main" id="{B8A49161-48C6-41C5-ADF2-BDA6458A9934}"/>
              </a:ext>
            </a:extLst>
          </p:cNvPr>
          <p:cNvSpPr txBox="1">
            <a:spLocks/>
          </p:cNvSpPr>
          <p:nvPr/>
        </p:nvSpPr>
        <p:spPr>
          <a:xfrm>
            <a:off x="6256482" y="1277734"/>
            <a:ext cx="31311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 = [4 , 3 , 40];</a:t>
            </a:r>
          </a:p>
          <a:p>
            <a:pPr marL="0" indent="0">
              <a:buFont typeface="Arial" panose="020B0604020202020204" pitchFamily="34" charset="0"/>
              <a:buNone/>
            </a:pPr>
            <a:r>
              <a:rPr lang="en-US" dirty="0"/>
              <a:t>B = [3, 4 , 30];</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err="1"/>
              <a:t>Cosin</a:t>
            </a:r>
            <a:r>
              <a:rPr lang="en-US" dirty="0"/>
              <a:t>(A,B) = 0.99 </a:t>
            </a:r>
          </a:p>
          <a:p>
            <a:pPr marL="0" indent="0">
              <a:buFont typeface="Arial" panose="020B0604020202020204" pitchFamily="34" charset="0"/>
              <a:buNone/>
            </a:pPr>
            <a:r>
              <a:rPr lang="en-US" dirty="0" err="1"/>
              <a:t>Corr</a:t>
            </a:r>
            <a:r>
              <a:rPr lang="en-US" dirty="0"/>
              <a:t>(A,B) = 0.99</a:t>
            </a:r>
          </a:p>
          <a:p>
            <a:pPr marL="0" indent="0">
              <a:buFont typeface="Arial" panose="020B0604020202020204" pitchFamily="34" charset="0"/>
              <a:buNone/>
            </a:pPr>
            <a:endParaRPr lang="en-US" dirty="0"/>
          </a:p>
        </p:txBody>
      </p:sp>
      <p:pic>
        <p:nvPicPr>
          <p:cNvPr id="1026" name="Picture 2" descr="Output image">
            <a:extLst>
              <a:ext uri="{FF2B5EF4-FFF2-40B4-BE49-F238E27FC236}">
                <a16:creationId xmlns:a16="http://schemas.microsoft.com/office/drawing/2014/main" id="{36E9F8E8-D132-478D-9A57-F5BBCDBEF1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1653" y="4331026"/>
            <a:ext cx="2617275" cy="24595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utput image">
            <a:extLst>
              <a:ext uri="{FF2B5EF4-FFF2-40B4-BE49-F238E27FC236}">
                <a16:creationId xmlns:a16="http://schemas.microsoft.com/office/drawing/2014/main" id="{F70CEB59-DE06-43A3-85D4-D7CF2E40B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0572" y="4255397"/>
            <a:ext cx="2727036" cy="2562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512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8"/>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Extensions of Correlation Coefficient</a:t>
            </a:r>
            <a:endParaRPr>
              <a:solidFill>
                <a:srgbClr val="1155CC"/>
              </a:solidFill>
            </a:endParaRPr>
          </a:p>
        </p:txBody>
      </p:sp>
      <p:sp>
        <p:nvSpPr>
          <p:cNvPr id="281" name="Google Shape;281;p48"/>
          <p:cNvSpPr txBox="1"/>
          <p:nvPr/>
        </p:nvSpPr>
        <p:spPr>
          <a:xfrm>
            <a:off x="124200" y="897167"/>
            <a:ext cx="11518400" cy="5770000"/>
          </a:xfrm>
          <a:prstGeom prst="rect">
            <a:avLst/>
          </a:prstGeom>
          <a:noFill/>
          <a:ln>
            <a:noFill/>
          </a:ln>
        </p:spPr>
        <p:txBody>
          <a:bodyPr spcFirstLastPara="1" wrap="square" lIns="121900" tIns="121900" rIns="121900" bIns="121900" anchor="t" anchorCtr="0">
            <a:noAutofit/>
          </a:bodyPr>
          <a:lstStyle/>
          <a:p>
            <a:pPr marL="609585" indent="-423323">
              <a:lnSpc>
                <a:spcPct val="115000"/>
              </a:lnSpc>
              <a:spcBef>
                <a:spcPts val="800"/>
              </a:spcBef>
              <a:buSzPts val="1400"/>
              <a:buChar char="●"/>
            </a:pPr>
            <a:r>
              <a:rPr lang="en" sz="3200"/>
              <a:t>Pearson’s correlation coefficient is vulnerable to outliers</a:t>
            </a:r>
            <a:endParaRPr sz="3200"/>
          </a:p>
          <a:p>
            <a:pPr marL="1219170" lvl="1" indent="-423323">
              <a:lnSpc>
                <a:spcPct val="115000"/>
              </a:lnSpc>
              <a:buSzPts val="1400"/>
              <a:buChar char="○"/>
            </a:pPr>
            <a:r>
              <a:rPr lang="en" sz="2667"/>
              <a:t>If two variables have very high values in just one sample, it might dominate to show that the two variables  are highly correlated</a:t>
            </a:r>
            <a:endParaRPr sz="2667"/>
          </a:p>
          <a:p>
            <a:pPr marL="1219170" lvl="1" indent="-423323">
              <a:lnSpc>
                <a:spcPct val="115000"/>
              </a:lnSpc>
              <a:buSzPts val="1400"/>
              <a:buChar char="○"/>
            </a:pPr>
            <a:r>
              <a:rPr lang="en" sz="2667" b="1"/>
              <a:t>Jackknife correlation: </a:t>
            </a:r>
            <a:r>
              <a:rPr lang="en" sz="2667"/>
              <a:t>Estimate </a:t>
            </a:r>
            <a:r>
              <a:rPr lang="en" sz="2667" i="1"/>
              <a:t>n</a:t>
            </a:r>
            <a:r>
              <a:rPr lang="en" sz="2667"/>
              <a:t> correlations by taking each dimension (sample) out, take the minimum among them</a:t>
            </a:r>
            <a:endParaRPr sz="2667"/>
          </a:p>
          <a:p>
            <a:pPr marL="609585" indent="-423323">
              <a:lnSpc>
                <a:spcPct val="115000"/>
              </a:lnSpc>
              <a:buSzPts val="1400"/>
              <a:buChar char="●"/>
            </a:pPr>
            <a:r>
              <a:rPr lang="en" sz="3200"/>
              <a:t>Pearson’s correlation coefficient is not robust for non-Gaussian distributions</a:t>
            </a:r>
            <a:endParaRPr sz="3200"/>
          </a:p>
          <a:p>
            <a:pPr marL="1219170" lvl="1" indent="-423323">
              <a:lnSpc>
                <a:spcPct val="115000"/>
              </a:lnSpc>
              <a:buSzPts val="1400"/>
              <a:buChar char="○"/>
            </a:pPr>
            <a:r>
              <a:rPr lang="en" sz="2667" b="1"/>
              <a:t>Spearman’s rank order correlation coefficient: </a:t>
            </a:r>
            <a:r>
              <a:rPr lang="en" sz="2667"/>
              <a:t>Rank values of each variable, replace each value with its rank</a:t>
            </a:r>
            <a:endParaRPr sz="2667"/>
          </a:p>
          <a:p>
            <a:pPr marL="1219170" lvl="1" indent="-423323">
              <a:lnSpc>
                <a:spcPct val="115000"/>
              </a:lnSpc>
              <a:buSzPts val="1400"/>
              <a:buChar char="○"/>
            </a:pPr>
            <a:r>
              <a:rPr lang="en" sz="2667"/>
              <a:t>More robust against outliers</a:t>
            </a:r>
            <a:endParaRPr sz="2667"/>
          </a:p>
          <a:p>
            <a:pPr marL="1219170" lvl="1" indent="-423323">
              <a:lnSpc>
                <a:spcPct val="115000"/>
              </a:lnSpc>
              <a:buSzPts val="1400"/>
              <a:buChar char="○"/>
            </a:pPr>
            <a:r>
              <a:rPr lang="en" sz="2667"/>
              <a:t>A lot of loss of information</a:t>
            </a:r>
            <a:endParaRPr sz="2667"/>
          </a:p>
          <a:p>
            <a:pPr marL="609585">
              <a:lnSpc>
                <a:spcPct val="90000"/>
              </a:lnSpc>
              <a:spcBef>
                <a:spcPts val="933"/>
              </a:spcBef>
            </a:pPr>
            <a:endParaRPr sz="3200">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8"/>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Extensions of Correlation Coefficient</a:t>
            </a:r>
            <a:endParaRPr>
              <a:solidFill>
                <a:srgbClr val="1155CC"/>
              </a:solidFill>
            </a:endParaRPr>
          </a:p>
        </p:txBody>
      </p:sp>
      <p:sp>
        <p:nvSpPr>
          <p:cNvPr id="281" name="Google Shape;281;p48"/>
          <p:cNvSpPr txBox="1"/>
          <p:nvPr/>
        </p:nvSpPr>
        <p:spPr>
          <a:xfrm>
            <a:off x="124200" y="897167"/>
            <a:ext cx="11518400" cy="5770000"/>
          </a:xfrm>
          <a:prstGeom prst="rect">
            <a:avLst/>
          </a:prstGeom>
          <a:noFill/>
          <a:ln>
            <a:noFill/>
          </a:ln>
        </p:spPr>
        <p:txBody>
          <a:bodyPr spcFirstLastPara="1" wrap="square" lIns="121900" tIns="121900" rIns="121900" bIns="121900" anchor="t" anchorCtr="0">
            <a:noAutofit/>
          </a:bodyPr>
          <a:lstStyle/>
          <a:p>
            <a:pPr marL="609585" indent="-423323">
              <a:lnSpc>
                <a:spcPct val="115000"/>
              </a:lnSpc>
              <a:buSzPts val="1400"/>
              <a:buChar char="●"/>
            </a:pPr>
            <a:r>
              <a:rPr lang="en" sz="3200"/>
              <a:t>Pearson’s correlation coefficient is not robust for non-Gaussian distributions</a:t>
            </a:r>
            <a:endParaRPr sz="3200"/>
          </a:p>
          <a:p>
            <a:pPr marL="1219170" lvl="1" indent="-423323">
              <a:lnSpc>
                <a:spcPct val="115000"/>
              </a:lnSpc>
              <a:buSzPts val="1400"/>
              <a:buChar char="○"/>
            </a:pPr>
            <a:r>
              <a:rPr lang="en" sz="2667" b="1"/>
              <a:t>Spearman’s rank order correlation coefficient: </a:t>
            </a:r>
            <a:r>
              <a:rPr lang="en" sz="2667"/>
              <a:t>Rank values of each variable, replace each value with its rank</a:t>
            </a:r>
            <a:endParaRPr sz="2667"/>
          </a:p>
          <a:p>
            <a:pPr marL="1219170" lvl="1" indent="-423323">
              <a:lnSpc>
                <a:spcPct val="115000"/>
              </a:lnSpc>
              <a:buSzPts val="1400"/>
              <a:buChar char="○"/>
            </a:pPr>
            <a:r>
              <a:rPr lang="en" sz="2667"/>
              <a:t>More robust against outliers</a:t>
            </a:r>
            <a:endParaRPr sz="2667"/>
          </a:p>
          <a:p>
            <a:pPr marL="1219170" lvl="1" indent="-423323">
              <a:lnSpc>
                <a:spcPct val="115000"/>
              </a:lnSpc>
              <a:buSzPts val="1400"/>
              <a:buChar char="○"/>
            </a:pPr>
            <a:r>
              <a:rPr lang="en" sz="2667"/>
              <a:t>A lot of loss of information</a:t>
            </a:r>
            <a:endParaRPr sz="2667"/>
          </a:p>
          <a:p>
            <a:pPr marL="609585">
              <a:lnSpc>
                <a:spcPct val="90000"/>
              </a:lnSpc>
              <a:spcBef>
                <a:spcPts val="933"/>
              </a:spcBef>
            </a:pPr>
            <a:endParaRPr sz="3200">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pic>
        <p:nvPicPr>
          <p:cNvPr id="2" name="Picture 1">
            <a:extLst>
              <a:ext uri="{FF2B5EF4-FFF2-40B4-BE49-F238E27FC236}">
                <a16:creationId xmlns:a16="http://schemas.microsoft.com/office/drawing/2014/main" id="{5964C985-0BD8-4336-9CFA-DB533DB5F89E}"/>
              </a:ext>
            </a:extLst>
          </p:cNvPr>
          <p:cNvPicPr>
            <a:picLocks noChangeAspect="1"/>
          </p:cNvPicPr>
          <p:nvPr/>
        </p:nvPicPr>
        <p:blipFill>
          <a:blip r:embed="rId3"/>
          <a:stretch>
            <a:fillRect/>
          </a:stretch>
        </p:blipFill>
        <p:spPr>
          <a:xfrm>
            <a:off x="6776547" y="3213651"/>
            <a:ext cx="4738476" cy="3644349"/>
          </a:xfrm>
          <a:prstGeom prst="rect">
            <a:avLst/>
          </a:prstGeom>
        </p:spPr>
      </p:pic>
    </p:spTree>
    <p:extLst>
      <p:ext uri="{BB962C8B-B14F-4D97-AF65-F5344CB8AC3E}">
        <p14:creationId xmlns:p14="http://schemas.microsoft.com/office/powerpoint/2010/main" val="230043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8694C-F94F-42A5-A388-CCB99F72ADBA}"/>
              </a:ext>
            </a:extLst>
          </p:cNvPr>
          <p:cNvSpPr>
            <a:spLocks noGrp="1"/>
          </p:cNvSpPr>
          <p:nvPr>
            <p:ph type="title"/>
          </p:nvPr>
        </p:nvSpPr>
        <p:spPr>
          <a:xfrm>
            <a:off x="280847" y="266108"/>
            <a:ext cx="11360800" cy="763600"/>
          </a:xfrm>
        </p:spPr>
        <p:txBody>
          <a:bodyPr/>
          <a:lstStyle/>
          <a:p>
            <a:r>
              <a:rPr lang="en-US"/>
              <a:t>Assessing Statistical Significance of Correlation</a:t>
            </a:r>
          </a:p>
        </p:txBody>
      </p:sp>
      <p:pic>
        <p:nvPicPr>
          <p:cNvPr id="4" name="Picture 3">
            <a:extLst>
              <a:ext uri="{FF2B5EF4-FFF2-40B4-BE49-F238E27FC236}">
                <a16:creationId xmlns:a16="http://schemas.microsoft.com/office/drawing/2014/main" id="{F4C80E8A-4E9C-43E2-BA6A-DCDE7FBDD87E}"/>
              </a:ext>
            </a:extLst>
          </p:cNvPr>
          <p:cNvPicPr>
            <a:picLocks noChangeAspect="1"/>
          </p:cNvPicPr>
          <p:nvPr/>
        </p:nvPicPr>
        <p:blipFill>
          <a:blip r:embed="rId2"/>
          <a:stretch>
            <a:fillRect/>
          </a:stretch>
        </p:blipFill>
        <p:spPr>
          <a:xfrm>
            <a:off x="1186663" y="1852663"/>
            <a:ext cx="2426948" cy="1227422"/>
          </a:xfrm>
          <a:prstGeom prst="rect">
            <a:avLst/>
          </a:prstGeom>
        </p:spPr>
      </p:pic>
      <p:sp>
        <p:nvSpPr>
          <p:cNvPr id="5" name="TextBox 4">
            <a:extLst>
              <a:ext uri="{FF2B5EF4-FFF2-40B4-BE49-F238E27FC236}">
                <a16:creationId xmlns:a16="http://schemas.microsoft.com/office/drawing/2014/main" id="{F3B9746A-9640-4872-B219-EDBEC5ABE578}"/>
              </a:ext>
            </a:extLst>
          </p:cNvPr>
          <p:cNvSpPr txBox="1"/>
          <p:nvPr/>
        </p:nvSpPr>
        <p:spPr>
          <a:xfrm>
            <a:off x="1068404" y="5390147"/>
            <a:ext cx="4092787" cy="923330"/>
          </a:xfrm>
          <a:prstGeom prst="rect">
            <a:avLst/>
          </a:prstGeom>
          <a:noFill/>
        </p:spPr>
        <p:txBody>
          <a:bodyPr wrap="none" rtlCol="0">
            <a:spAutoFit/>
          </a:bodyPr>
          <a:lstStyle/>
          <a:p>
            <a:r>
              <a:rPr lang="en-US"/>
              <a:t>Example :  r = 0.6631   , n = 11 data points</a:t>
            </a:r>
          </a:p>
          <a:p>
            <a:endParaRPr lang="en-US"/>
          </a:p>
          <a:p>
            <a:r>
              <a:rPr lang="en-US"/>
              <a:t> t = 2.6576</a:t>
            </a:r>
          </a:p>
        </p:txBody>
      </p:sp>
      <p:pic>
        <p:nvPicPr>
          <p:cNvPr id="6" name="Picture 5">
            <a:extLst>
              <a:ext uri="{FF2B5EF4-FFF2-40B4-BE49-F238E27FC236}">
                <a16:creationId xmlns:a16="http://schemas.microsoft.com/office/drawing/2014/main" id="{909F16C6-D3F2-4AAD-A70A-80A826D30A5D}"/>
              </a:ext>
            </a:extLst>
          </p:cNvPr>
          <p:cNvPicPr>
            <a:picLocks noChangeAspect="1"/>
          </p:cNvPicPr>
          <p:nvPr/>
        </p:nvPicPr>
        <p:blipFill>
          <a:blip r:embed="rId3"/>
          <a:stretch>
            <a:fillRect/>
          </a:stretch>
        </p:blipFill>
        <p:spPr>
          <a:xfrm>
            <a:off x="1260207" y="3104148"/>
            <a:ext cx="1675498" cy="1822472"/>
          </a:xfrm>
          <a:prstGeom prst="rect">
            <a:avLst/>
          </a:prstGeom>
        </p:spPr>
      </p:pic>
      <p:sp>
        <p:nvSpPr>
          <p:cNvPr id="7" name="TextBox 6">
            <a:extLst>
              <a:ext uri="{FF2B5EF4-FFF2-40B4-BE49-F238E27FC236}">
                <a16:creationId xmlns:a16="http://schemas.microsoft.com/office/drawing/2014/main" id="{E12106EC-8F4A-4204-B2E3-6780A096CA3D}"/>
              </a:ext>
            </a:extLst>
          </p:cNvPr>
          <p:cNvSpPr txBox="1"/>
          <p:nvPr/>
        </p:nvSpPr>
        <p:spPr>
          <a:xfrm>
            <a:off x="4003599" y="2062106"/>
            <a:ext cx="2426948" cy="369332"/>
          </a:xfrm>
          <a:prstGeom prst="rect">
            <a:avLst/>
          </a:prstGeom>
          <a:noFill/>
        </p:spPr>
        <p:txBody>
          <a:bodyPr wrap="square" rtlCol="0">
            <a:spAutoFit/>
          </a:bodyPr>
          <a:lstStyle/>
          <a:p>
            <a:r>
              <a:rPr lang="en-US"/>
              <a:t>Degree of freedom: n-2</a:t>
            </a:r>
          </a:p>
        </p:txBody>
      </p:sp>
      <p:pic>
        <p:nvPicPr>
          <p:cNvPr id="1026" name="Picture 2" descr="How to Use the t-Table to Solve Statistics Problems - dummies">
            <a:extLst>
              <a:ext uri="{FF2B5EF4-FFF2-40B4-BE49-F238E27FC236}">
                <a16:creationId xmlns:a16="http://schemas.microsoft.com/office/drawing/2014/main" id="{3C832D9E-FA5E-4C9F-A1EF-7C1DAD83B5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5943" y="1322060"/>
            <a:ext cx="3542498" cy="5269832"/>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96909FB3-387D-41E3-806F-DFAD6DE34758}"/>
              </a:ext>
            </a:extLst>
          </p:cNvPr>
          <p:cNvSpPr/>
          <p:nvPr/>
        </p:nvSpPr>
        <p:spPr>
          <a:xfrm>
            <a:off x="8207443" y="3282215"/>
            <a:ext cx="233913" cy="240631"/>
          </a:xfrm>
          <a:prstGeom prst="ellipse">
            <a:avLst/>
          </a:prstGeom>
          <a:noFill/>
          <a:ln w="28575"/>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8E50152-96BE-4990-958A-E78D44F21160}"/>
              </a:ext>
            </a:extLst>
          </p:cNvPr>
          <p:cNvSpPr/>
          <p:nvPr/>
        </p:nvSpPr>
        <p:spPr>
          <a:xfrm>
            <a:off x="10125775" y="3319115"/>
            <a:ext cx="344908" cy="240631"/>
          </a:xfrm>
          <a:prstGeom prst="ellipse">
            <a:avLst/>
          </a:prstGeom>
          <a:noFill/>
          <a:ln w="28575"/>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A8AA924-9E7C-4C0B-A95B-690308FFC72E}"/>
              </a:ext>
            </a:extLst>
          </p:cNvPr>
          <p:cNvSpPr txBox="1"/>
          <p:nvPr/>
        </p:nvSpPr>
        <p:spPr>
          <a:xfrm>
            <a:off x="2984150" y="6028473"/>
            <a:ext cx="1737783" cy="369332"/>
          </a:xfrm>
          <a:prstGeom prst="rect">
            <a:avLst/>
          </a:prstGeom>
          <a:noFill/>
        </p:spPr>
        <p:txBody>
          <a:bodyPr wrap="none" rtlCol="0">
            <a:spAutoFit/>
          </a:bodyPr>
          <a:lstStyle/>
          <a:p>
            <a:r>
              <a:rPr lang="en-US"/>
              <a:t>P-value ~= 0.026</a:t>
            </a:r>
          </a:p>
        </p:txBody>
      </p:sp>
      <p:sp>
        <p:nvSpPr>
          <p:cNvPr id="11" name="Multiplication Sign 10">
            <a:extLst>
              <a:ext uri="{FF2B5EF4-FFF2-40B4-BE49-F238E27FC236}">
                <a16:creationId xmlns:a16="http://schemas.microsoft.com/office/drawing/2014/main" id="{BA8409C0-2B90-4DB9-A0CD-8C1A6C1951AA}"/>
              </a:ext>
            </a:extLst>
          </p:cNvPr>
          <p:cNvSpPr/>
          <p:nvPr/>
        </p:nvSpPr>
        <p:spPr>
          <a:xfrm>
            <a:off x="1337912" y="3080085"/>
            <a:ext cx="500513" cy="697831"/>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593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10" grpId="0" animBg="1"/>
      <p:bldP spid="9" grpId="0"/>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8694C-F94F-42A5-A388-CCB99F72ADBA}"/>
              </a:ext>
            </a:extLst>
          </p:cNvPr>
          <p:cNvSpPr>
            <a:spLocks noGrp="1"/>
          </p:cNvSpPr>
          <p:nvPr>
            <p:ph type="title"/>
          </p:nvPr>
        </p:nvSpPr>
        <p:spPr>
          <a:xfrm>
            <a:off x="280847" y="266108"/>
            <a:ext cx="11360800" cy="763600"/>
          </a:xfrm>
        </p:spPr>
        <p:txBody>
          <a:bodyPr/>
          <a:lstStyle/>
          <a:p>
            <a:r>
              <a:rPr lang="en-US"/>
              <a:t>Assessing Statistical Significance of Correlation</a:t>
            </a:r>
          </a:p>
        </p:txBody>
      </p:sp>
      <p:pic>
        <p:nvPicPr>
          <p:cNvPr id="4" name="Picture 3">
            <a:extLst>
              <a:ext uri="{FF2B5EF4-FFF2-40B4-BE49-F238E27FC236}">
                <a16:creationId xmlns:a16="http://schemas.microsoft.com/office/drawing/2014/main" id="{F4C80E8A-4E9C-43E2-BA6A-DCDE7FBDD87E}"/>
              </a:ext>
            </a:extLst>
          </p:cNvPr>
          <p:cNvPicPr>
            <a:picLocks noChangeAspect="1"/>
          </p:cNvPicPr>
          <p:nvPr/>
        </p:nvPicPr>
        <p:blipFill>
          <a:blip r:embed="rId2"/>
          <a:stretch>
            <a:fillRect/>
          </a:stretch>
        </p:blipFill>
        <p:spPr>
          <a:xfrm>
            <a:off x="1186663" y="1852663"/>
            <a:ext cx="2426948" cy="1227422"/>
          </a:xfrm>
          <a:prstGeom prst="rect">
            <a:avLst/>
          </a:prstGeom>
        </p:spPr>
      </p:pic>
      <p:sp>
        <p:nvSpPr>
          <p:cNvPr id="5" name="TextBox 4">
            <a:extLst>
              <a:ext uri="{FF2B5EF4-FFF2-40B4-BE49-F238E27FC236}">
                <a16:creationId xmlns:a16="http://schemas.microsoft.com/office/drawing/2014/main" id="{F3B9746A-9640-4872-B219-EDBEC5ABE578}"/>
              </a:ext>
            </a:extLst>
          </p:cNvPr>
          <p:cNvSpPr txBox="1"/>
          <p:nvPr/>
        </p:nvSpPr>
        <p:spPr>
          <a:xfrm>
            <a:off x="1068404" y="5390147"/>
            <a:ext cx="4092787" cy="923330"/>
          </a:xfrm>
          <a:prstGeom prst="rect">
            <a:avLst/>
          </a:prstGeom>
          <a:noFill/>
        </p:spPr>
        <p:txBody>
          <a:bodyPr wrap="none" rtlCol="0">
            <a:spAutoFit/>
          </a:bodyPr>
          <a:lstStyle/>
          <a:p>
            <a:r>
              <a:rPr lang="en-US"/>
              <a:t>Example :  r = 0.6631   , n = 11 data points</a:t>
            </a:r>
          </a:p>
          <a:p>
            <a:endParaRPr lang="en-US"/>
          </a:p>
          <a:p>
            <a:r>
              <a:rPr lang="en-US"/>
              <a:t> t = 2.6576</a:t>
            </a:r>
          </a:p>
        </p:txBody>
      </p:sp>
      <p:pic>
        <p:nvPicPr>
          <p:cNvPr id="6" name="Picture 5">
            <a:extLst>
              <a:ext uri="{FF2B5EF4-FFF2-40B4-BE49-F238E27FC236}">
                <a16:creationId xmlns:a16="http://schemas.microsoft.com/office/drawing/2014/main" id="{909F16C6-D3F2-4AAD-A70A-80A826D30A5D}"/>
              </a:ext>
            </a:extLst>
          </p:cNvPr>
          <p:cNvPicPr>
            <a:picLocks noChangeAspect="1"/>
          </p:cNvPicPr>
          <p:nvPr/>
        </p:nvPicPr>
        <p:blipFill>
          <a:blip r:embed="rId3"/>
          <a:stretch>
            <a:fillRect/>
          </a:stretch>
        </p:blipFill>
        <p:spPr>
          <a:xfrm>
            <a:off x="1260207" y="3104148"/>
            <a:ext cx="1675498" cy="1822472"/>
          </a:xfrm>
          <a:prstGeom prst="rect">
            <a:avLst/>
          </a:prstGeom>
        </p:spPr>
      </p:pic>
      <p:sp>
        <p:nvSpPr>
          <p:cNvPr id="7" name="TextBox 6">
            <a:extLst>
              <a:ext uri="{FF2B5EF4-FFF2-40B4-BE49-F238E27FC236}">
                <a16:creationId xmlns:a16="http://schemas.microsoft.com/office/drawing/2014/main" id="{E12106EC-8F4A-4204-B2E3-6780A096CA3D}"/>
              </a:ext>
            </a:extLst>
          </p:cNvPr>
          <p:cNvSpPr txBox="1"/>
          <p:nvPr/>
        </p:nvSpPr>
        <p:spPr>
          <a:xfrm>
            <a:off x="4003599" y="2062106"/>
            <a:ext cx="2426948" cy="369332"/>
          </a:xfrm>
          <a:prstGeom prst="rect">
            <a:avLst/>
          </a:prstGeom>
          <a:noFill/>
        </p:spPr>
        <p:txBody>
          <a:bodyPr wrap="square" rtlCol="0">
            <a:spAutoFit/>
          </a:bodyPr>
          <a:lstStyle/>
          <a:p>
            <a:r>
              <a:rPr lang="en-US"/>
              <a:t>Degree of freedom: n-2</a:t>
            </a:r>
          </a:p>
        </p:txBody>
      </p:sp>
      <p:pic>
        <p:nvPicPr>
          <p:cNvPr id="1026" name="Picture 2" descr="How to Use the t-Table to Solve Statistics Problems - dummies">
            <a:extLst>
              <a:ext uri="{FF2B5EF4-FFF2-40B4-BE49-F238E27FC236}">
                <a16:creationId xmlns:a16="http://schemas.microsoft.com/office/drawing/2014/main" id="{3C832D9E-FA5E-4C9F-A1EF-7C1DAD83B5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5943" y="1322060"/>
            <a:ext cx="3542498" cy="5269832"/>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96909FB3-387D-41E3-806F-DFAD6DE34758}"/>
              </a:ext>
            </a:extLst>
          </p:cNvPr>
          <p:cNvSpPr/>
          <p:nvPr/>
        </p:nvSpPr>
        <p:spPr>
          <a:xfrm>
            <a:off x="8207443" y="3282215"/>
            <a:ext cx="233913" cy="240631"/>
          </a:xfrm>
          <a:prstGeom prst="ellipse">
            <a:avLst/>
          </a:prstGeom>
          <a:noFill/>
          <a:ln w="28575"/>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8E50152-96BE-4990-958A-E78D44F21160}"/>
              </a:ext>
            </a:extLst>
          </p:cNvPr>
          <p:cNvSpPr/>
          <p:nvPr/>
        </p:nvSpPr>
        <p:spPr>
          <a:xfrm>
            <a:off x="9709182" y="2062106"/>
            <a:ext cx="344908" cy="240631"/>
          </a:xfrm>
          <a:prstGeom prst="ellipse">
            <a:avLst/>
          </a:prstGeom>
          <a:noFill/>
          <a:ln w="28575"/>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Multiplication Sign 10">
            <a:extLst>
              <a:ext uri="{FF2B5EF4-FFF2-40B4-BE49-F238E27FC236}">
                <a16:creationId xmlns:a16="http://schemas.microsoft.com/office/drawing/2014/main" id="{BA8409C0-2B90-4DB9-A0CD-8C1A6C1951AA}"/>
              </a:ext>
            </a:extLst>
          </p:cNvPr>
          <p:cNvSpPr/>
          <p:nvPr/>
        </p:nvSpPr>
        <p:spPr>
          <a:xfrm>
            <a:off x="1337912" y="3080085"/>
            <a:ext cx="500513" cy="697831"/>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BC0CABB-15FF-4C1D-ABD3-E44A4DB1C96E}"/>
              </a:ext>
            </a:extLst>
          </p:cNvPr>
          <p:cNvSpPr/>
          <p:nvPr/>
        </p:nvSpPr>
        <p:spPr>
          <a:xfrm>
            <a:off x="9666370" y="3308684"/>
            <a:ext cx="497908" cy="240631"/>
          </a:xfrm>
          <a:prstGeom prst="ellipse">
            <a:avLst/>
          </a:prstGeom>
          <a:noFill/>
          <a:ln w="28575"/>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3B2C18-CB41-49D7-AA3B-FC14375263FA}"/>
              </a:ext>
            </a:extLst>
          </p:cNvPr>
          <p:cNvSpPr txBox="1"/>
          <p:nvPr/>
        </p:nvSpPr>
        <p:spPr>
          <a:xfrm>
            <a:off x="3513221" y="6128811"/>
            <a:ext cx="2718821" cy="369332"/>
          </a:xfrm>
          <a:prstGeom prst="rect">
            <a:avLst/>
          </a:prstGeom>
          <a:noFill/>
        </p:spPr>
        <p:txBody>
          <a:bodyPr wrap="none" rtlCol="0">
            <a:spAutoFit/>
          </a:bodyPr>
          <a:lstStyle/>
          <a:p>
            <a:r>
              <a:rPr lang="en-US"/>
              <a:t>t &gt; 1.83     -&gt; p-value &lt; 0.05</a:t>
            </a:r>
          </a:p>
        </p:txBody>
      </p:sp>
    </p:spTree>
    <p:extLst>
      <p:ext uri="{BB962C8B-B14F-4D97-AF65-F5344CB8AC3E}">
        <p14:creationId xmlns:p14="http://schemas.microsoft.com/office/powerpoint/2010/main" val="11345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10" grpId="0" animBg="1"/>
      <p:bldP spid="11" grpId="0" animBg="1"/>
      <p:bldP spid="12" grpId="0" animBg="1"/>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80CEEB-9468-461A-A9FA-25055696FCA9}"/>
              </a:ext>
            </a:extLst>
          </p:cNvPr>
          <p:cNvSpPr>
            <a:spLocks noGrp="1"/>
          </p:cNvSpPr>
          <p:nvPr>
            <p:ph type="body" idx="1"/>
          </p:nvPr>
        </p:nvSpPr>
        <p:spPr/>
        <p:txBody>
          <a:bodyPr/>
          <a:lstStyle/>
          <a:p>
            <a:r>
              <a:rPr lang="en-US"/>
              <a:t>Kahoot time</a:t>
            </a:r>
          </a:p>
        </p:txBody>
      </p:sp>
    </p:spTree>
    <p:extLst>
      <p:ext uri="{BB962C8B-B14F-4D97-AF65-F5344CB8AC3E}">
        <p14:creationId xmlns:p14="http://schemas.microsoft.com/office/powerpoint/2010/main" val="935045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E20FD0C2881EA4A90727A064126FC20" ma:contentTypeVersion="13" ma:contentTypeDescription="Create a new document." ma:contentTypeScope="" ma:versionID="c260b951da18117c8c193c037c96b92c">
  <xsd:schema xmlns:xsd="http://www.w3.org/2001/XMLSchema" xmlns:xs="http://www.w3.org/2001/XMLSchema" xmlns:p="http://schemas.microsoft.com/office/2006/metadata/properties" xmlns:ns3="19eadfd7-bd8e-490f-9f29-05c59f74add2" xmlns:ns4="74abacc2-06e5-4e7c-aecc-4fd68412481c" targetNamespace="http://schemas.microsoft.com/office/2006/metadata/properties" ma:root="true" ma:fieldsID="95adb3d05306777b1d2a43a6ccfcbaf4" ns3:_="" ns4:_="">
    <xsd:import namespace="19eadfd7-bd8e-490f-9f29-05c59f74add2"/>
    <xsd:import namespace="74abacc2-06e5-4e7c-aecc-4fd68412481c"/>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3:MediaServiceAutoTags" minOccurs="0"/>
                <xsd:element ref="ns3:MediaServiceOCR" minOccurs="0"/>
                <xsd:element ref="ns3:MediaServiceDateTaken"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eadfd7-bd8e-490f-9f29-05c59f74ad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4abacc2-06e5-4e7c-aecc-4fd68412481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C20B30-3B28-47BA-A6E3-5833D952214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37BDD6F-FAF3-461D-9D50-91F78F7500B7}">
  <ds:schemaRefs>
    <ds:schemaRef ds:uri="19eadfd7-bd8e-490f-9f29-05c59f74add2"/>
    <ds:schemaRef ds:uri="74abacc2-06e5-4e7c-aecc-4fd68412481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F167E89-E3DF-4544-A478-BE7398E2F0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194</TotalTime>
  <Words>1406</Words>
  <Application>Microsoft Office PowerPoint</Application>
  <PresentationFormat>Widescreen</PresentationFormat>
  <Paragraphs>207</Paragraphs>
  <Slides>36</Slides>
  <Notes>21</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Calibri Light</vt:lpstr>
      <vt:lpstr>Cambria Math</vt:lpstr>
      <vt:lpstr>Libre Franklin</vt:lpstr>
      <vt:lpstr>Söhne</vt:lpstr>
      <vt:lpstr>Office Theme</vt:lpstr>
      <vt:lpstr>INTRODUCTION TO DATA ANALYSIS </vt:lpstr>
      <vt:lpstr>What is Association? </vt:lpstr>
      <vt:lpstr>Similarity vs. Dissimilarity </vt:lpstr>
      <vt:lpstr>Similarity and Dissimilarity of Single Attributes </vt:lpstr>
      <vt:lpstr>Assessing the Association between Vectors </vt:lpstr>
      <vt:lpstr>Outline </vt:lpstr>
      <vt:lpstr>Euclidian Distance </vt:lpstr>
      <vt:lpstr>Scaling is important</vt:lpstr>
      <vt:lpstr>Distance Matrix </vt:lpstr>
      <vt:lpstr>Minkowski Distance </vt:lpstr>
      <vt:lpstr>Minkowski Distance: Examples </vt:lpstr>
      <vt:lpstr>Metrics</vt:lpstr>
      <vt:lpstr>Covariance</vt:lpstr>
      <vt:lpstr>Covariance Matrix </vt:lpstr>
      <vt:lpstr>Covariance Values</vt:lpstr>
      <vt:lpstr>DRAWBACK: Covariance is senstitive to scale</vt:lpstr>
      <vt:lpstr>Interpretation of Covariance</vt:lpstr>
      <vt:lpstr>PowerPoint Presentation</vt:lpstr>
      <vt:lpstr>Pearson Correlation</vt:lpstr>
      <vt:lpstr>Example</vt:lpstr>
      <vt:lpstr>Interpretation of Correlation</vt:lpstr>
      <vt:lpstr>Example</vt:lpstr>
      <vt:lpstr>Pearson Correlation Is Sensitive to Outliers</vt:lpstr>
      <vt:lpstr>Correlation does not depend on the slope and size of data</vt:lpstr>
      <vt:lpstr>Cosine Similarity</vt:lpstr>
      <vt:lpstr>Correlation vs. Cosine Similarity</vt:lpstr>
      <vt:lpstr>Example – Tiny Netflix subset</vt:lpstr>
      <vt:lpstr>Correlation between users 30878 and 823519 </vt:lpstr>
      <vt:lpstr>Find cosine similarity for same users</vt:lpstr>
      <vt:lpstr>In text analysis, cosine similarity is preferred, why? Correlation vs. Cosine Similarity</vt:lpstr>
      <vt:lpstr>Some Examples</vt:lpstr>
      <vt:lpstr>Extensions of Correlation Coefficient</vt:lpstr>
      <vt:lpstr>Extensions of Correlation Coefficient</vt:lpstr>
      <vt:lpstr>Assessing Statistical Significance of Correlation</vt:lpstr>
      <vt:lpstr>Assessing Statistical Significance of Correlation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ANALYSIS</dc:title>
  <dc:creator>Marzieh Ayati</dc:creator>
  <cp:lastModifiedBy>Marzieh Ayati</cp:lastModifiedBy>
  <cp:revision>1</cp:revision>
  <dcterms:created xsi:type="dcterms:W3CDTF">2020-10-05T22:33:25Z</dcterms:created>
  <dcterms:modified xsi:type="dcterms:W3CDTF">2026-03-06T05:03:31Z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0x0101007E20FD0C2881EA4A90727A064126FC20</vt:lpwstr>
  </property>
</Properties>
</file>